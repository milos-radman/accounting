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27"/>
  </p:sldMasterIdLst>
  <p:notesMasterIdLst>
    <p:notesMasterId r:id="rId40"/>
  </p:notesMasterIdLst>
  <p:handoutMasterIdLst>
    <p:handoutMasterId r:id="rId41"/>
  </p:handoutMasterIdLst>
  <p:sldIdLst>
    <p:sldId id="272" r:id="rId28"/>
    <p:sldId id="273" r:id="rId29"/>
    <p:sldId id="274" r:id="rId30"/>
    <p:sldId id="275" r:id="rId31"/>
    <p:sldId id="276" r:id="rId32"/>
    <p:sldId id="277" r:id="rId33"/>
    <p:sldId id="278" r:id="rId34"/>
    <p:sldId id="279" r:id="rId35"/>
    <p:sldId id="280" r:id="rId36"/>
    <p:sldId id="281" r:id="rId37"/>
    <p:sldId id="282" r:id="rId38"/>
    <p:sldId id="283" r:id="rId39"/>
  </p:sldIdLst>
  <p:sldSz cx="12192000" cy="6858000"/>
  <p:notesSz cx="6858000" cy="9144000"/>
  <p:embeddedFontLst>
    <p:embeddedFont>
      <p:font typeface="Tieto Sans" pitchFamily="2" charset="0"/>
      <p:regular r:id="rId42"/>
      <p:bold r:id="rId43"/>
      <p:italic r:id="rId44"/>
      <p:boldItalic r:id="rId45"/>
    </p:embeddedFont>
    <p:embeddedFont>
      <p:font typeface="Tieto Sans Medium" pitchFamily="2" charset="0"/>
      <p:regular r:id="rId46"/>
      <p:italic r:id="rId47"/>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6597" autoAdjust="0"/>
  </p:normalViewPr>
  <p:slideViewPr>
    <p:cSldViewPr snapToGrid="0" showGuides="1">
      <p:cViewPr varScale="1">
        <p:scale>
          <a:sx n="115" d="100"/>
          <a:sy n="115" d="100"/>
        </p:scale>
        <p:origin x="120" y="270"/>
      </p:cViewPr>
      <p:guideLst>
        <p:guide orient="horz" pos="2160"/>
        <p:guide pos="3840"/>
      </p:guideLst>
    </p:cSldViewPr>
  </p:slideViewPr>
  <p:notesTextViewPr>
    <p:cViewPr>
      <p:scale>
        <a:sx n="100" d="100"/>
        <a:sy n="100" d="100"/>
      </p:scale>
      <p:origin x="0" y="0"/>
    </p:cViewPr>
  </p:notesTextViewPr>
  <p:notesViewPr>
    <p:cSldViewPr snapToGrid="0" showGuides="1">
      <p:cViewPr varScale="1">
        <p:scale>
          <a:sx n="90" d="100"/>
          <a:sy n="90" d="100"/>
        </p:scale>
        <p:origin x="2946"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12.xml"/><Relationship Id="rId21" Type="http://schemas.openxmlformats.org/officeDocument/2006/relationships/customXml" Target="../customXml/item21.xml"/><Relationship Id="rId34" Type="http://schemas.openxmlformats.org/officeDocument/2006/relationships/slide" Target="slides/slide7.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theme" Target="theme/theme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2.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 Target="slides/slide5.xml"/><Relationship Id="rId37" Type="http://schemas.openxmlformats.org/officeDocument/2006/relationships/slide" Target="slides/slide10.xml"/><Relationship Id="rId40" Type="http://schemas.openxmlformats.org/officeDocument/2006/relationships/notesMaster" Target="notesMasters/notesMaster1.xml"/><Relationship Id="rId45" Type="http://schemas.openxmlformats.org/officeDocument/2006/relationships/font" Target="fonts/font4.fntdata"/><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 Target="slides/slide1.xml"/><Relationship Id="rId36" Type="http://schemas.openxmlformats.org/officeDocument/2006/relationships/slide" Target="slides/slide9.xml"/><Relationship Id="rId49" Type="http://schemas.openxmlformats.org/officeDocument/2006/relationships/viewProps" Target="viewProps.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4.xml"/><Relationship Id="rId44" Type="http://schemas.openxmlformats.org/officeDocument/2006/relationships/font" Target="fonts/font3.fntdata"/><Relationship Id="rId52"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slideMaster" Target="slideMasters/slideMaster1.xml"/><Relationship Id="rId30" Type="http://schemas.openxmlformats.org/officeDocument/2006/relationships/slide" Target="slides/slide3.xml"/><Relationship Id="rId35" Type="http://schemas.openxmlformats.org/officeDocument/2006/relationships/slide" Target="slides/slide8.xml"/><Relationship Id="rId43" Type="http://schemas.openxmlformats.org/officeDocument/2006/relationships/font" Target="fonts/font2.fntdata"/><Relationship Id="rId48" Type="http://schemas.openxmlformats.org/officeDocument/2006/relationships/presProps" Target="presProps.xml"/><Relationship Id="rId8" Type="http://schemas.openxmlformats.org/officeDocument/2006/relationships/customXml" Target="../customXml/item8.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6.xml"/><Relationship Id="rId38" Type="http://schemas.openxmlformats.org/officeDocument/2006/relationships/slide" Target="slides/slide11.xml"/><Relationship Id="rId46" Type="http://schemas.openxmlformats.org/officeDocument/2006/relationships/font" Target="fonts/font5.fntdata"/><Relationship Id="rId20" Type="http://schemas.openxmlformats.org/officeDocument/2006/relationships/customXml" Target="../customXml/item20.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customXml" Target="../customXml/item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kard Krameus" userId="548fb833-15d9-49ce-b129-cd10986034aa" providerId="ADAL" clId="{F4E01A77-A04D-4BAC-9D13-B0BC20105404}"/>
    <pc:docChg chg="undo custSel addSld modSld">
      <pc:chgData name="Rikard Krameus" userId="548fb833-15d9-49ce-b129-cd10986034aa" providerId="ADAL" clId="{F4E01A77-A04D-4BAC-9D13-B0BC20105404}" dt="2026-07-21T15:57:50.606" v="979" actId="20577"/>
      <pc:docMkLst>
        <pc:docMk/>
      </pc:docMkLst>
      <pc:sldChg chg="modSp mod">
        <pc:chgData name="Rikard Krameus" userId="548fb833-15d9-49ce-b129-cd10986034aa" providerId="ADAL" clId="{F4E01A77-A04D-4BAC-9D13-B0BC20105404}" dt="2026-07-21T15:46:56.071" v="966" actId="20577"/>
        <pc:sldMkLst>
          <pc:docMk/>
          <pc:sldMk cId="2022366671" sldId="273"/>
        </pc:sldMkLst>
        <pc:spChg chg="mod">
          <ac:chgData name="Rikard Krameus" userId="548fb833-15d9-49ce-b129-cd10986034aa" providerId="ADAL" clId="{F4E01A77-A04D-4BAC-9D13-B0BC20105404}" dt="2026-07-21T15:46:56.071" v="966" actId="20577"/>
          <ac:spMkLst>
            <pc:docMk/>
            <pc:sldMk cId="2022366671" sldId="273"/>
            <ac:spMk id="8" creationId="{D86EF7E4-4A6E-372D-2902-68AE5FF67AC6}"/>
          </ac:spMkLst>
        </pc:spChg>
      </pc:sldChg>
      <pc:sldChg chg="modSp mod">
        <pc:chgData name="Rikard Krameus" userId="548fb833-15d9-49ce-b129-cd10986034aa" providerId="ADAL" clId="{F4E01A77-A04D-4BAC-9D13-B0BC20105404}" dt="2026-07-21T15:57:50.606" v="979" actId="20577"/>
        <pc:sldMkLst>
          <pc:docMk/>
          <pc:sldMk cId="4114400510" sldId="274"/>
        </pc:sldMkLst>
        <pc:spChg chg="mod">
          <ac:chgData name="Rikard Krameus" userId="548fb833-15d9-49ce-b129-cd10986034aa" providerId="ADAL" clId="{F4E01A77-A04D-4BAC-9D13-B0BC20105404}" dt="2026-07-21T15:57:50.606" v="979" actId="20577"/>
          <ac:spMkLst>
            <pc:docMk/>
            <pc:sldMk cId="4114400510" sldId="274"/>
            <ac:spMk id="3" creationId="{2DA207EB-4C93-383E-E8AE-FA7640660C56}"/>
          </ac:spMkLst>
        </pc:spChg>
      </pc:sldChg>
      <pc:sldChg chg="addSp delSp modSp add mod">
        <pc:chgData name="Rikard Krameus" userId="548fb833-15d9-49ce-b129-cd10986034aa" providerId="ADAL" clId="{F4E01A77-A04D-4BAC-9D13-B0BC20105404}" dt="2026-07-15T10:48:55" v="964" actId="20577"/>
        <pc:sldMkLst>
          <pc:docMk/>
          <pc:sldMk cId="3639556358" sldId="278"/>
        </pc:sldMkLst>
        <pc:spChg chg="add mod">
          <ac:chgData name="Rikard Krameus" userId="548fb833-15d9-49ce-b129-cd10986034aa" providerId="ADAL" clId="{F4E01A77-A04D-4BAC-9D13-B0BC20105404}" dt="2026-07-14T10:01:18.205" v="169" actId="20577"/>
          <ac:spMkLst>
            <pc:docMk/>
            <pc:sldMk cId="3639556358" sldId="278"/>
            <ac:spMk id="7" creationId="{6BE40307-A1AF-A179-9CF6-6EC7186ED3C2}"/>
          </ac:spMkLst>
        </pc:spChg>
        <pc:spChg chg="add mod">
          <ac:chgData name="Rikard Krameus" userId="548fb833-15d9-49ce-b129-cd10986034aa" providerId="ADAL" clId="{F4E01A77-A04D-4BAC-9D13-B0BC20105404}" dt="2026-07-15T10:48:55" v="964" actId="20577"/>
          <ac:spMkLst>
            <pc:docMk/>
            <pc:sldMk cId="3639556358" sldId="278"/>
            <ac:spMk id="8" creationId="{8563E0BA-F27B-BA15-28CF-0F62D80A1EE8}"/>
          </ac:spMkLst>
        </pc:spChg>
        <pc:spChg chg="add mod">
          <ac:chgData name="Rikard Krameus" userId="548fb833-15d9-49ce-b129-cd10986034aa" providerId="ADAL" clId="{F4E01A77-A04D-4BAC-9D13-B0BC20105404}" dt="2026-07-14T09:59:05.890" v="70" actId="20577"/>
          <ac:spMkLst>
            <pc:docMk/>
            <pc:sldMk cId="3639556358" sldId="278"/>
            <ac:spMk id="9" creationId="{90D83809-EEA2-CAB1-6DA5-37D52994C9EC}"/>
          </ac:spMkLst>
        </pc:spChg>
        <pc:picChg chg="add mod">
          <ac:chgData name="Rikard Krameus" userId="548fb833-15d9-49ce-b129-cd10986034aa" providerId="ADAL" clId="{F4E01A77-A04D-4BAC-9D13-B0BC20105404}" dt="2026-07-14T09:53:53.925" v="8" actId="1076"/>
          <ac:picMkLst>
            <pc:docMk/>
            <pc:sldMk cId="3639556358" sldId="278"/>
            <ac:picMk id="5" creationId="{DC35E0C5-CD33-4549-DB65-8A45089222F0}"/>
          </ac:picMkLst>
        </pc:picChg>
      </pc:sldChg>
      <pc:sldChg chg="addSp modSp add mod">
        <pc:chgData name="Rikard Krameus" userId="548fb833-15d9-49ce-b129-cd10986034aa" providerId="ADAL" clId="{F4E01A77-A04D-4BAC-9D13-B0BC20105404}" dt="2026-07-21T08:25:07.823" v="965" actId="20577"/>
        <pc:sldMkLst>
          <pc:docMk/>
          <pc:sldMk cId="1474292315" sldId="279"/>
        </pc:sldMkLst>
        <pc:spChg chg="add mod">
          <ac:chgData name="Rikard Krameus" userId="548fb833-15d9-49ce-b129-cd10986034aa" providerId="ADAL" clId="{F4E01A77-A04D-4BAC-9D13-B0BC20105404}" dt="2026-07-21T08:25:07.823" v="965" actId="20577"/>
          <ac:spMkLst>
            <pc:docMk/>
            <pc:sldMk cId="1474292315" sldId="279"/>
            <ac:spMk id="3" creationId="{8FC22351-896A-36AB-1417-390CDD3E919E}"/>
          </ac:spMkLst>
        </pc:spChg>
        <pc:picChg chg="add mod">
          <ac:chgData name="Rikard Krameus" userId="548fb833-15d9-49ce-b129-cd10986034aa" providerId="ADAL" clId="{F4E01A77-A04D-4BAC-9D13-B0BC20105404}" dt="2026-07-14T10:07:50.139" v="259" actId="1076"/>
          <ac:picMkLst>
            <pc:docMk/>
            <pc:sldMk cId="1474292315" sldId="279"/>
            <ac:picMk id="5" creationId="{2A3B9481-0F1D-9E9C-AE0D-1732B9280553}"/>
          </ac:picMkLst>
        </pc:picChg>
      </pc:sldChg>
      <pc:sldChg chg="addSp modSp add mod">
        <pc:chgData name="Rikard Krameus" userId="548fb833-15d9-49ce-b129-cd10986034aa" providerId="ADAL" clId="{F4E01A77-A04D-4BAC-9D13-B0BC20105404}" dt="2026-07-14T10:11:43.447" v="522" actId="313"/>
        <pc:sldMkLst>
          <pc:docMk/>
          <pc:sldMk cId="3574894980" sldId="280"/>
        </pc:sldMkLst>
        <pc:spChg chg="add mod">
          <ac:chgData name="Rikard Krameus" userId="548fb833-15d9-49ce-b129-cd10986034aa" providerId="ADAL" clId="{F4E01A77-A04D-4BAC-9D13-B0BC20105404}" dt="2026-07-14T10:11:43.447" v="522" actId="313"/>
          <ac:spMkLst>
            <pc:docMk/>
            <pc:sldMk cId="3574894980" sldId="280"/>
            <ac:spMk id="3" creationId="{E9874DB0-F1A1-2BDC-28D4-2F3A0B1C5008}"/>
          </ac:spMkLst>
        </pc:spChg>
      </pc:sldChg>
      <pc:sldChg chg="addSp modSp add mod">
        <pc:chgData name="Rikard Krameus" userId="548fb833-15d9-49ce-b129-cd10986034aa" providerId="ADAL" clId="{F4E01A77-A04D-4BAC-9D13-B0BC20105404}" dt="2026-07-14T10:17:01.143" v="572" actId="20577"/>
        <pc:sldMkLst>
          <pc:docMk/>
          <pc:sldMk cId="99117022" sldId="281"/>
        </pc:sldMkLst>
        <pc:spChg chg="add mod">
          <ac:chgData name="Rikard Krameus" userId="548fb833-15d9-49ce-b129-cd10986034aa" providerId="ADAL" clId="{F4E01A77-A04D-4BAC-9D13-B0BC20105404}" dt="2026-07-14T10:17:01.143" v="572" actId="20577"/>
          <ac:spMkLst>
            <pc:docMk/>
            <pc:sldMk cId="99117022" sldId="281"/>
            <ac:spMk id="7" creationId="{5B79CFF7-25AF-F2D4-90F6-D20836BF50DD}"/>
          </ac:spMkLst>
        </pc:spChg>
        <pc:picChg chg="add mod">
          <ac:chgData name="Rikard Krameus" userId="548fb833-15d9-49ce-b129-cd10986034aa" providerId="ADAL" clId="{F4E01A77-A04D-4BAC-9D13-B0BC20105404}" dt="2026-07-14T10:13:01.868" v="524" actId="1076"/>
          <ac:picMkLst>
            <pc:docMk/>
            <pc:sldMk cId="99117022" sldId="281"/>
            <ac:picMk id="3" creationId="{C89476C7-FB17-5EB4-3BDC-784CC9CD3E2D}"/>
          </ac:picMkLst>
        </pc:picChg>
        <pc:picChg chg="add mod">
          <ac:chgData name="Rikard Krameus" userId="548fb833-15d9-49ce-b129-cd10986034aa" providerId="ADAL" clId="{F4E01A77-A04D-4BAC-9D13-B0BC20105404}" dt="2026-07-14T10:13:36.159" v="526" actId="1076"/>
          <ac:picMkLst>
            <pc:docMk/>
            <pc:sldMk cId="99117022" sldId="281"/>
            <ac:picMk id="5" creationId="{02BED017-D9BC-1177-D5F3-463A3AEDD1A2}"/>
          </ac:picMkLst>
        </pc:picChg>
      </pc:sldChg>
      <pc:sldChg chg="addSp modSp add mod">
        <pc:chgData name="Rikard Krameus" userId="548fb833-15d9-49ce-b129-cd10986034aa" providerId="ADAL" clId="{F4E01A77-A04D-4BAC-9D13-B0BC20105404}" dt="2026-07-14T10:27:18.484" v="905" actId="20577"/>
        <pc:sldMkLst>
          <pc:docMk/>
          <pc:sldMk cId="3936229100" sldId="282"/>
        </pc:sldMkLst>
        <pc:spChg chg="add mod">
          <ac:chgData name="Rikard Krameus" userId="548fb833-15d9-49ce-b129-cd10986034aa" providerId="ADAL" clId="{F4E01A77-A04D-4BAC-9D13-B0BC20105404}" dt="2026-07-14T10:27:18.484" v="905" actId="20577"/>
          <ac:spMkLst>
            <pc:docMk/>
            <pc:sldMk cId="3936229100" sldId="282"/>
            <ac:spMk id="3" creationId="{806141F5-F657-3AB2-1057-C17BE7C2753F}"/>
          </ac:spMkLst>
        </pc:spChg>
      </pc:sldChg>
      <pc:sldChg chg="add">
        <pc:chgData name="Rikard Krameus" userId="548fb833-15d9-49ce-b129-cd10986034aa" providerId="ADAL" clId="{F4E01A77-A04D-4BAC-9D13-B0BC20105404}" dt="2026-07-14T09:53:47.282" v="6" actId="2890"/>
        <pc:sldMkLst>
          <pc:docMk/>
          <pc:sldMk cId="1151775808" sldId="28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9FA273-E199-41C9-8095-7DD5CEBF55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C0B2809-BE04-47E1-9FDF-AC3BF785E2B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A56376-53EC-491F-9D95-B02A0CFB2100}" type="datetimeFigureOut">
              <a:rPr lang="en-GB" smtClean="0"/>
              <a:t>21/07/2026</a:t>
            </a:fld>
            <a:endParaRPr lang="en-GB"/>
          </a:p>
        </p:txBody>
      </p:sp>
      <p:sp>
        <p:nvSpPr>
          <p:cNvPr id="4" name="Footer Placeholder 3">
            <a:extLst>
              <a:ext uri="{FF2B5EF4-FFF2-40B4-BE49-F238E27FC236}">
                <a16:creationId xmlns:a16="http://schemas.microsoft.com/office/drawing/2014/main" id="{858313D2-DC2E-487C-A484-C261C3B9002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3549E73-2B78-4777-85D8-D41CA3F3F3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7258EC5-5937-49D0-B205-3DB3AB0582FE}" type="slidenum">
              <a:rPr lang="en-GB" smtClean="0"/>
              <a:t>‹#›</a:t>
            </a:fld>
            <a:endParaRPr lang="en-GB"/>
          </a:p>
        </p:txBody>
      </p:sp>
    </p:spTree>
    <p:extLst>
      <p:ext uri="{BB962C8B-B14F-4D97-AF65-F5344CB8AC3E}">
        <p14:creationId xmlns:p14="http://schemas.microsoft.com/office/powerpoint/2010/main" val="33160363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172F8D-B116-4CD7-A757-FF786F89BACC}" type="datetimeFigureOut">
              <a:rPr lang="en-GB" smtClean="0"/>
              <a:t>21/07/2026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4AF984-95C0-4021-BEF5-D91CB9F53804}" type="slidenum">
              <a:rPr lang="en-GB" smtClean="0"/>
              <a:t>‹#›</a:t>
            </a:fld>
            <a:endParaRPr lang="en-GB"/>
          </a:p>
        </p:txBody>
      </p:sp>
    </p:spTree>
    <p:extLst>
      <p:ext uri="{BB962C8B-B14F-4D97-AF65-F5344CB8AC3E}">
        <p14:creationId xmlns:p14="http://schemas.microsoft.com/office/powerpoint/2010/main" val="2339720481"/>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n-lt"/>
        <a:ea typeface="+mn-ea"/>
        <a:cs typeface="+mn-cs"/>
      </a:defRPr>
    </a:lvl1pPr>
    <a:lvl2pPr marL="457189" algn="l" defTabSz="914377" rtl="0" eaLnBrk="1" latinLnBrk="0" hangingPunct="1">
      <a:defRPr sz="1200" kern="1200">
        <a:solidFill>
          <a:schemeClr val="tx1"/>
        </a:solidFill>
        <a:latin typeface="+mn-lt"/>
        <a:ea typeface="+mn-ea"/>
        <a:cs typeface="+mn-cs"/>
      </a:defRPr>
    </a:lvl2pPr>
    <a:lvl3pPr marL="914377" algn="l" defTabSz="914377" rtl="0" eaLnBrk="1" latinLnBrk="0" hangingPunct="1">
      <a:defRPr sz="1200" kern="1200">
        <a:solidFill>
          <a:schemeClr val="tx1"/>
        </a:solidFill>
        <a:latin typeface="+mn-lt"/>
        <a:ea typeface="+mn-ea"/>
        <a:cs typeface="+mn-cs"/>
      </a:defRPr>
    </a:lvl3pPr>
    <a:lvl4pPr marL="1371566" algn="l" defTabSz="914377" rtl="0" eaLnBrk="1" latinLnBrk="0" hangingPunct="1">
      <a:defRPr sz="1200" kern="1200">
        <a:solidFill>
          <a:schemeClr val="tx1"/>
        </a:solidFill>
        <a:latin typeface="+mn-lt"/>
        <a:ea typeface="+mn-ea"/>
        <a:cs typeface="+mn-cs"/>
      </a:defRPr>
    </a:lvl4pPr>
    <a:lvl5pPr marL="1828754" algn="l" defTabSz="914377" rtl="0" eaLnBrk="1" latinLnBrk="0" hangingPunct="1">
      <a:defRPr sz="12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L"/>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F4AF984-95C0-4021-BEF5-D91CB9F53804}" type="slidenum">
              <a:rPr lang="en-GB" smtClean="0"/>
              <a:t>1</a:t>
            </a:fld>
            <a:endParaRPr lang="en-GB" dirty="0"/>
          </a:p>
        </p:txBody>
      </p:sp>
    </p:spTree>
    <p:extLst>
      <p:ext uri="{BB962C8B-B14F-4D97-AF65-F5344CB8AC3E}">
        <p14:creationId xmlns:p14="http://schemas.microsoft.com/office/powerpoint/2010/main" val="18851007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88A37-2F70-D0AB-8A52-C8A2156D5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4A547-63C4-C0A1-C590-2149DE239061}"/>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40F2A454-C5D1-F777-EA18-252A363D99A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CC0B2BF9-C81C-5A19-E558-8982425E1C0D}"/>
              </a:ext>
            </a:extLst>
          </p:cNvPr>
          <p:cNvSpPr>
            <a:spLocks noGrp="1"/>
          </p:cNvSpPr>
          <p:nvPr>
            <p:ph type="sldNum" sz="quarter" idx="5"/>
          </p:nvPr>
        </p:nvSpPr>
        <p:spPr/>
        <p:txBody>
          <a:bodyPr/>
          <a:lstStyle/>
          <a:p>
            <a:fld id="{FF4AF984-95C0-4021-BEF5-D91CB9F53804}" type="slidenum">
              <a:rPr lang="en-GB" smtClean="0"/>
              <a:t>2</a:t>
            </a:fld>
            <a:endParaRPr lang="en-GB" dirty="0"/>
          </a:p>
        </p:txBody>
      </p:sp>
    </p:spTree>
    <p:extLst>
      <p:ext uri="{BB962C8B-B14F-4D97-AF65-F5344CB8AC3E}">
        <p14:creationId xmlns:p14="http://schemas.microsoft.com/office/powerpoint/2010/main" val="1213390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E729E-D8A2-ED46-055E-1AFA2B4E27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A26223-A5B8-DAA9-5757-94ED4B06EEC3}"/>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FB40CDF7-D45E-7213-BFD5-ABACCBD3056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1AC00D5-8FD6-45D6-6EFB-BB3D8B90702A}"/>
              </a:ext>
            </a:extLst>
          </p:cNvPr>
          <p:cNvSpPr>
            <a:spLocks noGrp="1"/>
          </p:cNvSpPr>
          <p:nvPr>
            <p:ph type="sldNum" sz="quarter" idx="5"/>
          </p:nvPr>
        </p:nvSpPr>
        <p:spPr/>
        <p:txBody>
          <a:bodyPr/>
          <a:lstStyle/>
          <a:p>
            <a:fld id="{FF4AF984-95C0-4021-BEF5-D91CB9F53804}" type="slidenum">
              <a:rPr lang="en-GB" smtClean="0"/>
              <a:t>3</a:t>
            </a:fld>
            <a:endParaRPr lang="en-GB" dirty="0"/>
          </a:p>
        </p:txBody>
      </p:sp>
    </p:spTree>
    <p:extLst>
      <p:ext uri="{BB962C8B-B14F-4D97-AF65-F5344CB8AC3E}">
        <p14:creationId xmlns:p14="http://schemas.microsoft.com/office/powerpoint/2010/main" val="1815782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84BC4-A322-D381-A593-18B62C064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4BFF9E-4929-B4AA-1234-384BE2FF1467}"/>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4A697059-13D6-CB89-8809-0CDDFA82851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4C4A70A-954F-97DB-9381-3E40817B4009}"/>
              </a:ext>
            </a:extLst>
          </p:cNvPr>
          <p:cNvSpPr>
            <a:spLocks noGrp="1"/>
          </p:cNvSpPr>
          <p:nvPr>
            <p:ph type="sldNum" sz="quarter" idx="5"/>
          </p:nvPr>
        </p:nvSpPr>
        <p:spPr/>
        <p:txBody>
          <a:bodyPr/>
          <a:lstStyle/>
          <a:p>
            <a:fld id="{FF4AF984-95C0-4021-BEF5-D91CB9F53804}" type="slidenum">
              <a:rPr lang="en-GB" smtClean="0"/>
              <a:t>4</a:t>
            </a:fld>
            <a:endParaRPr lang="en-GB" dirty="0"/>
          </a:p>
        </p:txBody>
      </p:sp>
    </p:spTree>
    <p:extLst>
      <p:ext uri="{BB962C8B-B14F-4D97-AF65-F5344CB8AC3E}">
        <p14:creationId xmlns:p14="http://schemas.microsoft.com/office/powerpoint/2010/main" val="25727888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446C2-E813-44E4-301B-3AF892FB5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06740-3E40-650C-669B-EEC62C39DE8F}"/>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6B3EE2DD-9138-B653-A3DC-088056252C5F}"/>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2070E2B-8D01-8852-E946-6D2C1F168819}"/>
              </a:ext>
            </a:extLst>
          </p:cNvPr>
          <p:cNvSpPr>
            <a:spLocks noGrp="1"/>
          </p:cNvSpPr>
          <p:nvPr>
            <p:ph type="sldNum" sz="quarter" idx="5"/>
          </p:nvPr>
        </p:nvSpPr>
        <p:spPr/>
        <p:txBody>
          <a:bodyPr/>
          <a:lstStyle/>
          <a:p>
            <a:fld id="{FF4AF984-95C0-4021-BEF5-D91CB9F53804}" type="slidenum">
              <a:rPr lang="en-GB" smtClean="0"/>
              <a:t>5</a:t>
            </a:fld>
            <a:endParaRPr lang="en-GB" dirty="0"/>
          </a:p>
        </p:txBody>
      </p:sp>
    </p:spTree>
    <p:extLst>
      <p:ext uri="{BB962C8B-B14F-4D97-AF65-F5344CB8AC3E}">
        <p14:creationId xmlns:p14="http://schemas.microsoft.com/office/powerpoint/2010/main" val="3250410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F5391-FD4A-D6AA-382E-AF6CD174D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BDB46A-3D9A-2F8B-1958-386F030A8C94}"/>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773001C3-47D9-87A3-7EE1-91A4821D68C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3F4FD0A-C325-64FE-E6BA-FF436B988608}"/>
              </a:ext>
            </a:extLst>
          </p:cNvPr>
          <p:cNvSpPr>
            <a:spLocks noGrp="1"/>
          </p:cNvSpPr>
          <p:nvPr>
            <p:ph type="sldNum" sz="quarter" idx="5"/>
          </p:nvPr>
        </p:nvSpPr>
        <p:spPr/>
        <p:txBody>
          <a:bodyPr/>
          <a:lstStyle/>
          <a:p>
            <a:fld id="{FF4AF984-95C0-4021-BEF5-D91CB9F53804}" type="slidenum">
              <a:rPr lang="en-GB" smtClean="0"/>
              <a:t>6</a:t>
            </a:fld>
            <a:endParaRPr lang="en-GB" dirty="0"/>
          </a:p>
        </p:txBody>
      </p:sp>
    </p:spTree>
    <p:extLst>
      <p:ext uri="{BB962C8B-B14F-4D97-AF65-F5344CB8AC3E}">
        <p14:creationId xmlns:p14="http://schemas.microsoft.com/office/powerpoint/2010/main" val="27456390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C7B94-95B5-288F-2D10-AE37E9C01C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71A3BE-F020-679B-7AD8-B2D87DA2B90C}"/>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2E6B5862-E360-3D2C-E9CE-3082CA3CD73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B44CCC9-53B6-EC41-5B6F-E768EA61C3DB}"/>
              </a:ext>
            </a:extLst>
          </p:cNvPr>
          <p:cNvSpPr>
            <a:spLocks noGrp="1"/>
          </p:cNvSpPr>
          <p:nvPr>
            <p:ph type="sldNum" sz="quarter" idx="5"/>
          </p:nvPr>
        </p:nvSpPr>
        <p:spPr/>
        <p:txBody>
          <a:bodyPr/>
          <a:lstStyle/>
          <a:p>
            <a:fld id="{FF4AF984-95C0-4021-BEF5-D91CB9F53804}" type="slidenum">
              <a:rPr lang="en-GB" smtClean="0"/>
              <a:t>7</a:t>
            </a:fld>
            <a:endParaRPr lang="en-GB" dirty="0"/>
          </a:p>
        </p:txBody>
      </p:sp>
    </p:spTree>
    <p:extLst>
      <p:ext uri="{BB962C8B-B14F-4D97-AF65-F5344CB8AC3E}">
        <p14:creationId xmlns:p14="http://schemas.microsoft.com/office/powerpoint/2010/main" val="1516651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1A2F4-0C46-41C8-F29E-3C39EFFBA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9C138-879B-F3AF-E29B-0FF545CF7E0A}"/>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9DF94225-F29A-5BCC-E473-767F35C664A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18EB87B-1764-1820-D0FB-ABD2ACA5A8CD}"/>
              </a:ext>
            </a:extLst>
          </p:cNvPr>
          <p:cNvSpPr>
            <a:spLocks noGrp="1"/>
          </p:cNvSpPr>
          <p:nvPr>
            <p:ph type="sldNum" sz="quarter" idx="5"/>
          </p:nvPr>
        </p:nvSpPr>
        <p:spPr/>
        <p:txBody>
          <a:bodyPr/>
          <a:lstStyle/>
          <a:p>
            <a:fld id="{FF4AF984-95C0-4021-BEF5-D91CB9F53804}" type="slidenum">
              <a:rPr lang="en-GB" smtClean="0"/>
              <a:t>8</a:t>
            </a:fld>
            <a:endParaRPr lang="en-GB" dirty="0"/>
          </a:p>
        </p:txBody>
      </p:sp>
    </p:spTree>
    <p:extLst>
      <p:ext uri="{BB962C8B-B14F-4D97-AF65-F5344CB8AC3E}">
        <p14:creationId xmlns:p14="http://schemas.microsoft.com/office/powerpoint/2010/main" val="3406462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CBF03-8535-513C-7979-BBE3849BA0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E8480-F8AF-8E14-AB3B-EA920136D0F6}"/>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44D1CAFA-353D-ABDE-D89B-6FAA2A019C8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B11B9AF-3E9A-8655-3F1E-A13932D589FD}"/>
              </a:ext>
            </a:extLst>
          </p:cNvPr>
          <p:cNvSpPr>
            <a:spLocks noGrp="1"/>
          </p:cNvSpPr>
          <p:nvPr>
            <p:ph type="sldNum" sz="quarter" idx="5"/>
          </p:nvPr>
        </p:nvSpPr>
        <p:spPr/>
        <p:txBody>
          <a:bodyPr/>
          <a:lstStyle/>
          <a:p>
            <a:fld id="{FF4AF984-95C0-4021-BEF5-D91CB9F53804}" type="slidenum">
              <a:rPr lang="en-GB" smtClean="0"/>
              <a:t>9</a:t>
            </a:fld>
            <a:endParaRPr lang="en-GB" dirty="0"/>
          </a:p>
        </p:txBody>
      </p:sp>
    </p:spTree>
    <p:extLst>
      <p:ext uri="{BB962C8B-B14F-4D97-AF65-F5344CB8AC3E}">
        <p14:creationId xmlns:p14="http://schemas.microsoft.com/office/powerpoint/2010/main" val="2557250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86331-9D49-780B-CFB0-A17B226821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9318A3-7CA6-F85E-5F6C-C1CE8E997D83}"/>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19E360BC-F228-9CC3-A337-0E74C5B5A9A7}"/>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714A44-A144-85B8-1EE6-059577811B77}"/>
              </a:ext>
            </a:extLst>
          </p:cNvPr>
          <p:cNvSpPr>
            <a:spLocks noGrp="1"/>
          </p:cNvSpPr>
          <p:nvPr>
            <p:ph type="sldNum" sz="quarter" idx="5"/>
          </p:nvPr>
        </p:nvSpPr>
        <p:spPr/>
        <p:txBody>
          <a:bodyPr/>
          <a:lstStyle/>
          <a:p>
            <a:fld id="{FF4AF984-95C0-4021-BEF5-D91CB9F53804}" type="slidenum">
              <a:rPr lang="en-GB" smtClean="0"/>
              <a:t>10</a:t>
            </a:fld>
            <a:endParaRPr lang="en-GB" dirty="0"/>
          </a:p>
        </p:txBody>
      </p:sp>
    </p:spTree>
    <p:extLst>
      <p:ext uri="{BB962C8B-B14F-4D97-AF65-F5344CB8AC3E}">
        <p14:creationId xmlns:p14="http://schemas.microsoft.com/office/powerpoint/2010/main" val="3623837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01F91-7A15-0B78-1237-A91577C99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34079-E3B8-8588-306E-832E47AFD92C}"/>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3A5BCA0C-0A54-2115-0268-04F0896CF0B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1CB0D61-88A9-96C8-BD68-72E9ABDAF68B}"/>
              </a:ext>
            </a:extLst>
          </p:cNvPr>
          <p:cNvSpPr>
            <a:spLocks noGrp="1"/>
          </p:cNvSpPr>
          <p:nvPr>
            <p:ph type="sldNum" sz="quarter" idx="5"/>
          </p:nvPr>
        </p:nvSpPr>
        <p:spPr/>
        <p:txBody>
          <a:bodyPr/>
          <a:lstStyle/>
          <a:p>
            <a:fld id="{FF4AF984-95C0-4021-BEF5-D91CB9F53804}" type="slidenum">
              <a:rPr lang="en-GB" smtClean="0"/>
              <a:t>11</a:t>
            </a:fld>
            <a:endParaRPr lang="en-GB" dirty="0"/>
          </a:p>
        </p:txBody>
      </p:sp>
    </p:spTree>
    <p:extLst>
      <p:ext uri="{BB962C8B-B14F-4D97-AF65-F5344CB8AC3E}">
        <p14:creationId xmlns:p14="http://schemas.microsoft.com/office/powerpoint/2010/main" val="905843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499A4-E2C7-462F-A9AB-9C7EA2B9C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1D9140-CCFE-D6E6-A2C6-2C04465C20BE}"/>
              </a:ext>
            </a:extLst>
          </p:cNvPr>
          <p:cNvSpPr>
            <a:spLocks noGrp="1" noRot="1" noChangeAspect="1"/>
          </p:cNvSpPr>
          <p:nvPr>
            <p:ph type="sldImg"/>
          </p:nvPr>
        </p:nvSpPr>
        <p:spPr/>
        <p:txBody>
          <a:bodyPr/>
          <a:lstStyle/>
          <a:p>
            <a:endParaRPr lang="en-PL"/>
          </a:p>
        </p:txBody>
      </p:sp>
      <p:sp>
        <p:nvSpPr>
          <p:cNvPr id="3" name="Notes Placeholder 2">
            <a:extLst>
              <a:ext uri="{FF2B5EF4-FFF2-40B4-BE49-F238E27FC236}">
                <a16:creationId xmlns:a16="http://schemas.microsoft.com/office/drawing/2014/main" id="{3E789E60-4F86-17D5-9A0B-20C8EB9841F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935AE36-7030-6687-47AD-6B2AFA524606}"/>
              </a:ext>
            </a:extLst>
          </p:cNvPr>
          <p:cNvSpPr>
            <a:spLocks noGrp="1"/>
          </p:cNvSpPr>
          <p:nvPr>
            <p:ph type="sldNum" sz="quarter" idx="5"/>
          </p:nvPr>
        </p:nvSpPr>
        <p:spPr/>
        <p:txBody>
          <a:bodyPr/>
          <a:lstStyle/>
          <a:p>
            <a:fld id="{FF4AF984-95C0-4021-BEF5-D91CB9F53804}" type="slidenum">
              <a:rPr lang="en-GB" smtClean="0"/>
              <a:t>12</a:t>
            </a:fld>
            <a:endParaRPr lang="en-GB" dirty="0"/>
          </a:p>
        </p:txBody>
      </p:sp>
    </p:spTree>
    <p:extLst>
      <p:ext uri="{BB962C8B-B14F-4D97-AF65-F5344CB8AC3E}">
        <p14:creationId xmlns:p14="http://schemas.microsoft.com/office/powerpoint/2010/main" val="27028321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1">
    <p:bg bwMode="ltGray">
      <p:bgPr>
        <a:solidFill>
          <a:srgbClr val="021E57"/>
        </a:solidFill>
        <a:effectLst/>
      </p:bgPr>
    </p:bg>
    <p:spTree>
      <p:nvGrpSpPr>
        <p:cNvPr id="1" name=""/>
        <p:cNvGrpSpPr/>
        <p:nvPr/>
      </p:nvGrpSpPr>
      <p:grpSpPr>
        <a:xfrm>
          <a:off x="0" y="0"/>
          <a:ext cx="0" cy="0"/>
          <a:chOff x="0" y="0"/>
          <a:chExt cx="0" cy="0"/>
        </a:xfrm>
      </p:grpSpPr>
      <p:sp>
        <p:nvSpPr>
          <p:cNvPr id="5" name="Date Placeholder 6" hidden="1">
            <a:extLst>
              <a:ext uri="{FF2B5EF4-FFF2-40B4-BE49-F238E27FC236}">
                <a16:creationId xmlns:a16="http://schemas.microsoft.com/office/drawing/2014/main" id="{24CF0400-85ED-C880-DBCB-87AA3DA68648}"/>
              </a:ext>
            </a:extLst>
          </p:cNvPr>
          <p:cNvSpPr>
            <a:spLocks noGrp="1"/>
          </p:cNvSpPr>
          <p:nvPr>
            <p:ph type="dt" sz="half" idx="17"/>
          </p:nvPr>
        </p:nvSpPr>
        <p:spPr>
          <a:xfrm>
            <a:off x="0" y="6858000"/>
            <a:ext cx="0" cy="0"/>
          </a:xfrm>
          <a:prstGeom prst="rect">
            <a:avLst/>
          </a:prstGeom>
        </p:spPr>
        <p:txBody>
          <a:bodyPr/>
          <a:lstStyle>
            <a:lvl1pPr>
              <a:defRPr sz="133">
                <a:noFill/>
              </a:defRPr>
            </a:lvl1pPr>
          </a:lstStyle>
          <a:p>
            <a:fld id="{0367AB5E-7357-4356-BDFB-602972C33C0B}" type="datetime3">
              <a:rPr lang="en-GB" smtClean="0"/>
              <a:t>21 July, 2026</a:t>
            </a:fld>
            <a:endParaRPr lang="en-GB" dirty="0"/>
          </a:p>
        </p:txBody>
      </p:sp>
      <p:sp>
        <p:nvSpPr>
          <p:cNvPr id="7" name="Footer Placeholder 8" hidden="1">
            <a:extLst>
              <a:ext uri="{FF2B5EF4-FFF2-40B4-BE49-F238E27FC236}">
                <a16:creationId xmlns:a16="http://schemas.microsoft.com/office/drawing/2014/main" id="{0D7B1AD8-8DBC-EF1A-3428-0F4B0417068D}"/>
              </a:ext>
            </a:extLst>
          </p:cNvPr>
          <p:cNvSpPr>
            <a:spLocks noGrp="1"/>
          </p:cNvSpPr>
          <p:nvPr>
            <p:ph type="ftr" sz="quarter" idx="18"/>
          </p:nvPr>
        </p:nvSpPr>
        <p:spPr>
          <a:xfrm>
            <a:off x="0" y="6858000"/>
            <a:ext cx="0" cy="0"/>
          </a:xfrm>
          <a:prstGeom prst="rect">
            <a:avLst/>
          </a:prstGeom>
        </p:spPr>
        <p:txBody>
          <a:bodyPr/>
          <a:lstStyle>
            <a:lvl1pPr>
              <a:defRPr sz="133">
                <a:noFill/>
              </a:defRPr>
            </a:lvl1pPr>
          </a:lstStyle>
          <a:p>
            <a:r>
              <a:rPr lang="en-GB" dirty="0"/>
              <a:t>Confidential</a:t>
            </a:r>
          </a:p>
        </p:txBody>
      </p:sp>
      <p:sp>
        <p:nvSpPr>
          <p:cNvPr id="9" name="Slide Number Placeholder 10" hidden="1">
            <a:extLst>
              <a:ext uri="{FF2B5EF4-FFF2-40B4-BE49-F238E27FC236}">
                <a16:creationId xmlns:a16="http://schemas.microsoft.com/office/drawing/2014/main" id="{26F690E2-2BE8-1B6E-2A18-93CCCFE7F466}"/>
              </a:ext>
            </a:extLst>
          </p:cNvPr>
          <p:cNvSpPr>
            <a:spLocks noGrp="1"/>
          </p:cNvSpPr>
          <p:nvPr>
            <p:ph type="sldNum" sz="quarter" idx="19"/>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pic>
        <p:nvPicPr>
          <p:cNvPr id="6" name="Logo tieto">
            <a:extLst>
              <a:ext uri="{FF2B5EF4-FFF2-40B4-BE49-F238E27FC236}">
                <a16:creationId xmlns:a16="http://schemas.microsoft.com/office/drawing/2014/main" id="{2544F429-9B23-7D56-8DAB-F7E1AEC28B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auto">
          <a:xfrm>
            <a:off x="343536" y="342652"/>
            <a:ext cx="1885701" cy="644125"/>
          </a:xfrm>
          <a:prstGeom prst="rect">
            <a:avLst/>
          </a:prstGeom>
        </p:spPr>
      </p:pic>
      <p:sp>
        <p:nvSpPr>
          <p:cNvPr id="2" name="Title 1"/>
          <p:cNvSpPr>
            <a:spLocks noGrp="1"/>
          </p:cNvSpPr>
          <p:nvPr>
            <p:ph type="ctrTitle" hasCustomPrompt="1"/>
          </p:nvPr>
        </p:nvSpPr>
        <p:spPr bwMode="white">
          <a:xfrm>
            <a:off x="345600" y="1658938"/>
            <a:ext cx="6552000" cy="1771200"/>
          </a:xfrm>
        </p:spPr>
        <p:txBody>
          <a:bodyPr anchor="b"/>
          <a:lstStyle>
            <a:lvl1pPr algn="l">
              <a:defRPr sz="6000" b="0">
                <a:solidFill>
                  <a:schemeClr val="tx1"/>
                </a:solidFill>
              </a:defRPr>
            </a:lvl1pPr>
          </a:lstStyle>
          <a:p>
            <a:r>
              <a:rPr lang="en-GB" dirty="0"/>
              <a:t>Click to add title</a:t>
            </a:r>
          </a:p>
        </p:txBody>
      </p:sp>
      <p:sp>
        <p:nvSpPr>
          <p:cNvPr id="3" name="Subtitle 2"/>
          <p:cNvSpPr>
            <a:spLocks noGrp="1"/>
          </p:cNvSpPr>
          <p:nvPr>
            <p:ph type="subTitle" idx="1" hasCustomPrompt="1"/>
          </p:nvPr>
        </p:nvSpPr>
        <p:spPr bwMode="white">
          <a:xfrm>
            <a:off x="345600" y="3776400"/>
            <a:ext cx="6552000" cy="955200"/>
          </a:xfrm>
        </p:spPr>
        <p:txBody>
          <a:bodyPr>
            <a:noAutofit/>
          </a:bodyPr>
          <a:lstStyle>
            <a:lvl1pPr marL="0" indent="0" algn="l">
              <a:buNone/>
              <a:defRPr sz="2200" b="0">
                <a:solidFill>
                  <a:schemeClr val="accent5"/>
                </a:solidFill>
              </a:defRPr>
            </a:lvl1pPr>
            <a:lvl2pPr marL="0" indent="0" algn="l">
              <a:buNone/>
              <a:defRPr sz="2200">
                <a:solidFill>
                  <a:schemeClr val="accent5"/>
                </a:solidFill>
                <a:latin typeface="+mn-lt"/>
              </a:defRPr>
            </a:lvl2pPr>
            <a:lvl3pPr marL="0" indent="0" algn="l">
              <a:buNone/>
              <a:defRPr sz="2200">
                <a:solidFill>
                  <a:schemeClr val="accent5"/>
                </a:solidFill>
                <a:latin typeface="+mn-lt"/>
              </a:defRPr>
            </a:lvl3pPr>
            <a:lvl4pPr marL="0" indent="0" algn="l">
              <a:buNone/>
              <a:defRPr sz="2200">
                <a:solidFill>
                  <a:schemeClr val="accent5"/>
                </a:solidFill>
                <a:latin typeface="+mn-lt"/>
              </a:defRPr>
            </a:lvl4pPr>
            <a:lvl5pPr marL="0" indent="0" algn="l">
              <a:buNone/>
              <a:defRPr sz="2200">
                <a:solidFill>
                  <a:schemeClr val="accent5"/>
                </a:solidFill>
                <a:latin typeface="+mn-lt"/>
              </a:defRPr>
            </a:lvl5pPr>
            <a:lvl6pPr marL="0" indent="0" algn="l">
              <a:buNone/>
              <a:defRPr sz="2200">
                <a:solidFill>
                  <a:schemeClr val="accent5"/>
                </a:solidFill>
                <a:latin typeface="+mn-lt"/>
              </a:defRPr>
            </a:lvl6pPr>
            <a:lvl7pPr marL="0" indent="0" algn="l">
              <a:buNone/>
              <a:defRPr sz="2200">
                <a:solidFill>
                  <a:schemeClr val="accent5"/>
                </a:solidFill>
                <a:latin typeface="+mn-lt"/>
              </a:defRPr>
            </a:lvl7pPr>
            <a:lvl8pPr marL="0" indent="0" algn="l">
              <a:buNone/>
              <a:defRPr sz="2200">
                <a:solidFill>
                  <a:schemeClr val="accent5"/>
                </a:solidFill>
                <a:latin typeface="+mn-lt"/>
              </a:defRPr>
            </a:lvl8pPr>
            <a:lvl9pPr marL="0" indent="0" algn="l">
              <a:buNone/>
              <a:defRPr sz="2200">
                <a:solidFill>
                  <a:schemeClr val="accent5"/>
                </a:solidFill>
                <a:latin typeface="+mn-lt"/>
              </a:defRPr>
            </a:lvl9pPr>
          </a:lstStyle>
          <a:p>
            <a:r>
              <a:rPr lang="en-GB" dirty="0"/>
              <a:t>Click to add subtitle</a:t>
            </a:r>
          </a:p>
        </p:txBody>
      </p:sp>
      <p:sp>
        <p:nvSpPr>
          <p:cNvPr id="4" name="Text Placeholder 3">
            <a:extLst>
              <a:ext uri="{FF2B5EF4-FFF2-40B4-BE49-F238E27FC236}">
                <a16:creationId xmlns:a16="http://schemas.microsoft.com/office/drawing/2014/main" id="{F7BEFC25-AE87-6008-E1A4-3ADE644FBEA0}"/>
              </a:ext>
            </a:extLst>
          </p:cNvPr>
          <p:cNvSpPr>
            <a:spLocks noGrp="1"/>
          </p:cNvSpPr>
          <p:nvPr>
            <p:ph type="body" sz="quarter" idx="15" hasCustomPrompt="1"/>
          </p:nvPr>
        </p:nvSpPr>
        <p:spPr bwMode="white">
          <a:xfrm>
            <a:off x="345600" y="6000750"/>
            <a:ext cx="6552000" cy="282083"/>
          </a:xfrm>
          <a:effectLst/>
        </p:spPr>
        <p:txBody>
          <a:bodyPr vert="horz" wrap="square" anchor="b" anchorCtr="0">
            <a:noAutofit/>
          </a:bodyPr>
          <a:lstStyle>
            <a:lvl1pPr marL="0" indent="0" algn="l">
              <a:buFont typeface="Arial" panose="020B0604020202020204" pitchFamily="34" charset="0"/>
              <a:buNone/>
              <a:defRPr sz="1400" b="0" i="0" u="none" strike="noStrike">
                <a:solidFill>
                  <a:schemeClr val="tx1"/>
                </a:solidFill>
                <a:latin typeface="+mn-lt"/>
              </a:defRPr>
            </a:lvl1pPr>
            <a:lvl2pPr marL="0" indent="0" algn="l">
              <a:buFont typeface="Arial" panose="020B0604020202020204" pitchFamily="34" charset="0"/>
              <a:buChar char="​"/>
              <a:defRPr sz="1400" b="0" i="0" u="none" strike="noStrike">
                <a:solidFill>
                  <a:schemeClr val="tx1"/>
                </a:solidFill>
                <a:latin typeface="+mn-lt"/>
              </a:defRPr>
            </a:lvl2pPr>
            <a:lvl3pPr marL="0" indent="0" algn="l">
              <a:buFont typeface="Arial" panose="020B0604020202020204" pitchFamily="34" charset="0"/>
              <a:buChar char="​"/>
              <a:defRPr sz="1400" b="0" i="0" u="none" strike="noStrike">
                <a:solidFill>
                  <a:schemeClr val="tx1"/>
                </a:solidFill>
                <a:latin typeface="+mn-lt"/>
              </a:defRPr>
            </a:lvl3pPr>
            <a:lvl4pPr marL="0" indent="0" algn="l">
              <a:buFont typeface="Arial" panose="020B0604020202020204" pitchFamily="34" charset="0"/>
              <a:buChar char="​"/>
              <a:defRPr sz="1400" b="0" i="0" u="none" strike="noStrike">
                <a:solidFill>
                  <a:schemeClr val="tx1"/>
                </a:solidFill>
                <a:latin typeface="+mn-lt"/>
              </a:defRPr>
            </a:lvl4pPr>
            <a:lvl5pPr marL="0" indent="0" algn="l">
              <a:buFont typeface="Arial" panose="020B0604020202020204" pitchFamily="34" charset="0"/>
              <a:buChar char="​"/>
              <a:defRPr sz="1400" b="0" i="0" u="none" strike="noStrike">
                <a:solidFill>
                  <a:schemeClr val="tx1"/>
                </a:solidFill>
                <a:latin typeface="+mn-lt"/>
              </a:defRPr>
            </a:lvl5pPr>
            <a:lvl6pPr>
              <a:defRPr sz="1400">
                <a:solidFill>
                  <a:schemeClr val="tx1"/>
                </a:solidFill>
              </a:defRPr>
            </a:lvl6pPr>
            <a:lvl7pPr>
              <a:defRPr sz="1400">
                <a:solidFill>
                  <a:schemeClr val="tx1"/>
                </a:solidFill>
              </a:defRPr>
            </a:lvl7pPr>
            <a:lvl8pPr>
              <a:defRPr sz="1400">
                <a:solidFill>
                  <a:schemeClr val="tx1"/>
                </a:solidFill>
              </a:defRPr>
            </a:lvl8pPr>
            <a:lvl9pPr>
              <a:defRPr sz="1400">
                <a:solidFill>
                  <a:schemeClr val="tx1"/>
                </a:solidFill>
              </a:defRPr>
            </a:lvl9pPr>
          </a:lstStyle>
          <a:p>
            <a:pPr lvl="0"/>
            <a:r>
              <a:rPr lang="en-GB" dirty="0"/>
              <a:t>Click to add presenter's name</a:t>
            </a:r>
          </a:p>
        </p:txBody>
      </p:sp>
      <p:sp>
        <p:nvSpPr>
          <p:cNvPr id="8" name="Text Placeholder 3">
            <a:extLst>
              <a:ext uri="{FF2B5EF4-FFF2-40B4-BE49-F238E27FC236}">
                <a16:creationId xmlns:a16="http://schemas.microsoft.com/office/drawing/2014/main" id="{EAEE644E-49A2-756E-8B63-43B5F7A28898}"/>
              </a:ext>
            </a:extLst>
          </p:cNvPr>
          <p:cNvSpPr>
            <a:spLocks noGrp="1"/>
          </p:cNvSpPr>
          <p:nvPr>
            <p:ph type="body" sz="quarter" idx="16" hasCustomPrompt="1"/>
          </p:nvPr>
        </p:nvSpPr>
        <p:spPr bwMode="white">
          <a:xfrm>
            <a:off x="345600" y="6354887"/>
            <a:ext cx="6552000" cy="233348"/>
          </a:xfrm>
          <a:effectLst/>
        </p:spPr>
        <p:txBody>
          <a:bodyPr vert="horz" wrap="square" anchor="t" anchorCtr="0">
            <a:noAutofit/>
          </a:bodyPr>
          <a:lstStyle>
            <a:lvl1pPr marL="0" indent="0" algn="l">
              <a:buFont typeface="Arial" panose="020B0604020202020204" pitchFamily="34" charset="0"/>
              <a:buNone/>
              <a:defRPr sz="1400" b="0" i="0" u="none" strike="noStrike">
                <a:solidFill>
                  <a:schemeClr val="tx1"/>
                </a:solidFill>
                <a:latin typeface="+mn-lt"/>
              </a:defRPr>
            </a:lvl1pPr>
            <a:lvl2pPr marL="0" indent="0" algn="l">
              <a:buFont typeface="Arial" panose="020B0604020202020204" pitchFamily="34" charset="0"/>
              <a:buChar char="​"/>
              <a:defRPr sz="1400" b="0" i="0" u="none" strike="noStrike">
                <a:solidFill>
                  <a:schemeClr val="tx1"/>
                </a:solidFill>
                <a:latin typeface="+mn-lt"/>
              </a:defRPr>
            </a:lvl2pPr>
            <a:lvl3pPr marL="0" indent="0" algn="l">
              <a:buFont typeface="Arial" panose="020B0604020202020204" pitchFamily="34" charset="0"/>
              <a:buChar char="​"/>
              <a:defRPr sz="1400" b="0" i="0" u="none" strike="noStrike">
                <a:solidFill>
                  <a:schemeClr val="tx1"/>
                </a:solidFill>
                <a:latin typeface="+mn-lt"/>
              </a:defRPr>
            </a:lvl3pPr>
            <a:lvl4pPr marL="0" indent="0" algn="l">
              <a:buFont typeface="Arial" panose="020B0604020202020204" pitchFamily="34" charset="0"/>
              <a:buChar char="​"/>
              <a:defRPr sz="1400" b="0" i="0" u="none" strike="noStrike">
                <a:solidFill>
                  <a:schemeClr val="tx1"/>
                </a:solidFill>
                <a:latin typeface="+mn-lt"/>
              </a:defRPr>
            </a:lvl4pPr>
            <a:lvl5pPr marL="0" indent="0" algn="l">
              <a:buFont typeface="Arial" panose="020B0604020202020204" pitchFamily="34" charset="0"/>
              <a:buChar char="​"/>
              <a:defRPr sz="1400" b="0" i="0" u="none" strike="noStrike">
                <a:solidFill>
                  <a:schemeClr val="tx1"/>
                </a:solidFill>
                <a:latin typeface="+mn-lt"/>
              </a:defRPr>
            </a:lvl5pPr>
            <a:lvl6pPr>
              <a:defRPr sz="1400">
                <a:solidFill>
                  <a:schemeClr val="tx1"/>
                </a:solidFill>
              </a:defRPr>
            </a:lvl6pPr>
            <a:lvl7pPr>
              <a:defRPr sz="1400">
                <a:solidFill>
                  <a:schemeClr val="tx1"/>
                </a:solidFill>
              </a:defRPr>
            </a:lvl7pPr>
            <a:lvl8pPr>
              <a:defRPr sz="1400">
                <a:solidFill>
                  <a:schemeClr val="tx1"/>
                </a:solidFill>
              </a:defRPr>
            </a:lvl8pPr>
            <a:lvl9pPr>
              <a:defRPr sz="1400">
                <a:solidFill>
                  <a:schemeClr val="tx1"/>
                </a:solidFill>
              </a:defRPr>
            </a:lvl9pPr>
          </a:lstStyle>
          <a:p>
            <a:pPr lvl="0"/>
            <a:r>
              <a:rPr lang="en-GB" dirty="0"/>
              <a:t>Click to add date</a:t>
            </a:r>
          </a:p>
        </p:txBody>
      </p:sp>
      <p:sp>
        <p:nvSpPr>
          <p:cNvPr id="10" name="Picture Placeholder 8">
            <a:extLst>
              <a:ext uri="{FF2B5EF4-FFF2-40B4-BE49-F238E27FC236}">
                <a16:creationId xmlns:a16="http://schemas.microsoft.com/office/drawing/2014/main" id="{A4B3D5CE-62C8-AEA4-BF83-FD145DFE2DA8}"/>
              </a:ext>
            </a:extLst>
          </p:cNvPr>
          <p:cNvSpPr>
            <a:spLocks noGrp="1"/>
          </p:cNvSpPr>
          <p:nvPr>
            <p:ph type="pic" sz="quarter" idx="14" hasCustomPrompt="1"/>
          </p:nvPr>
        </p:nvSpPr>
        <p:spPr>
          <a:xfrm>
            <a:off x="7246168" y="0"/>
            <a:ext cx="4948800" cy="6858000"/>
          </a:xfrm>
          <a:prstGeom prst="rect">
            <a:avLst/>
          </a:prstGeom>
          <a:solidFill>
            <a:schemeClr val="tx1">
              <a:lumMod val="75000"/>
            </a:schemeClr>
          </a:solidFill>
        </p:spPr>
        <p:txBody>
          <a:bodyPr wrap="square" tIns="72000" anchor="t" anchorCtr="0">
            <a:noAutofit/>
          </a:bodyPr>
          <a:lstStyle>
            <a:lvl1pPr marL="0" indent="0" algn="ctr">
              <a:buNone/>
              <a:defRPr sz="1400">
                <a:solidFill>
                  <a:schemeClr val="tx1"/>
                </a:solidFill>
              </a:defRPr>
            </a:lvl1pPr>
          </a:lstStyle>
          <a:p>
            <a:r>
              <a:rPr lang="en-GB" dirty="0"/>
              <a:t>Click to add picture</a:t>
            </a:r>
          </a:p>
        </p:txBody>
      </p:sp>
    </p:spTree>
    <p:extLst>
      <p:ext uri="{BB962C8B-B14F-4D97-AF65-F5344CB8AC3E}">
        <p14:creationId xmlns:p14="http://schemas.microsoft.com/office/powerpoint/2010/main" val="3136569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 2">
    <p:bg>
      <p:bgPr>
        <a:solidFill>
          <a:srgbClr val="021E57"/>
        </a:solidFill>
        <a:effectLst/>
      </p:bgPr>
    </p:bg>
    <p:spTree>
      <p:nvGrpSpPr>
        <p:cNvPr id="1" name=""/>
        <p:cNvGrpSpPr/>
        <p:nvPr/>
      </p:nvGrpSpPr>
      <p:grpSpPr>
        <a:xfrm>
          <a:off x="0" y="0"/>
          <a:ext cx="0" cy="0"/>
          <a:chOff x="0" y="0"/>
          <a:chExt cx="0" cy="0"/>
        </a:xfrm>
      </p:grpSpPr>
      <p:sp>
        <p:nvSpPr>
          <p:cNvPr id="2" name="Date Placeholder 6" hidden="1">
            <a:extLst>
              <a:ext uri="{FF2B5EF4-FFF2-40B4-BE49-F238E27FC236}">
                <a16:creationId xmlns:a16="http://schemas.microsoft.com/office/drawing/2014/main" id="{D648304F-56ED-DCE3-4EB2-3387C6CB59CD}"/>
              </a:ext>
            </a:extLst>
          </p:cNvPr>
          <p:cNvSpPr>
            <a:spLocks noGrp="1"/>
          </p:cNvSpPr>
          <p:nvPr>
            <p:ph type="dt" sz="half" idx="17"/>
          </p:nvPr>
        </p:nvSpPr>
        <p:spPr>
          <a:xfrm>
            <a:off x="0" y="6858000"/>
            <a:ext cx="0" cy="0"/>
          </a:xfrm>
          <a:prstGeom prst="rect">
            <a:avLst/>
          </a:prstGeom>
        </p:spPr>
        <p:txBody>
          <a:bodyPr/>
          <a:lstStyle>
            <a:lvl1pPr>
              <a:defRPr sz="133">
                <a:noFill/>
              </a:defRPr>
            </a:lvl1pPr>
          </a:lstStyle>
          <a:p>
            <a:fld id="{95F8074C-7470-4161-9F02-480CC9C8D951}" type="datetime3">
              <a:rPr lang="en-GB" smtClean="0"/>
              <a:t>21 July, 2026</a:t>
            </a:fld>
            <a:endParaRPr lang="en-GB" dirty="0"/>
          </a:p>
        </p:txBody>
      </p:sp>
      <p:sp>
        <p:nvSpPr>
          <p:cNvPr id="5" name="Footer Placeholder 8" hidden="1">
            <a:extLst>
              <a:ext uri="{FF2B5EF4-FFF2-40B4-BE49-F238E27FC236}">
                <a16:creationId xmlns:a16="http://schemas.microsoft.com/office/drawing/2014/main" id="{1CB3903A-31D8-75FC-88EF-7834A33E4C96}"/>
              </a:ext>
            </a:extLst>
          </p:cNvPr>
          <p:cNvSpPr>
            <a:spLocks noGrp="1"/>
          </p:cNvSpPr>
          <p:nvPr>
            <p:ph type="ftr" sz="quarter" idx="18"/>
          </p:nvPr>
        </p:nvSpPr>
        <p:spPr>
          <a:xfrm>
            <a:off x="0" y="6858000"/>
            <a:ext cx="0" cy="0"/>
          </a:xfrm>
          <a:prstGeom prst="rect">
            <a:avLst/>
          </a:prstGeom>
        </p:spPr>
        <p:txBody>
          <a:bodyPr/>
          <a:lstStyle>
            <a:lvl1pPr>
              <a:defRPr sz="133">
                <a:noFill/>
              </a:defRPr>
            </a:lvl1pPr>
          </a:lstStyle>
          <a:p>
            <a:r>
              <a:rPr lang="en-GB" dirty="0"/>
              <a:t>Confidential</a:t>
            </a:r>
          </a:p>
        </p:txBody>
      </p:sp>
      <p:sp>
        <p:nvSpPr>
          <p:cNvPr id="6" name="Slide Number Placeholder 10" hidden="1">
            <a:extLst>
              <a:ext uri="{FF2B5EF4-FFF2-40B4-BE49-F238E27FC236}">
                <a16:creationId xmlns:a16="http://schemas.microsoft.com/office/drawing/2014/main" id="{339EFB52-7FEE-6856-58A2-AAC893EB6C19}"/>
              </a:ext>
            </a:extLst>
          </p:cNvPr>
          <p:cNvSpPr>
            <a:spLocks noGrp="1"/>
          </p:cNvSpPr>
          <p:nvPr>
            <p:ph type="sldNum" sz="quarter" idx="19"/>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pic>
        <p:nvPicPr>
          <p:cNvPr id="4" name="Background picrure" descr="Et billede, der indeholder Elektrisk blå, blå/nedtrykt, skærmbillede, Majorelle-blå&#10;&#10;AI-genereret indhold kan være ukorrekt.">
            <a:extLst>
              <a:ext uri="{FF2B5EF4-FFF2-40B4-BE49-F238E27FC236}">
                <a16:creationId xmlns:a16="http://schemas.microsoft.com/office/drawing/2014/main" id="{CF45B9EC-72CF-5907-BE36-1D20B0A1CB00}"/>
              </a:ext>
            </a:extLst>
          </p:cNvPr>
          <p:cNvPicPr>
            <a:picLocks noChangeAspect="1"/>
          </p:cNvPicPr>
          <p:nvPr userDrawn="1"/>
        </p:nvPicPr>
        <p:blipFill>
          <a:blip r:embed="rId2"/>
          <a:stretch>
            <a:fillRect/>
          </a:stretch>
        </p:blipFill>
        <p:spPr>
          <a:xfrm>
            <a:off x="231" y="0"/>
            <a:ext cx="12191539" cy="6858000"/>
          </a:xfrm>
          <a:prstGeom prst="rect">
            <a:avLst/>
          </a:prstGeom>
        </p:spPr>
      </p:pic>
      <p:pic>
        <p:nvPicPr>
          <p:cNvPr id="3" name="Logo tieto">
            <a:extLst>
              <a:ext uri="{FF2B5EF4-FFF2-40B4-BE49-F238E27FC236}">
                <a16:creationId xmlns:a16="http://schemas.microsoft.com/office/drawing/2014/main" id="{9636CE31-7661-46C6-D664-5D9485C1346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683004" y="5771156"/>
            <a:ext cx="2160522" cy="738000"/>
          </a:xfrm>
          <a:prstGeom prst="rect">
            <a:avLst/>
          </a:prstGeom>
        </p:spPr>
      </p:pic>
      <p:sp>
        <p:nvSpPr>
          <p:cNvPr id="33" name="Title 1">
            <a:extLst>
              <a:ext uri="{FF2B5EF4-FFF2-40B4-BE49-F238E27FC236}">
                <a16:creationId xmlns:a16="http://schemas.microsoft.com/office/drawing/2014/main" id="{C7D6CCA3-D98F-4E8C-B9B8-253423212EE6}"/>
              </a:ext>
            </a:extLst>
          </p:cNvPr>
          <p:cNvSpPr>
            <a:spLocks noGrp="1"/>
          </p:cNvSpPr>
          <p:nvPr>
            <p:ph type="ctrTitle" hasCustomPrompt="1"/>
          </p:nvPr>
        </p:nvSpPr>
        <p:spPr bwMode="white">
          <a:xfrm>
            <a:off x="345600" y="345600"/>
            <a:ext cx="6552000" cy="2746800"/>
          </a:xfrm>
        </p:spPr>
        <p:txBody>
          <a:bodyPr anchor="b"/>
          <a:lstStyle>
            <a:lvl1pPr algn="l">
              <a:defRPr sz="6000" b="0">
                <a:solidFill>
                  <a:schemeClr val="tx1"/>
                </a:solidFill>
              </a:defRPr>
            </a:lvl1pPr>
          </a:lstStyle>
          <a:p>
            <a:r>
              <a:rPr lang="en-GB" dirty="0"/>
              <a:t>Click to add title</a:t>
            </a:r>
          </a:p>
        </p:txBody>
      </p:sp>
      <p:sp>
        <p:nvSpPr>
          <p:cNvPr id="35" name="Subtitle 2">
            <a:extLst>
              <a:ext uri="{FF2B5EF4-FFF2-40B4-BE49-F238E27FC236}">
                <a16:creationId xmlns:a16="http://schemas.microsoft.com/office/drawing/2014/main" id="{466A57BE-C742-4942-BC2C-5CCB046B109C}"/>
              </a:ext>
            </a:extLst>
          </p:cNvPr>
          <p:cNvSpPr>
            <a:spLocks noGrp="1"/>
          </p:cNvSpPr>
          <p:nvPr>
            <p:ph type="subTitle" idx="1" hasCustomPrompt="1"/>
          </p:nvPr>
        </p:nvSpPr>
        <p:spPr bwMode="white">
          <a:xfrm>
            <a:off x="345599" y="3438000"/>
            <a:ext cx="6551999" cy="954000"/>
          </a:xfrm>
        </p:spPr>
        <p:txBody>
          <a:bodyPr>
            <a:noAutofit/>
          </a:bodyPr>
          <a:lstStyle>
            <a:lvl1pPr marL="0" indent="0" algn="l">
              <a:buNone/>
              <a:defRPr sz="2200" b="0">
                <a:solidFill>
                  <a:schemeClr val="tx1"/>
                </a:solidFill>
                <a:latin typeface="+mn-lt"/>
              </a:defRPr>
            </a:lvl1pPr>
            <a:lvl2pPr marL="0" indent="0" algn="l">
              <a:buNone/>
              <a:defRPr sz="2200">
                <a:solidFill>
                  <a:schemeClr val="tx1"/>
                </a:solidFill>
                <a:latin typeface="+mn-lt"/>
              </a:defRPr>
            </a:lvl2pPr>
            <a:lvl3pPr marL="0" indent="0" algn="l">
              <a:buNone/>
              <a:defRPr sz="2200">
                <a:solidFill>
                  <a:schemeClr val="tx1"/>
                </a:solidFill>
                <a:latin typeface="+mn-lt"/>
              </a:defRPr>
            </a:lvl3pPr>
            <a:lvl4pPr marL="0" indent="0" algn="l">
              <a:buNone/>
              <a:defRPr sz="2200">
                <a:solidFill>
                  <a:schemeClr val="tx1"/>
                </a:solidFill>
                <a:latin typeface="+mn-lt"/>
              </a:defRPr>
            </a:lvl4pPr>
            <a:lvl5pPr marL="0" indent="0" algn="l">
              <a:buNone/>
              <a:defRPr sz="2200">
                <a:solidFill>
                  <a:schemeClr val="tx1"/>
                </a:solidFill>
                <a:latin typeface="+mn-lt"/>
              </a:defRPr>
            </a:lvl5pPr>
            <a:lvl6pPr marL="0" indent="0" algn="l">
              <a:buNone/>
              <a:defRPr sz="2200">
                <a:solidFill>
                  <a:schemeClr val="tx1"/>
                </a:solidFill>
                <a:latin typeface="+mn-lt"/>
              </a:defRPr>
            </a:lvl6pPr>
            <a:lvl7pPr marL="0" indent="0" algn="l">
              <a:buNone/>
              <a:defRPr sz="2200">
                <a:solidFill>
                  <a:schemeClr val="tx1"/>
                </a:solidFill>
                <a:latin typeface="+mn-lt"/>
              </a:defRPr>
            </a:lvl7pPr>
            <a:lvl8pPr marL="0" indent="0" algn="l">
              <a:buNone/>
              <a:defRPr sz="2200">
                <a:solidFill>
                  <a:schemeClr val="tx1"/>
                </a:solidFill>
                <a:latin typeface="+mn-lt"/>
              </a:defRPr>
            </a:lvl8pPr>
            <a:lvl9pPr marL="0" indent="0" algn="l">
              <a:buNone/>
              <a:defRPr sz="2200">
                <a:solidFill>
                  <a:schemeClr val="tx1"/>
                </a:solidFill>
                <a:latin typeface="+mn-lt"/>
              </a:defRPr>
            </a:lvl9pPr>
          </a:lstStyle>
          <a:p>
            <a:r>
              <a:rPr lang="en-GB" dirty="0"/>
              <a:t>Click to add subtitle</a:t>
            </a:r>
          </a:p>
        </p:txBody>
      </p:sp>
      <p:sp>
        <p:nvSpPr>
          <p:cNvPr id="9" name="Text Placeholder 3">
            <a:extLst>
              <a:ext uri="{FF2B5EF4-FFF2-40B4-BE49-F238E27FC236}">
                <a16:creationId xmlns:a16="http://schemas.microsoft.com/office/drawing/2014/main" id="{28EC4C90-1333-9FCA-0D89-431BF591106B}"/>
              </a:ext>
            </a:extLst>
          </p:cNvPr>
          <p:cNvSpPr>
            <a:spLocks noGrp="1"/>
          </p:cNvSpPr>
          <p:nvPr>
            <p:ph type="body" sz="quarter" idx="15" hasCustomPrompt="1"/>
          </p:nvPr>
        </p:nvSpPr>
        <p:spPr bwMode="white">
          <a:xfrm>
            <a:off x="345600" y="6000750"/>
            <a:ext cx="6552000" cy="282083"/>
          </a:xfrm>
          <a:effectLst/>
        </p:spPr>
        <p:txBody>
          <a:bodyPr vert="horz" wrap="square" anchor="b" anchorCtr="0">
            <a:noAutofit/>
          </a:bodyPr>
          <a:lstStyle>
            <a:lvl1pPr marL="0" indent="0" algn="l">
              <a:buFont typeface="Arial" panose="020B0604020202020204" pitchFamily="34" charset="0"/>
              <a:buNone/>
              <a:defRPr sz="1400" b="0" i="0" u="none" strike="noStrike">
                <a:solidFill>
                  <a:schemeClr val="tx1"/>
                </a:solidFill>
                <a:latin typeface="+mn-lt"/>
              </a:defRPr>
            </a:lvl1pPr>
            <a:lvl2pPr marL="0" indent="0" algn="l">
              <a:buFont typeface="Arial" panose="020B0604020202020204" pitchFamily="34" charset="0"/>
              <a:buChar char="​"/>
              <a:defRPr sz="1400" b="0" i="0" u="none" strike="noStrike">
                <a:solidFill>
                  <a:schemeClr val="tx1"/>
                </a:solidFill>
                <a:latin typeface="+mn-lt"/>
              </a:defRPr>
            </a:lvl2pPr>
            <a:lvl3pPr marL="0" indent="0" algn="l">
              <a:buFont typeface="Arial" panose="020B0604020202020204" pitchFamily="34" charset="0"/>
              <a:buChar char="​"/>
              <a:defRPr sz="1400" b="0" i="0" u="none" strike="noStrike">
                <a:solidFill>
                  <a:schemeClr val="tx1"/>
                </a:solidFill>
                <a:latin typeface="+mn-lt"/>
              </a:defRPr>
            </a:lvl3pPr>
            <a:lvl4pPr marL="0" indent="0" algn="l">
              <a:buFont typeface="Arial" panose="020B0604020202020204" pitchFamily="34" charset="0"/>
              <a:buChar char="​"/>
              <a:defRPr sz="1400" b="0" i="0" u="none" strike="noStrike">
                <a:solidFill>
                  <a:schemeClr val="tx1"/>
                </a:solidFill>
                <a:latin typeface="+mn-lt"/>
              </a:defRPr>
            </a:lvl4pPr>
            <a:lvl5pPr marL="0" indent="0" algn="l">
              <a:buFont typeface="Arial" panose="020B0604020202020204" pitchFamily="34" charset="0"/>
              <a:buChar char="​"/>
              <a:defRPr sz="1400" b="0" i="0" u="none" strike="noStrike">
                <a:solidFill>
                  <a:schemeClr val="tx1"/>
                </a:solidFill>
                <a:latin typeface="+mn-lt"/>
              </a:defRPr>
            </a:lvl5pPr>
            <a:lvl6pPr>
              <a:defRPr sz="1400">
                <a:solidFill>
                  <a:schemeClr val="tx1"/>
                </a:solidFill>
              </a:defRPr>
            </a:lvl6pPr>
            <a:lvl7pPr>
              <a:defRPr sz="1400">
                <a:solidFill>
                  <a:schemeClr val="tx1"/>
                </a:solidFill>
              </a:defRPr>
            </a:lvl7pPr>
            <a:lvl8pPr>
              <a:defRPr sz="1400">
                <a:solidFill>
                  <a:schemeClr val="tx1"/>
                </a:solidFill>
              </a:defRPr>
            </a:lvl8pPr>
            <a:lvl9pPr>
              <a:defRPr sz="1400">
                <a:solidFill>
                  <a:schemeClr val="tx1"/>
                </a:solidFill>
              </a:defRPr>
            </a:lvl9pPr>
          </a:lstStyle>
          <a:p>
            <a:pPr lvl="0"/>
            <a:r>
              <a:rPr lang="en-GB" dirty="0"/>
              <a:t>Click to add presenter's name</a:t>
            </a:r>
          </a:p>
        </p:txBody>
      </p:sp>
      <p:sp>
        <p:nvSpPr>
          <p:cNvPr id="10" name="Text Placeholder 3">
            <a:extLst>
              <a:ext uri="{FF2B5EF4-FFF2-40B4-BE49-F238E27FC236}">
                <a16:creationId xmlns:a16="http://schemas.microsoft.com/office/drawing/2014/main" id="{17C70E8C-9775-DD1B-1037-88133A384BB1}"/>
              </a:ext>
            </a:extLst>
          </p:cNvPr>
          <p:cNvSpPr>
            <a:spLocks noGrp="1"/>
          </p:cNvSpPr>
          <p:nvPr>
            <p:ph type="body" sz="quarter" idx="16" hasCustomPrompt="1"/>
          </p:nvPr>
        </p:nvSpPr>
        <p:spPr bwMode="white">
          <a:xfrm>
            <a:off x="345600" y="6354887"/>
            <a:ext cx="6552000" cy="233348"/>
          </a:xfrm>
          <a:effectLst/>
        </p:spPr>
        <p:txBody>
          <a:bodyPr vert="horz" wrap="square" anchor="t" anchorCtr="0">
            <a:noAutofit/>
          </a:bodyPr>
          <a:lstStyle>
            <a:lvl1pPr marL="0" indent="0" algn="l">
              <a:buFont typeface="Arial" panose="020B0604020202020204" pitchFamily="34" charset="0"/>
              <a:buNone/>
              <a:defRPr sz="1400" b="0" i="0" u="none" strike="noStrike">
                <a:solidFill>
                  <a:schemeClr val="tx1"/>
                </a:solidFill>
                <a:latin typeface="+mn-lt"/>
              </a:defRPr>
            </a:lvl1pPr>
            <a:lvl2pPr marL="0" indent="0" algn="l">
              <a:buFont typeface="Arial" panose="020B0604020202020204" pitchFamily="34" charset="0"/>
              <a:buChar char="​"/>
              <a:defRPr sz="1400" b="0" i="0" u="none" strike="noStrike">
                <a:solidFill>
                  <a:schemeClr val="tx1"/>
                </a:solidFill>
                <a:latin typeface="+mn-lt"/>
              </a:defRPr>
            </a:lvl2pPr>
            <a:lvl3pPr marL="0" indent="0" algn="l">
              <a:buFont typeface="Arial" panose="020B0604020202020204" pitchFamily="34" charset="0"/>
              <a:buChar char="​"/>
              <a:defRPr sz="1400" b="0" i="0" u="none" strike="noStrike">
                <a:solidFill>
                  <a:schemeClr val="tx1"/>
                </a:solidFill>
                <a:latin typeface="+mn-lt"/>
              </a:defRPr>
            </a:lvl3pPr>
            <a:lvl4pPr marL="0" indent="0" algn="l">
              <a:buFont typeface="Arial" panose="020B0604020202020204" pitchFamily="34" charset="0"/>
              <a:buChar char="​"/>
              <a:defRPr sz="1400" b="0" i="0" u="none" strike="noStrike">
                <a:solidFill>
                  <a:schemeClr val="tx1"/>
                </a:solidFill>
                <a:latin typeface="+mn-lt"/>
              </a:defRPr>
            </a:lvl4pPr>
            <a:lvl5pPr marL="0" indent="0" algn="l">
              <a:buFont typeface="Arial" panose="020B0604020202020204" pitchFamily="34" charset="0"/>
              <a:buChar char="​"/>
              <a:defRPr sz="1400" b="0" i="0" u="none" strike="noStrike">
                <a:solidFill>
                  <a:schemeClr val="tx1"/>
                </a:solidFill>
                <a:latin typeface="+mn-lt"/>
              </a:defRPr>
            </a:lvl5pPr>
            <a:lvl6pPr>
              <a:defRPr sz="1400">
                <a:solidFill>
                  <a:schemeClr val="tx1"/>
                </a:solidFill>
              </a:defRPr>
            </a:lvl6pPr>
            <a:lvl7pPr>
              <a:defRPr sz="1400">
                <a:solidFill>
                  <a:schemeClr val="tx1"/>
                </a:solidFill>
              </a:defRPr>
            </a:lvl7pPr>
            <a:lvl8pPr>
              <a:defRPr sz="1400">
                <a:solidFill>
                  <a:schemeClr val="tx1"/>
                </a:solidFill>
              </a:defRPr>
            </a:lvl8pPr>
            <a:lvl9pPr>
              <a:defRPr sz="1400">
                <a:solidFill>
                  <a:schemeClr val="tx1"/>
                </a:solidFill>
              </a:defRPr>
            </a:lvl9pPr>
          </a:lstStyle>
          <a:p>
            <a:pPr lvl="0"/>
            <a:r>
              <a:rPr lang="en-GB" dirty="0"/>
              <a:t>Click to add date</a:t>
            </a:r>
          </a:p>
        </p:txBody>
      </p:sp>
    </p:spTree>
    <p:extLst>
      <p:ext uri="{BB962C8B-B14F-4D97-AF65-F5344CB8AC3E}">
        <p14:creationId xmlns:p14="http://schemas.microsoft.com/office/powerpoint/2010/main" val="388950391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page 3">
    <p:bg bwMode="ltGray">
      <p:bgRef idx="1001">
        <a:schemeClr val="bg1"/>
      </p:bgRef>
    </p:bg>
    <p:spTree>
      <p:nvGrpSpPr>
        <p:cNvPr id="1" name=""/>
        <p:cNvGrpSpPr/>
        <p:nvPr/>
      </p:nvGrpSpPr>
      <p:grpSpPr>
        <a:xfrm>
          <a:off x="0" y="0"/>
          <a:ext cx="0" cy="0"/>
          <a:chOff x="0" y="0"/>
          <a:chExt cx="0" cy="0"/>
        </a:xfrm>
      </p:grpSpPr>
      <p:sp>
        <p:nvSpPr>
          <p:cNvPr id="5" name="Date Placeholder 6" hidden="1">
            <a:extLst>
              <a:ext uri="{FF2B5EF4-FFF2-40B4-BE49-F238E27FC236}">
                <a16:creationId xmlns:a16="http://schemas.microsoft.com/office/drawing/2014/main" id="{F4426ABD-2A7A-9FD8-710D-D4E7E6DB7BFF}"/>
              </a:ext>
            </a:extLst>
          </p:cNvPr>
          <p:cNvSpPr>
            <a:spLocks noGrp="1"/>
          </p:cNvSpPr>
          <p:nvPr>
            <p:ph type="dt" sz="half" idx="17"/>
          </p:nvPr>
        </p:nvSpPr>
        <p:spPr>
          <a:xfrm>
            <a:off x="0" y="6858000"/>
            <a:ext cx="0" cy="0"/>
          </a:xfrm>
          <a:prstGeom prst="rect">
            <a:avLst/>
          </a:prstGeom>
        </p:spPr>
        <p:txBody>
          <a:bodyPr/>
          <a:lstStyle>
            <a:lvl1pPr>
              <a:defRPr sz="133">
                <a:noFill/>
              </a:defRPr>
            </a:lvl1pPr>
          </a:lstStyle>
          <a:p>
            <a:fld id="{547456F7-B9C2-40CE-8140-CAF40D6AAD8D}" type="datetime3">
              <a:rPr lang="en-GB" smtClean="0"/>
              <a:t>21 July, 2026</a:t>
            </a:fld>
            <a:endParaRPr lang="en-GB" dirty="0"/>
          </a:p>
        </p:txBody>
      </p:sp>
      <p:sp>
        <p:nvSpPr>
          <p:cNvPr id="7" name="Footer Placeholder 8" hidden="1">
            <a:extLst>
              <a:ext uri="{FF2B5EF4-FFF2-40B4-BE49-F238E27FC236}">
                <a16:creationId xmlns:a16="http://schemas.microsoft.com/office/drawing/2014/main" id="{BD2849A5-CD43-EAB6-F2CC-C81D64BCEAE4}"/>
              </a:ext>
            </a:extLst>
          </p:cNvPr>
          <p:cNvSpPr>
            <a:spLocks noGrp="1"/>
          </p:cNvSpPr>
          <p:nvPr>
            <p:ph type="ftr" sz="quarter" idx="18"/>
          </p:nvPr>
        </p:nvSpPr>
        <p:spPr>
          <a:xfrm>
            <a:off x="0" y="6858000"/>
            <a:ext cx="0" cy="0"/>
          </a:xfrm>
          <a:prstGeom prst="rect">
            <a:avLst/>
          </a:prstGeom>
        </p:spPr>
        <p:txBody>
          <a:bodyPr/>
          <a:lstStyle>
            <a:lvl1pPr>
              <a:defRPr sz="133">
                <a:noFill/>
              </a:defRPr>
            </a:lvl1pPr>
          </a:lstStyle>
          <a:p>
            <a:r>
              <a:rPr lang="en-GB" dirty="0"/>
              <a:t>Confidential</a:t>
            </a:r>
          </a:p>
        </p:txBody>
      </p:sp>
      <p:sp>
        <p:nvSpPr>
          <p:cNvPr id="9" name="Slide Number Placeholder 10" hidden="1">
            <a:extLst>
              <a:ext uri="{FF2B5EF4-FFF2-40B4-BE49-F238E27FC236}">
                <a16:creationId xmlns:a16="http://schemas.microsoft.com/office/drawing/2014/main" id="{A24BE70D-A0BB-438B-14EE-69F5D03896C1}"/>
              </a:ext>
            </a:extLst>
          </p:cNvPr>
          <p:cNvSpPr>
            <a:spLocks noGrp="1"/>
          </p:cNvSpPr>
          <p:nvPr>
            <p:ph type="sldNum" sz="quarter" idx="19"/>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pic>
        <p:nvPicPr>
          <p:cNvPr id="6" name="Logo tieto">
            <a:extLst>
              <a:ext uri="{FF2B5EF4-FFF2-40B4-BE49-F238E27FC236}">
                <a16:creationId xmlns:a16="http://schemas.microsoft.com/office/drawing/2014/main" id="{2544F429-9B23-7D56-8DAB-F7E1AEC28B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auto">
          <a:xfrm>
            <a:off x="343536" y="342652"/>
            <a:ext cx="1885701" cy="644125"/>
          </a:xfrm>
          <a:prstGeom prst="rect">
            <a:avLst/>
          </a:prstGeom>
        </p:spPr>
      </p:pic>
      <p:sp>
        <p:nvSpPr>
          <p:cNvPr id="2" name="Title 1"/>
          <p:cNvSpPr>
            <a:spLocks noGrp="1"/>
          </p:cNvSpPr>
          <p:nvPr>
            <p:ph type="ctrTitle" hasCustomPrompt="1"/>
          </p:nvPr>
        </p:nvSpPr>
        <p:spPr bwMode="black">
          <a:xfrm>
            <a:off x="345600" y="1658938"/>
            <a:ext cx="6552000" cy="1771200"/>
          </a:xfrm>
        </p:spPr>
        <p:txBody>
          <a:bodyPr anchor="b"/>
          <a:lstStyle>
            <a:lvl1pPr algn="l">
              <a:defRPr sz="6000" b="0">
                <a:solidFill>
                  <a:srgbClr val="021E57"/>
                </a:solidFill>
              </a:defRPr>
            </a:lvl1pPr>
          </a:lstStyle>
          <a:p>
            <a:r>
              <a:rPr lang="en-GB" dirty="0"/>
              <a:t>Click to add title</a:t>
            </a:r>
          </a:p>
        </p:txBody>
      </p:sp>
      <p:sp>
        <p:nvSpPr>
          <p:cNvPr id="3" name="Subtitle 2"/>
          <p:cNvSpPr>
            <a:spLocks noGrp="1"/>
          </p:cNvSpPr>
          <p:nvPr>
            <p:ph type="subTitle" idx="1" hasCustomPrompt="1"/>
          </p:nvPr>
        </p:nvSpPr>
        <p:spPr bwMode="black">
          <a:xfrm>
            <a:off x="345600" y="3776400"/>
            <a:ext cx="6552000" cy="955200"/>
          </a:xfrm>
        </p:spPr>
        <p:txBody>
          <a:bodyPr>
            <a:noAutofit/>
          </a:bodyPr>
          <a:lstStyle>
            <a:lvl1pPr marL="0" indent="0" algn="l">
              <a:buNone/>
              <a:defRPr sz="2200" b="0">
                <a:solidFill>
                  <a:srgbClr val="4E60E7"/>
                </a:solidFill>
                <a:latin typeface="+mn-lt"/>
              </a:defRPr>
            </a:lvl1pPr>
            <a:lvl2pPr marL="0" indent="0" algn="l">
              <a:buNone/>
              <a:defRPr sz="2200">
                <a:solidFill>
                  <a:srgbClr val="4E60E7"/>
                </a:solidFill>
                <a:latin typeface="+mn-lt"/>
              </a:defRPr>
            </a:lvl2pPr>
            <a:lvl3pPr marL="0" indent="0" algn="l">
              <a:buNone/>
              <a:defRPr sz="2200">
                <a:solidFill>
                  <a:srgbClr val="4E60E7"/>
                </a:solidFill>
                <a:latin typeface="+mn-lt"/>
              </a:defRPr>
            </a:lvl3pPr>
            <a:lvl4pPr marL="0" indent="0" algn="l">
              <a:buNone/>
              <a:defRPr sz="2200">
                <a:solidFill>
                  <a:srgbClr val="4E60E7"/>
                </a:solidFill>
                <a:latin typeface="+mn-lt"/>
              </a:defRPr>
            </a:lvl4pPr>
            <a:lvl5pPr marL="0" indent="0" algn="l">
              <a:buNone/>
              <a:defRPr sz="2200">
                <a:solidFill>
                  <a:srgbClr val="4E60E7"/>
                </a:solidFill>
                <a:latin typeface="+mn-lt"/>
              </a:defRPr>
            </a:lvl5pPr>
            <a:lvl6pPr marL="0" indent="0" algn="l">
              <a:buNone/>
              <a:defRPr sz="2200">
                <a:solidFill>
                  <a:srgbClr val="4E60E7"/>
                </a:solidFill>
                <a:latin typeface="+mn-lt"/>
              </a:defRPr>
            </a:lvl6pPr>
            <a:lvl7pPr marL="0" indent="0" algn="l">
              <a:buNone/>
              <a:defRPr sz="2200">
                <a:solidFill>
                  <a:srgbClr val="4E60E7"/>
                </a:solidFill>
                <a:latin typeface="+mn-lt"/>
              </a:defRPr>
            </a:lvl7pPr>
            <a:lvl8pPr marL="0" indent="0" algn="l">
              <a:buNone/>
              <a:defRPr sz="2200">
                <a:solidFill>
                  <a:srgbClr val="4E60E7"/>
                </a:solidFill>
                <a:latin typeface="+mn-lt"/>
              </a:defRPr>
            </a:lvl8pPr>
            <a:lvl9pPr marL="0" indent="0" algn="l">
              <a:buNone/>
              <a:defRPr sz="2200">
                <a:solidFill>
                  <a:srgbClr val="4E60E7"/>
                </a:solidFill>
                <a:latin typeface="+mn-lt"/>
              </a:defRPr>
            </a:lvl9pPr>
          </a:lstStyle>
          <a:p>
            <a:r>
              <a:rPr lang="en-GB" dirty="0"/>
              <a:t>Click to add subtitle</a:t>
            </a:r>
          </a:p>
        </p:txBody>
      </p:sp>
      <p:sp>
        <p:nvSpPr>
          <p:cNvPr id="4" name="Text Placeholder 3">
            <a:extLst>
              <a:ext uri="{FF2B5EF4-FFF2-40B4-BE49-F238E27FC236}">
                <a16:creationId xmlns:a16="http://schemas.microsoft.com/office/drawing/2014/main" id="{F7BEFC25-AE87-6008-E1A4-3ADE644FBEA0}"/>
              </a:ext>
            </a:extLst>
          </p:cNvPr>
          <p:cNvSpPr>
            <a:spLocks noGrp="1"/>
          </p:cNvSpPr>
          <p:nvPr>
            <p:ph type="body" sz="quarter" idx="15" hasCustomPrompt="1"/>
          </p:nvPr>
        </p:nvSpPr>
        <p:spPr bwMode="black">
          <a:xfrm>
            <a:off x="345600" y="6000750"/>
            <a:ext cx="6552000" cy="282083"/>
          </a:xfrm>
          <a:effectLst/>
        </p:spPr>
        <p:txBody>
          <a:bodyPr vert="horz" wrap="square" anchor="b" anchorCtr="0">
            <a:noAutofit/>
          </a:bodyPr>
          <a:lstStyle>
            <a:lvl1pPr marL="0" indent="0" algn="l">
              <a:buFont typeface="Arial" panose="020B0604020202020204" pitchFamily="34" charset="0"/>
              <a:buNone/>
              <a:defRPr sz="1400" b="0" i="0" u="none" strike="noStrike">
                <a:solidFill>
                  <a:schemeClr val="accent6">
                    <a:lumMod val="75000"/>
                  </a:schemeClr>
                </a:solidFill>
                <a:latin typeface="+mn-lt"/>
              </a:defRPr>
            </a:lvl1pPr>
            <a:lvl2pPr marL="0" indent="0" algn="l">
              <a:buFont typeface="Arial" panose="020B0604020202020204" pitchFamily="34" charset="0"/>
              <a:buChar char="​"/>
              <a:defRPr sz="1400" b="0" i="0" u="none" strike="noStrike">
                <a:solidFill>
                  <a:schemeClr val="accent6">
                    <a:lumMod val="75000"/>
                  </a:schemeClr>
                </a:solidFill>
                <a:latin typeface="+mn-lt"/>
              </a:defRPr>
            </a:lvl2pPr>
            <a:lvl3pPr marL="0" indent="0" algn="l">
              <a:buFont typeface="Arial" panose="020B0604020202020204" pitchFamily="34" charset="0"/>
              <a:buChar char="​"/>
              <a:defRPr sz="1400" b="0" i="0" u="none" strike="noStrike">
                <a:solidFill>
                  <a:schemeClr val="accent6">
                    <a:lumMod val="75000"/>
                  </a:schemeClr>
                </a:solidFill>
                <a:latin typeface="+mn-lt"/>
              </a:defRPr>
            </a:lvl3pPr>
            <a:lvl4pPr marL="0" indent="0" algn="l">
              <a:buFont typeface="Arial" panose="020B0604020202020204" pitchFamily="34" charset="0"/>
              <a:buChar char="​"/>
              <a:defRPr sz="1400" b="0" i="0" u="none" strike="noStrike">
                <a:solidFill>
                  <a:schemeClr val="accent6">
                    <a:lumMod val="75000"/>
                  </a:schemeClr>
                </a:solidFill>
                <a:latin typeface="+mn-lt"/>
              </a:defRPr>
            </a:lvl4pPr>
            <a:lvl5pPr marL="0" indent="0" algn="l">
              <a:buFont typeface="Arial" panose="020B0604020202020204" pitchFamily="34" charset="0"/>
              <a:buChar char="​"/>
              <a:defRPr sz="1400" b="0" i="0" u="none" strike="noStrike">
                <a:solidFill>
                  <a:schemeClr val="accent6">
                    <a:lumMod val="75000"/>
                  </a:schemeClr>
                </a:solidFill>
                <a:latin typeface="+mn-lt"/>
              </a:defRPr>
            </a:lvl5pPr>
            <a:lvl6pPr>
              <a:defRPr sz="1400">
                <a:solidFill>
                  <a:schemeClr val="accent6">
                    <a:lumMod val="75000"/>
                  </a:schemeClr>
                </a:solidFill>
              </a:defRPr>
            </a:lvl6pPr>
            <a:lvl7pPr>
              <a:defRPr sz="1400">
                <a:solidFill>
                  <a:schemeClr val="accent6">
                    <a:lumMod val="75000"/>
                  </a:schemeClr>
                </a:solidFill>
              </a:defRPr>
            </a:lvl7pPr>
            <a:lvl8pPr>
              <a:defRPr sz="1400">
                <a:solidFill>
                  <a:schemeClr val="accent6">
                    <a:lumMod val="75000"/>
                  </a:schemeClr>
                </a:solidFill>
              </a:defRPr>
            </a:lvl8pPr>
            <a:lvl9pPr>
              <a:defRPr sz="1400">
                <a:solidFill>
                  <a:schemeClr val="accent6">
                    <a:lumMod val="75000"/>
                  </a:schemeClr>
                </a:solidFill>
              </a:defRPr>
            </a:lvl9pPr>
          </a:lstStyle>
          <a:p>
            <a:pPr lvl="0"/>
            <a:r>
              <a:rPr lang="en-GB" dirty="0"/>
              <a:t>Click to add presenter's name</a:t>
            </a:r>
          </a:p>
        </p:txBody>
      </p:sp>
      <p:sp>
        <p:nvSpPr>
          <p:cNvPr id="8" name="Text Placeholder 3">
            <a:extLst>
              <a:ext uri="{FF2B5EF4-FFF2-40B4-BE49-F238E27FC236}">
                <a16:creationId xmlns:a16="http://schemas.microsoft.com/office/drawing/2014/main" id="{EAEE644E-49A2-756E-8B63-43B5F7A28898}"/>
              </a:ext>
            </a:extLst>
          </p:cNvPr>
          <p:cNvSpPr>
            <a:spLocks noGrp="1"/>
          </p:cNvSpPr>
          <p:nvPr>
            <p:ph type="body" sz="quarter" idx="16" hasCustomPrompt="1"/>
          </p:nvPr>
        </p:nvSpPr>
        <p:spPr bwMode="black">
          <a:xfrm>
            <a:off x="345600" y="6354887"/>
            <a:ext cx="6552000" cy="233348"/>
          </a:xfrm>
          <a:effectLst/>
        </p:spPr>
        <p:txBody>
          <a:bodyPr vert="horz" wrap="square" anchor="t" anchorCtr="0">
            <a:noAutofit/>
          </a:bodyPr>
          <a:lstStyle>
            <a:lvl1pPr marL="0" indent="0" algn="l">
              <a:buFont typeface="Arial" panose="020B0604020202020204" pitchFamily="34" charset="0"/>
              <a:buNone/>
              <a:defRPr sz="1400" b="0" i="0" u="none" strike="noStrike">
                <a:solidFill>
                  <a:schemeClr val="accent6">
                    <a:lumMod val="75000"/>
                  </a:schemeClr>
                </a:solidFill>
                <a:latin typeface="+mn-lt"/>
              </a:defRPr>
            </a:lvl1pPr>
            <a:lvl2pPr marL="0" indent="0" algn="l">
              <a:buFont typeface="Arial" panose="020B0604020202020204" pitchFamily="34" charset="0"/>
              <a:buChar char="​"/>
              <a:defRPr sz="1400" b="0" i="0" u="none" strike="noStrike">
                <a:solidFill>
                  <a:schemeClr val="accent6">
                    <a:lumMod val="75000"/>
                  </a:schemeClr>
                </a:solidFill>
                <a:latin typeface="+mn-lt"/>
              </a:defRPr>
            </a:lvl2pPr>
            <a:lvl3pPr marL="0" indent="0" algn="l">
              <a:buFont typeface="Arial" panose="020B0604020202020204" pitchFamily="34" charset="0"/>
              <a:buChar char="​"/>
              <a:defRPr sz="1400" b="0" i="0" u="none" strike="noStrike">
                <a:solidFill>
                  <a:schemeClr val="accent6">
                    <a:lumMod val="75000"/>
                  </a:schemeClr>
                </a:solidFill>
                <a:latin typeface="+mn-lt"/>
              </a:defRPr>
            </a:lvl3pPr>
            <a:lvl4pPr marL="0" indent="0" algn="l">
              <a:buFont typeface="Arial" panose="020B0604020202020204" pitchFamily="34" charset="0"/>
              <a:buChar char="​"/>
              <a:defRPr sz="1400" b="0" i="0" u="none" strike="noStrike">
                <a:solidFill>
                  <a:schemeClr val="accent6">
                    <a:lumMod val="75000"/>
                  </a:schemeClr>
                </a:solidFill>
                <a:latin typeface="+mn-lt"/>
              </a:defRPr>
            </a:lvl4pPr>
            <a:lvl5pPr marL="0" indent="0" algn="l">
              <a:buFont typeface="Arial" panose="020B0604020202020204" pitchFamily="34" charset="0"/>
              <a:buChar char="​"/>
              <a:defRPr sz="1400" b="0" i="0" u="none" strike="noStrike">
                <a:solidFill>
                  <a:schemeClr val="accent6">
                    <a:lumMod val="75000"/>
                  </a:schemeClr>
                </a:solidFill>
                <a:latin typeface="+mn-lt"/>
              </a:defRPr>
            </a:lvl5pPr>
            <a:lvl6pPr>
              <a:defRPr sz="1400">
                <a:solidFill>
                  <a:schemeClr val="accent6">
                    <a:lumMod val="75000"/>
                  </a:schemeClr>
                </a:solidFill>
              </a:defRPr>
            </a:lvl6pPr>
            <a:lvl7pPr>
              <a:defRPr sz="1400">
                <a:solidFill>
                  <a:schemeClr val="accent6">
                    <a:lumMod val="75000"/>
                  </a:schemeClr>
                </a:solidFill>
              </a:defRPr>
            </a:lvl7pPr>
            <a:lvl8pPr>
              <a:defRPr sz="1400">
                <a:solidFill>
                  <a:schemeClr val="accent6">
                    <a:lumMod val="75000"/>
                  </a:schemeClr>
                </a:solidFill>
              </a:defRPr>
            </a:lvl8pPr>
            <a:lvl9pPr>
              <a:defRPr sz="1400">
                <a:solidFill>
                  <a:schemeClr val="accent6">
                    <a:lumMod val="75000"/>
                  </a:schemeClr>
                </a:solidFill>
              </a:defRPr>
            </a:lvl9pPr>
          </a:lstStyle>
          <a:p>
            <a:pPr lvl="0"/>
            <a:r>
              <a:rPr lang="en-GB" dirty="0"/>
              <a:t>Click to add date</a:t>
            </a:r>
          </a:p>
        </p:txBody>
      </p:sp>
      <p:sp>
        <p:nvSpPr>
          <p:cNvPr id="10" name="Picture Placeholder 8">
            <a:extLst>
              <a:ext uri="{FF2B5EF4-FFF2-40B4-BE49-F238E27FC236}">
                <a16:creationId xmlns:a16="http://schemas.microsoft.com/office/drawing/2014/main" id="{A4B3D5CE-62C8-AEA4-BF83-FD145DFE2DA8}"/>
              </a:ext>
            </a:extLst>
          </p:cNvPr>
          <p:cNvSpPr>
            <a:spLocks noGrp="1"/>
          </p:cNvSpPr>
          <p:nvPr>
            <p:ph type="pic" sz="quarter" idx="14" hasCustomPrompt="1"/>
          </p:nvPr>
        </p:nvSpPr>
        <p:spPr>
          <a:xfrm>
            <a:off x="7246168" y="0"/>
            <a:ext cx="4948800" cy="6858000"/>
          </a:xfrm>
          <a:prstGeom prst="rect">
            <a:avLst/>
          </a:prstGeom>
          <a:solidFill>
            <a:schemeClr val="bg1">
              <a:lumMod val="75000"/>
            </a:schemeClr>
          </a:solidFill>
        </p:spPr>
        <p:txBody>
          <a:bodyPr wrap="square" tIns="72000" anchor="t" anchorCtr="0">
            <a:noAutofit/>
          </a:bodyPr>
          <a:lstStyle>
            <a:lvl1pPr marL="0" indent="0" algn="ctr">
              <a:buNone/>
              <a:defRPr sz="1400">
                <a:solidFill>
                  <a:schemeClr val="bg1"/>
                </a:solidFill>
              </a:defRPr>
            </a:lvl1pPr>
          </a:lstStyle>
          <a:p>
            <a:r>
              <a:rPr lang="en-GB" dirty="0"/>
              <a:t>Click to add picture</a:t>
            </a:r>
          </a:p>
        </p:txBody>
      </p:sp>
    </p:spTree>
    <p:extLst>
      <p:ext uri="{BB962C8B-B14F-4D97-AF65-F5344CB8AC3E}">
        <p14:creationId xmlns:p14="http://schemas.microsoft.com/office/powerpoint/2010/main" val="132562142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page 4">
    <p:bg>
      <p:bgPr>
        <a:solidFill>
          <a:schemeClr val="accent1"/>
        </a:solidFill>
        <a:effectLst/>
      </p:bgPr>
    </p:bg>
    <p:spTree>
      <p:nvGrpSpPr>
        <p:cNvPr id="1" name=""/>
        <p:cNvGrpSpPr/>
        <p:nvPr/>
      </p:nvGrpSpPr>
      <p:grpSpPr>
        <a:xfrm>
          <a:off x="0" y="0"/>
          <a:ext cx="0" cy="0"/>
          <a:chOff x="0" y="0"/>
          <a:chExt cx="0" cy="0"/>
        </a:xfrm>
      </p:grpSpPr>
      <p:sp>
        <p:nvSpPr>
          <p:cNvPr id="4" name="Date Placeholder 6" hidden="1">
            <a:extLst>
              <a:ext uri="{FF2B5EF4-FFF2-40B4-BE49-F238E27FC236}">
                <a16:creationId xmlns:a16="http://schemas.microsoft.com/office/drawing/2014/main" id="{5D6EE367-9DD7-3639-3DD7-AEECAEB32246}"/>
              </a:ext>
            </a:extLst>
          </p:cNvPr>
          <p:cNvSpPr>
            <a:spLocks noGrp="1"/>
          </p:cNvSpPr>
          <p:nvPr>
            <p:ph type="dt" sz="half" idx="17"/>
          </p:nvPr>
        </p:nvSpPr>
        <p:spPr>
          <a:xfrm>
            <a:off x="0" y="6858000"/>
            <a:ext cx="0" cy="0"/>
          </a:xfrm>
          <a:prstGeom prst="rect">
            <a:avLst/>
          </a:prstGeom>
        </p:spPr>
        <p:txBody>
          <a:bodyPr/>
          <a:lstStyle>
            <a:lvl1pPr>
              <a:defRPr sz="133">
                <a:noFill/>
              </a:defRPr>
            </a:lvl1pPr>
          </a:lstStyle>
          <a:p>
            <a:fld id="{259D0270-6309-422B-9E47-BDE74B73D7AA}" type="datetime3">
              <a:rPr lang="en-GB" smtClean="0"/>
              <a:t>21 July, 2026</a:t>
            </a:fld>
            <a:endParaRPr lang="en-GB" dirty="0"/>
          </a:p>
        </p:txBody>
      </p:sp>
      <p:sp>
        <p:nvSpPr>
          <p:cNvPr id="5" name="Footer Placeholder 8" hidden="1">
            <a:extLst>
              <a:ext uri="{FF2B5EF4-FFF2-40B4-BE49-F238E27FC236}">
                <a16:creationId xmlns:a16="http://schemas.microsoft.com/office/drawing/2014/main" id="{1FC01E47-84CD-1573-F018-22CF4A8943ED}"/>
              </a:ext>
            </a:extLst>
          </p:cNvPr>
          <p:cNvSpPr>
            <a:spLocks noGrp="1"/>
          </p:cNvSpPr>
          <p:nvPr>
            <p:ph type="ftr" sz="quarter" idx="18"/>
          </p:nvPr>
        </p:nvSpPr>
        <p:spPr>
          <a:xfrm>
            <a:off x="0" y="6858000"/>
            <a:ext cx="0" cy="0"/>
          </a:xfrm>
          <a:prstGeom prst="rect">
            <a:avLst/>
          </a:prstGeom>
        </p:spPr>
        <p:txBody>
          <a:bodyPr/>
          <a:lstStyle>
            <a:lvl1pPr>
              <a:defRPr sz="133">
                <a:noFill/>
              </a:defRPr>
            </a:lvl1pPr>
          </a:lstStyle>
          <a:p>
            <a:r>
              <a:rPr lang="en-GB" dirty="0"/>
              <a:t>Confidential</a:t>
            </a:r>
          </a:p>
        </p:txBody>
      </p:sp>
      <p:sp>
        <p:nvSpPr>
          <p:cNvPr id="6" name="Slide Number Placeholder 10" hidden="1">
            <a:extLst>
              <a:ext uri="{FF2B5EF4-FFF2-40B4-BE49-F238E27FC236}">
                <a16:creationId xmlns:a16="http://schemas.microsoft.com/office/drawing/2014/main" id="{88910A63-4331-4592-8F6E-290637E90A59}"/>
              </a:ext>
            </a:extLst>
          </p:cNvPr>
          <p:cNvSpPr>
            <a:spLocks noGrp="1"/>
          </p:cNvSpPr>
          <p:nvPr>
            <p:ph type="sldNum" sz="quarter" idx="19"/>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10" name="Rectangle 9">
            <a:extLst>
              <a:ext uri="{FF2B5EF4-FFF2-40B4-BE49-F238E27FC236}">
                <a16:creationId xmlns:a16="http://schemas.microsoft.com/office/drawing/2014/main" id="{8B387E0D-B218-0FCD-04E8-3E46330A33D9}"/>
              </a:ext>
            </a:extLst>
          </p:cNvPr>
          <p:cNvSpPr/>
          <p:nvPr userDrawn="1"/>
        </p:nvSpPr>
        <p:spPr>
          <a:xfrm>
            <a:off x="7289317" y="0"/>
            <a:ext cx="490268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9" name="Picture Placeholder 8">
            <a:extLst>
              <a:ext uri="{FF2B5EF4-FFF2-40B4-BE49-F238E27FC236}">
                <a16:creationId xmlns:a16="http://schemas.microsoft.com/office/drawing/2014/main" id="{C6474245-6F11-647A-C136-F4F6506A3982}"/>
              </a:ext>
            </a:extLst>
          </p:cNvPr>
          <p:cNvSpPr>
            <a:spLocks noGrp="1"/>
          </p:cNvSpPr>
          <p:nvPr>
            <p:ph type="pic" sz="quarter" idx="14" hasCustomPrompt="1"/>
          </p:nvPr>
        </p:nvSpPr>
        <p:spPr>
          <a:xfrm>
            <a:off x="7246168" y="0"/>
            <a:ext cx="4948800" cy="6858000"/>
          </a:xfrm>
          <a:custGeom>
            <a:avLst/>
            <a:gdLst>
              <a:gd name="connsiteX0" fmla="*/ 3895412 w 4948800"/>
              <a:gd name="connsiteY0" fmla="*/ 5575243 h 6858000"/>
              <a:gd name="connsiteX1" fmla="*/ 4270977 w 4948800"/>
              <a:gd name="connsiteY1" fmla="*/ 5575243 h 6858000"/>
              <a:gd name="connsiteX2" fmla="*/ 4351465 w 4948800"/>
              <a:gd name="connsiteY2" fmla="*/ 5655677 h 6858000"/>
              <a:gd name="connsiteX3" fmla="*/ 4351465 w 4948800"/>
              <a:gd name="connsiteY3" fmla="*/ 6227641 h 6858000"/>
              <a:gd name="connsiteX4" fmla="*/ 4270977 w 4948800"/>
              <a:gd name="connsiteY4" fmla="*/ 6308075 h 6858000"/>
              <a:gd name="connsiteX5" fmla="*/ 3895412 w 4948800"/>
              <a:gd name="connsiteY5" fmla="*/ 6308075 h 6858000"/>
              <a:gd name="connsiteX6" fmla="*/ 3814945 w 4948800"/>
              <a:gd name="connsiteY6" fmla="*/ 6227641 h 6858000"/>
              <a:gd name="connsiteX7" fmla="*/ 3814945 w 4948800"/>
              <a:gd name="connsiteY7" fmla="*/ 5655677 h 6858000"/>
              <a:gd name="connsiteX8" fmla="*/ 3895412 w 4948800"/>
              <a:gd name="connsiteY8" fmla="*/ 5575243 h 6858000"/>
              <a:gd name="connsiteX9" fmla="*/ 1950562 w 4948800"/>
              <a:gd name="connsiteY9" fmla="*/ 5575243 h 6858000"/>
              <a:gd name="connsiteX10" fmla="*/ 2288119 w 4948800"/>
              <a:gd name="connsiteY10" fmla="*/ 5575243 h 6858000"/>
              <a:gd name="connsiteX11" fmla="*/ 2355183 w 4948800"/>
              <a:gd name="connsiteY11" fmla="*/ 5640037 h 6858000"/>
              <a:gd name="connsiteX12" fmla="*/ 2308239 w 4948800"/>
              <a:gd name="connsiteY12" fmla="*/ 5711532 h 6858000"/>
              <a:gd name="connsiteX13" fmla="*/ 1870086 w 4948800"/>
              <a:gd name="connsiteY13" fmla="*/ 5926019 h 6858000"/>
              <a:gd name="connsiteX14" fmla="*/ 1870086 w 4948800"/>
              <a:gd name="connsiteY14" fmla="*/ 5655677 h 6858000"/>
              <a:gd name="connsiteX15" fmla="*/ 1950562 w 4948800"/>
              <a:gd name="connsiteY15" fmla="*/ 5575243 h 6858000"/>
              <a:gd name="connsiteX16" fmla="*/ 1217329 w 4948800"/>
              <a:gd name="connsiteY16" fmla="*/ 5383099 h 6858000"/>
              <a:gd name="connsiteX17" fmla="*/ 1217329 w 4948800"/>
              <a:gd name="connsiteY17" fmla="*/ 6504687 h 6858000"/>
              <a:gd name="connsiteX18" fmla="*/ 1463231 w 4948800"/>
              <a:gd name="connsiteY18" fmla="*/ 6504687 h 6858000"/>
              <a:gd name="connsiteX19" fmla="*/ 1463231 w 4948800"/>
              <a:gd name="connsiteY19" fmla="*/ 5383099 h 6858000"/>
              <a:gd name="connsiteX20" fmla="*/ 3859658 w 4948800"/>
              <a:gd name="connsiteY20" fmla="*/ 5374162 h 6858000"/>
              <a:gd name="connsiteX21" fmla="*/ 3569052 w 4948800"/>
              <a:gd name="connsiteY21" fmla="*/ 5664614 h 6858000"/>
              <a:gd name="connsiteX22" fmla="*/ 3569052 w 4948800"/>
              <a:gd name="connsiteY22" fmla="*/ 6218705 h 6858000"/>
              <a:gd name="connsiteX23" fmla="*/ 3859658 w 4948800"/>
              <a:gd name="connsiteY23" fmla="*/ 6509156 h 6858000"/>
              <a:gd name="connsiteX24" fmla="*/ 4306751 w 4948800"/>
              <a:gd name="connsiteY24" fmla="*/ 6509156 h 6858000"/>
              <a:gd name="connsiteX25" fmla="*/ 4597358 w 4948800"/>
              <a:gd name="connsiteY25" fmla="*/ 6218705 h 6858000"/>
              <a:gd name="connsiteX26" fmla="*/ 4597358 w 4948800"/>
              <a:gd name="connsiteY26" fmla="*/ 5664614 h 6858000"/>
              <a:gd name="connsiteX27" fmla="*/ 4306751 w 4948800"/>
              <a:gd name="connsiteY27" fmla="*/ 5374162 h 6858000"/>
              <a:gd name="connsiteX28" fmla="*/ 1914795 w 4948800"/>
              <a:gd name="connsiteY28" fmla="*/ 5374162 h 6858000"/>
              <a:gd name="connsiteX29" fmla="*/ 1624185 w 4948800"/>
              <a:gd name="connsiteY29" fmla="*/ 5664614 h 6858000"/>
              <a:gd name="connsiteX30" fmla="*/ 1624185 w 4948800"/>
              <a:gd name="connsiteY30" fmla="*/ 6214236 h 6858000"/>
              <a:gd name="connsiteX31" fmla="*/ 1914795 w 4948800"/>
              <a:gd name="connsiteY31" fmla="*/ 6504687 h 6858000"/>
              <a:gd name="connsiteX32" fmla="*/ 2583193 w 4948800"/>
              <a:gd name="connsiteY32" fmla="*/ 6504687 h 6858000"/>
              <a:gd name="connsiteX33" fmla="*/ 2583193 w 4948800"/>
              <a:gd name="connsiteY33" fmla="*/ 6303606 h 6858000"/>
              <a:gd name="connsiteX34" fmla="*/ 1950562 w 4948800"/>
              <a:gd name="connsiteY34" fmla="*/ 6303606 h 6858000"/>
              <a:gd name="connsiteX35" fmla="*/ 1870086 w 4948800"/>
              <a:gd name="connsiteY35" fmla="*/ 6223174 h 6858000"/>
              <a:gd name="connsiteX36" fmla="*/ 1870086 w 4948800"/>
              <a:gd name="connsiteY36" fmla="*/ 6158380 h 6858000"/>
              <a:gd name="connsiteX37" fmla="*/ 2428953 w 4948800"/>
              <a:gd name="connsiteY37" fmla="*/ 5885804 h 6858000"/>
              <a:gd name="connsiteX38" fmla="*/ 2601091 w 4948800"/>
              <a:gd name="connsiteY38" fmla="*/ 5633335 h 6858000"/>
              <a:gd name="connsiteX39" fmla="*/ 2323885 w 4948800"/>
              <a:gd name="connsiteY39" fmla="*/ 5374162 h 6858000"/>
              <a:gd name="connsiteX40" fmla="*/ 2976634 w 4948800"/>
              <a:gd name="connsiteY40" fmla="*/ 5061369 h 6858000"/>
              <a:gd name="connsiteX41" fmla="*/ 2746394 w 4948800"/>
              <a:gd name="connsiteY41" fmla="*/ 5173081 h 6858000"/>
              <a:gd name="connsiteX42" fmla="*/ 2746394 w 4948800"/>
              <a:gd name="connsiteY42" fmla="*/ 6214236 h 6858000"/>
              <a:gd name="connsiteX43" fmla="*/ 3037000 w 4948800"/>
              <a:gd name="connsiteY43" fmla="*/ 6504687 h 6858000"/>
              <a:gd name="connsiteX44" fmla="*/ 3443849 w 4948800"/>
              <a:gd name="connsiteY44" fmla="*/ 6504687 h 6858000"/>
              <a:gd name="connsiteX45" fmla="*/ 3443849 w 4948800"/>
              <a:gd name="connsiteY45" fmla="*/ 6303606 h 6858000"/>
              <a:gd name="connsiteX46" fmla="*/ 3072775 w 4948800"/>
              <a:gd name="connsiteY46" fmla="*/ 6303606 h 6858000"/>
              <a:gd name="connsiteX47" fmla="*/ 2992287 w 4948800"/>
              <a:gd name="connsiteY47" fmla="*/ 6223174 h 6858000"/>
              <a:gd name="connsiteX48" fmla="*/ 2992287 w 4948800"/>
              <a:gd name="connsiteY48" fmla="*/ 5584182 h 6858000"/>
              <a:gd name="connsiteX49" fmla="*/ 3443849 w 4948800"/>
              <a:gd name="connsiteY49" fmla="*/ 5584182 h 6858000"/>
              <a:gd name="connsiteX50" fmla="*/ 3443849 w 4948800"/>
              <a:gd name="connsiteY50" fmla="*/ 5383099 h 6858000"/>
              <a:gd name="connsiteX51" fmla="*/ 2992287 w 4948800"/>
              <a:gd name="connsiteY51" fmla="*/ 5383099 h 6858000"/>
              <a:gd name="connsiteX52" fmla="*/ 2992287 w 4948800"/>
              <a:gd name="connsiteY52" fmla="*/ 5061369 h 6858000"/>
              <a:gd name="connsiteX53" fmla="*/ 1217329 w 4948800"/>
              <a:gd name="connsiteY53" fmla="*/ 5061369 h 6858000"/>
              <a:gd name="connsiteX54" fmla="*/ 1217329 w 4948800"/>
              <a:gd name="connsiteY54" fmla="*/ 5284792 h 6858000"/>
              <a:gd name="connsiteX55" fmla="*/ 1463231 w 4948800"/>
              <a:gd name="connsiteY55" fmla="*/ 5284792 h 6858000"/>
              <a:gd name="connsiteX56" fmla="*/ 1463231 w 4948800"/>
              <a:gd name="connsiteY56" fmla="*/ 5061369 h 6858000"/>
              <a:gd name="connsiteX57" fmla="*/ 589162 w 4948800"/>
              <a:gd name="connsiteY57" fmla="*/ 5061369 h 6858000"/>
              <a:gd name="connsiteX58" fmla="*/ 358909 w 4948800"/>
              <a:gd name="connsiteY58" fmla="*/ 5173081 h 6858000"/>
              <a:gd name="connsiteX59" fmla="*/ 358909 w 4948800"/>
              <a:gd name="connsiteY59" fmla="*/ 6214236 h 6858000"/>
              <a:gd name="connsiteX60" fmla="*/ 649520 w 4948800"/>
              <a:gd name="connsiteY60" fmla="*/ 6504687 h 6858000"/>
              <a:gd name="connsiteX61" fmla="*/ 1056375 w 4948800"/>
              <a:gd name="connsiteY61" fmla="*/ 6504687 h 6858000"/>
              <a:gd name="connsiteX62" fmla="*/ 1056375 w 4948800"/>
              <a:gd name="connsiteY62" fmla="*/ 6303606 h 6858000"/>
              <a:gd name="connsiteX63" fmla="*/ 685288 w 4948800"/>
              <a:gd name="connsiteY63" fmla="*/ 6303606 h 6858000"/>
              <a:gd name="connsiteX64" fmla="*/ 604810 w 4948800"/>
              <a:gd name="connsiteY64" fmla="*/ 6223174 h 6858000"/>
              <a:gd name="connsiteX65" fmla="*/ 604810 w 4948800"/>
              <a:gd name="connsiteY65" fmla="*/ 5584182 h 6858000"/>
              <a:gd name="connsiteX66" fmla="*/ 1056375 w 4948800"/>
              <a:gd name="connsiteY66" fmla="*/ 5584182 h 6858000"/>
              <a:gd name="connsiteX67" fmla="*/ 1056375 w 4948800"/>
              <a:gd name="connsiteY67" fmla="*/ 5383099 h 6858000"/>
              <a:gd name="connsiteX68" fmla="*/ 604810 w 4948800"/>
              <a:gd name="connsiteY68" fmla="*/ 5383099 h 6858000"/>
              <a:gd name="connsiteX69" fmla="*/ 604810 w 4948800"/>
              <a:gd name="connsiteY69" fmla="*/ 5061369 h 6858000"/>
              <a:gd name="connsiteX70" fmla="*/ 0 w 4948800"/>
              <a:gd name="connsiteY70" fmla="*/ 0 h 6858000"/>
              <a:gd name="connsiteX71" fmla="*/ 4948800 w 4948800"/>
              <a:gd name="connsiteY71" fmla="*/ 0 h 6858000"/>
              <a:gd name="connsiteX72" fmla="*/ 4948800 w 4948800"/>
              <a:gd name="connsiteY72" fmla="*/ 6858000 h 6858000"/>
              <a:gd name="connsiteX73" fmla="*/ 0 w 4948800"/>
              <a:gd name="connsiteY7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948800" h="6858000">
                <a:moveTo>
                  <a:pt x="3895412" y="5575243"/>
                </a:moveTo>
                <a:lnTo>
                  <a:pt x="4270977" y="5575243"/>
                </a:lnTo>
                <a:cubicBezTo>
                  <a:pt x="4320159" y="5575243"/>
                  <a:pt x="4351465" y="5606524"/>
                  <a:pt x="4351465" y="5655677"/>
                </a:cubicBezTo>
                <a:lnTo>
                  <a:pt x="4351465" y="6227641"/>
                </a:lnTo>
                <a:cubicBezTo>
                  <a:pt x="4351465" y="6276795"/>
                  <a:pt x="4320159" y="6308075"/>
                  <a:pt x="4270977" y="6308075"/>
                </a:cubicBezTo>
                <a:lnTo>
                  <a:pt x="3895412" y="6308075"/>
                </a:lnTo>
                <a:cubicBezTo>
                  <a:pt x="3846250" y="6308075"/>
                  <a:pt x="3814945" y="6276795"/>
                  <a:pt x="3814945" y="6227641"/>
                </a:cubicBezTo>
                <a:lnTo>
                  <a:pt x="3814945" y="5655677"/>
                </a:lnTo>
                <a:cubicBezTo>
                  <a:pt x="3814945" y="5606524"/>
                  <a:pt x="3846250" y="5575243"/>
                  <a:pt x="3895412" y="5575243"/>
                </a:cubicBezTo>
                <a:close/>
                <a:moveTo>
                  <a:pt x="1950562" y="5575243"/>
                </a:moveTo>
                <a:lnTo>
                  <a:pt x="2288119" y="5575243"/>
                </a:lnTo>
                <a:cubicBezTo>
                  <a:pt x="2332828" y="5575243"/>
                  <a:pt x="2355183" y="5602055"/>
                  <a:pt x="2355183" y="5640037"/>
                </a:cubicBezTo>
                <a:cubicBezTo>
                  <a:pt x="2355183" y="5680254"/>
                  <a:pt x="2337300" y="5695892"/>
                  <a:pt x="2308239" y="5711532"/>
                </a:cubicBezTo>
                <a:lnTo>
                  <a:pt x="1870086" y="5926019"/>
                </a:lnTo>
                <a:lnTo>
                  <a:pt x="1870086" y="5655677"/>
                </a:lnTo>
                <a:cubicBezTo>
                  <a:pt x="1870086" y="5606524"/>
                  <a:pt x="1901384" y="5575243"/>
                  <a:pt x="1950562" y="5575243"/>
                </a:cubicBezTo>
                <a:close/>
                <a:moveTo>
                  <a:pt x="1217329" y="5383099"/>
                </a:moveTo>
                <a:lnTo>
                  <a:pt x="1217329" y="6504687"/>
                </a:lnTo>
                <a:lnTo>
                  <a:pt x="1463231" y="6504687"/>
                </a:lnTo>
                <a:lnTo>
                  <a:pt x="1463231" y="5383099"/>
                </a:lnTo>
                <a:close/>
                <a:moveTo>
                  <a:pt x="3859658" y="5374162"/>
                </a:moveTo>
                <a:cubicBezTo>
                  <a:pt x="3694233" y="5374162"/>
                  <a:pt x="3569052" y="5499281"/>
                  <a:pt x="3569052" y="5664614"/>
                </a:cubicBezTo>
                <a:lnTo>
                  <a:pt x="3569052" y="6218705"/>
                </a:lnTo>
                <a:cubicBezTo>
                  <a:pt x="3569052" y="6384038"/>
                  <a:pt x="3694233" y="6509156"/>
                  <a:pt x="3859658" y="6509156"/>
                </a:cubicBezTo>
                <a:lnTo>
                  <a:pt x="4306751" y="6509156"/>
                </a:lnTo>
                <a:cubicBezTo>
                  <a:pt x="4472177" y="6509156"/>
                  <a:pt x="4597358" y="6384038"/>
                  <a:pt x="4597358" y="6218705"/>
                </a:cubicBezTo>
                <a:lnTo>
                  <a:pt x="4597358" y="5664614"/>
                </a:lnTo>
                <a:cubicBezTo>
                  <a:pt x="4597358" y="5499281"/>
                  <a:pt x="4472177" y="5374162"/>
                  <a:pt x="4306751" y="5374162"/>
                </a:cubicBezTo>
                <a:close/>
                <a:moveTo>
                  <a:pt x="1914795" y="5374162"/>
                </a:moveTo>
                <a:cubicBezTo>
                  <a:pt x="1749370" y="5374162"/>
                  <a:pt x="1624185" y="5499281"/>
                  <a:pt x="1624185" y="5664614"/>
                </a:cubicBezTo>
                <a:lnTo>
                  <a:pt x="1624185" y="6214236"/>
                </a:lnTo>
                <a:cubicBezTo>
                  <a:pt x="1624185" y="6379571"/>
                  <a:pt x="1749370" y="6504687"/>
                  <a:pt x="1914795" y="6504687"/>
                </a:cubicBezTo>
                <a:lnTo>
                  <a:pt x="2583193" y="6504687"/>
                </a:lnTo>
                <a:lnTo>
                  <a:pt x="2583193" y="6303606"/>
                </a:lnTo>
                <a:lnTo>
                  <a:pt x="1950562" y="6303606"/>
                </a:lnTo>
                <a:cubicBezTo>
                  <a:pt x="1901384" y="6303606"/>
                  <a:pt x="1870086" y="6272328"/>
                  <a:pt x="1870086" y="6223174"/>
                </a:cubicBezTo>
                <a:lnTo>
                  <a:pt x="1870086" y="6158380"/>
                </a:lnTo>
                <a:lnTo>
                  <a:pt x="2428953" y="5885804"/>
                </a:lnTo>
                <a:cubicBezTo>
                  <a:pt x="2558601" y="5823245"/>
                  <a:pt x="2601091" y="5751749"/>
                  <a:pt x="2601091" y="5633335"/>
                </a:cubicBezTo>
                <a:cubicBezTo>
                  <a:pt x="2601091" y="5494811"/>
                  <a:pt x="2500480" y="5374162"/>
                  <a:pt x="2323885" y="5374162"/>
                </a:cubicBezTo>
                <a:close/>
                <a:moveTo>
                  <a:pt x="2976634" y="5061369"/>
                </a:moveTo>
                <a:lnTo>
                  <a:pt x="2746394" y="5173081"/>
                </a:lnTo>
                <a:lnTo>
                  <a:pt x="2746394" y="6214236"/>
                </a:lnTo>
                <a:cubicBezTo>
                  <a:pt x="2746394" y="6384038"/>
                  <a:pt x="2867106" y="6504687"/>
                  <a:pt x="3037000" y="6504687"/>
                </a:cubicBezTo>
                <a:lnTo>
                  <a:pt x="3443849" y="6504687"/>
                </a:lnTo>
                <a:lnTo>
                  <a:pt x="3443849" y="6303606"/>
                </a:lnTo>
                <a:lnTo>
                  <a:pt x="3072775" y="6303606"/>
                </a:lnTo>
                <a:cubicBezTo>
                  <a:pt x="3023593" y="6303606"/>
                  <a:pt x="2992287" y="6272328"/>
                  <a:pt x="2992287" y="6223174"/>
                </a:cubicBezTo>
                <a:lnTo>
                  <a:pt x="2992287" y="5584182"/>
                </a:lnTo>
                <a:lnTo>
                  <a:pt x="3443849" y="5584182"/>
                </a:lnTo>
                <a:lnTo>
                  <a:pt x="3443849" y="5383099"/>
                </a:lnTo>
                <a:lnTo>
                  <a:pt x="2992287" y="5383099"/>
                </a:lnTo>
                <a:lnTo>
                  <a:pt x="2992287" y="5061369"/>
                </a:lnTo>
                <a:close/>
                <a:moveTo>
                  <a:pt x="1217329" y="5061369"/>
                </a:moveTo>
                <a:lnTo>
                  <a:pt x="1217329" y="5284792"/>
                </a:lnTo>
                <a:lnTo>
                  <a:pt x="1463231" y="5284792"/>
                </a:lnTo>
                <a:lnTo>
                  <a:pt x="1463231" y="5061369"/>
                </a:lnTo>
                <a:close/>
                <a:moveTo>
                  <a:pt x="589162" y="5061369"/>
                </a:moveTo>
                <a:lnTo>
                  <a:pt x="358909" y="5173081"/>
                </a:lnTo>
                <a:lnTo>
                  <a:pt x="358909" y="6214236"/>
                </a:lnTo>
                <a:cubicBezTo>
                  <a:pt x="358909" y="6384038"/>
                  <a:pt x="479624" y="6504687"/>
                  <a:pt x="649520" y="6504687"/>
                </a:cubicBezTo>
                <a:lnTo>
                  <a:pt x="1056375" y="6504687"/>
                </a:lnTo>
                <a:lnTo>
                  <a:pt x="1056375" y="6303606"/>
                </a:lnTo>
                <a:lnTo>
                  <a:pt x="685288" y="6303606"/>
                </a:lnTo>
                <a:cubicBezTo>
                  <a:pt x="636108" y="6303606"/>
                  <a:pt x="604810" y="6272328"/>
                  <a:pt x="604810" y="6223174"/>
                </a:cubicBezTo>
                <a:lnTo>
                  <a:pt x="604810" y="5584182"/>
                </a:lnTo>
                <a:lnTo>
                  <a:pt x="1056375" y="5584182"/>
                </a:lnTo>
                <a:lnTo>
                  <a:pt x="1056375" y="5383099"/>
                </a:lnTo>
                <a:lnTo>
                  <a:pt x="604810" y="5383099"/>
                </a:lnTo>
                <a:lnTo>
                  <a:pt x="604810" y="5061369"/>
                </a:lnTo>
                <a:close/>
                <a:moveTo>
                  <a:pt x="0" y="0"/>
                </a:moveTo>
                <a:lnTo>
                  <a:pt x="4948800" y="0"/>
                </a:lnTo>
                <a:lnTo>
                  <a:pt x="4948800" y="6858000"/>
                </a:lnTo>
                <a:lnTo>
                  <a:pt x="0" y="6858000"/>
                </a:lnTo>
                <a:close/>
              </a:path>
            </a:pathLst>
          </a:custGeom>
          <a:solidFill>
            <a:schemeClr val="tx1">
              <a:lumMod val="85000"/>
            </a:schemeClr>
          </a:solidFill>
        </p:spPr>
        <p:txBody>
          <a:bodyPr wrap="square" tIns="72000" anchor="t" anchorCtr="0">
            <a:noAutofit/>
          </a:bodyPr>
          <a:lstStyle>
            <a:lvl1pPr marL="0" indent="0" algn="ctr">
              <a:buNone/>
              <a:defRPr sz="1400">
                <a:solidFill>
                  <a:schemeClr val="bg1"/>
                </a:solidFill>
              </a:defRPr>
            </a:lvl1pPr>
          </a:lstStyle>
          <a:p>
            <a:r>
              <a:rPr lang="en-GB" dirty="0"/>
              <a:t>Click to add picture</a:t>
            </a:r>
          </a:p>
        </p:txBody>
      </p:sp>
      <p:sp>
        <p:nvSpPr>
          <p:cNvPr id="2" name="Title 1"/>
          <p:cNvSpPr>
            <a:spLocks noGrp="1"/>
          </p:cNvSpPr>
          <p:nvPr>
            <p:ph type="ctrTitle" hasCustomPrompt="1"/>
          </p:nvPr>
        </p:nvSpPr>
        <p:spPr>
          <a:xfrm>
            <a:off x="345600" y="345600"/>
            <a:ext cx="6555600" cy="2746800"/>
          </a:xfrm>
        </p:spPr>
        <p:txBody>
          <a:bodyPr anchor="b"/>
          <a:lstStyle>
            <a:lvl1pPr algn="l">
              <a:defRPr sz="6000" b="0">
                <a:solidFill>
                  <a:schemeClr val="tx1"/>
                </a:solidFill>
              </a:defRPr>
            </a:lvl1pPr>
          </a:lstStyle>
          <a:p>
            <a:r>
              <a:rPr lang="en-GB" dirty="0"/>
              <a:t>Click to add title</a:t>
            </a:r>
          </a:p>
        </p:txBody>
      </p:sp>
      <p:sp>
        <p:nvSpPr>
          <p:cNvPr id="3" name="Subtitle 2"/>
          <p:cNvSpPr>
            <a:spLocks noGrp="1"/>
          </p:cNvSpPr>
          <p:nvPr>
            <p:ph type="subTitle" idx="1" hasCustomPrompt="1"/>
          </p:nvPr>
        </p:nvSpPr>
        <p:spPr>
          <a:xfrm>
            <a:off x="345599" y="3438000"/>
            <a:ext cx="6555599" cy="954000"/>
          </a:xfrm>
        </p:spPr>
        <p:txBody>
          <a:bodyPr>
            <a:noAutofit/>
          </a:bodyPr>
          <a:lstStyle>
            <a:lvl1pPr marL="0" indent="0" algn="l">
              <a:buNone/>
              <a:defRPr sz="2200" b="0">
                <a:solidFill>
                  <a:schemeClr val="accent5"/>
                </a:solidFill>
                <a:latin typeface="+mn-lt"/>
              </a:defRPr>
            </a:lvl1pPr>
            <a:lvl2pPr marL="0" indent="0" algn="l">
              <a:buNone/>
              <a:defRPr sz="2200">
                <a:solidFill>
                  <a:schemeClr val="accent5"/>
                </a:solidFill>
                <a:latin typeface="+mn-lt"/>
              </a:defRPr>
            </a:lvl2pPr>
            <a:lvl3pPr marL="0" indent="0" algn="l">
              <a:buNone/>
              <a:defRPr sz="2200">
                <a:solidFill>
                  <a:schemeClr val="accent5"/>
                </a:solidFill>
                <a:latin typeface="+mn-lt"/>
              </a:defRPr>
            </a:lvl3pPr>
            <a:lvl4pPr marL="0" indent="0" algn="l">
              <a:buNone/>
              <a:defRPr sz="2200">
                <a:solidFill>
                  <a:schemeClr val="accent5"/>
                </a:solidFill>
                <a:latin typeface="+mn-lt"/>
              </a:defRPr>
            </a:lvl4pPr>
            <a:lvl5pPr marL="0" indent="0" algn="l">
              <a:buNone/>
              <a:defRPr sz="2200">
                <a:solidFill>
                  <a:schemeClr val="accent5"/>
                </a:solidFill>
                <a:latin typeface="+mn-lt"/>
              </a:defRPr>
            </a:lvl5pPr>
            <a:lvl6pPr marL="0" indent="0" algn="l">
              <a:buNone/>
              <a:defRPr sz="2200">
                <a:solidFill>
                  <a:schemeClr val="accent5"/>
                </a:solidFill>
                <a:latin typeface="+mn-lt"/>
              </a:defRPr>
            </a:lvl6pPr>
            <a:lvl7pPr marL="0" indent="0" algn="l">
              <a:buNone/>
              <a:defRPr sz="2200">
                <a:solidFill>
                  <a:schemeClr val="accent5"/>
                </a:solidFill>
                <a:latin typeface="+mn-lt"/>
              </a:defRPr>
            </a:lvl7pPr>
            <a:lvl8pPr marL="0" indent="0" algn="l">
              <a:buNone/>
              <a:defRPr sz="2200">
                <a:solidFill>
                  <a:schemeClr val="accent5"/>
                </a:solidFill>
                <a:latin typeface="+mn-lt"/>
              </a:defRPr>
            </a:lvl8pPr>
            <a:lvl9pPr marL="0" indent="0" algn="l">
              <a:buNone/>
              <a:defRPr sz="2200">
                <a:solidFill>
                  <a:schemeClr val="accent5"/>
                </a:solidFill>
                <a:latin typeface="+mn-lt"/>
              </a:defRPr>
            </a:lvl9pPr>
          </a:lstStyle>
          <a:p>
            <a:r>
              <a:rPr lang="en-GB" dirty="0"/>
              <a:t>Click to add subtitle</a:t>
            </a:r>
          </a:p>
        </p:txBody>
      </p:sp>
      <p:sp>
        <p:nvSpPr>
          <p:cNvPr id="7" name="Text Placeholder 3">
            <a:extLst>
              <a:ext uri="{FF2B5EF4-FFF2-40B4-BE49-F238E27FC236}">
                <a16:creationId xmlns:a16="http://schemas.microsoft.com/office/drawing/2014/main" id="{E200924E-0ECE-8050-72C2-D941253DA617}"/>
              </a:ext>
            </a:extLst>
          </p:cNvPr>
          <p:cNvSpPr>
            <a:spLocks noGrp="1"/>
          </p:cNvSpPr>
          <p:nvPr>
            <p:ph type="body" sz="quarter" idx="15" hasCustomPrompt="1"/>
          </p:nvPr>
        </p:nvSpPr>
        <p:spPr bwMode="black">
          <a:xfrm>
            <a:off x="345600" y="6000750"/>
            <a:ext cx="6552000" cy="282083"/>
          </a:xfrm>
          <a:effectLst/>
        </p:spPr>
        <p:txBody>
          <a:bodyPr vert="horz" wrap="square" anchor="b" anchorCtr="0">
            <a:noAutofit/>
          </a:bodyPr>
          <a:lstStyle>
            <a:lvl1pPr marL="0" indent="0" algn="l">
              <a:buFont typeface="Arial" panose="020B0604020202020204" pitchFamily="34" charset="0"/>
              <a:buNone/>
              <a:defRPr sz="1400" b="0" i="0" u="none" strike="noStrike">
                <a:solidFill>
                  <a:schemeClr val="tx1"/>
                </a:solidFill>
                <a:latin typeface="+mn-lt"/>
              </a:defRPr>
            </a:lvl1pPr>
            <a:lvl2pPr marL="0" indent="0" algn="l">
              <a:buFont typeface="Arial" panose="020B0604020202020204" pitchFamily="34" charset="0"/>
              <a:buChar char="​"/>
              <a:defRPr sz="1400" b="0" i="0" u="none" strike="noStrike">
                <a:solidFill>
                  <a:schemeClr val="tx1"/>
                </a:solidFill>
                <a:latin typeface="+mn-lt"/>
              </a:defRPr>
            </a:lvl2pPr>
            <a:lvl3pPr marL="0" indent="0" algn="l">
              <a:buFont typeface="Arial" panose="020B0604020202020204" pitchFamily="34" charset="0"/>
              <a:buChar char="​"/>
              <a:defRPr sz="1400" b="0" i="0" u="none" strike="noStrike">
                <a:solidFill>
                  <a:schemeClr val="tx1"/>
                </a:solidFill>
                <a:latin typeface="+mn-lt"/>
              </a:defRPr>
            </a:lvl3pPr>
            <a:lvl4pPr marL="0" indent="0" algn="l">
              <a:buFont typeface="Arial" panose="020B0604020202020204" pitchFamily="34" charset="0"/>
              <a:buChar char="​"/>
              <a:defRPr sz="1400" b="0" i="0" u="none" strike="noStrike">
                <a:solidFill>
                  <a:schemeClr val="tx1"/>
                </a:solidFill>
                <a:latin typeface="+mn-lt"/>
              </a:defRPr>
            </a:lvl4pPr>
            <a:lvl5pPr marL="0" indent="0" algn="l">
              <a:buFont typeface="Arial" panose="020B0604020202020204" pitchFamily="34" charset="0"/>
              <a:buChar char="​"/>
              <a:defRPr sz="1400" b="0" i="0" u="none" strike="noStrike">
                <a:solidFill>
                  <a:schemeClr val="tx1"/>
                </a:solidFill>
                <a:latin typeface="+mn-lt"/>
              </a:defRPr>
            </a:lvl5pPr>
            <a:lvl6pPr>
              <a:defRPr sz="1400">
                <a:solidFill>
                  <a:schemeClr val="tx1"/>
                </a:solidFill>
              </a:defRPr>
            </a:lvl6pPr>
            <a:lvl7pPr>
              <a:defRPr sz="1400">
                <a:solidFill>
                  <a:schemeClr val="tx1"/>
                </a:solidFill>
              </a:defRPr>
            </a:lvl7pPr>
            <a:lvl8pPr>
              <a:defRPr sz="1400">
                <a:solidFill>
                  <a:schemeClr val="tx1"/>
                </a:solidFill>
              </a:defRPr>
            </a:lvl8pPr>
            <a:lvl9pPr>
              <a:defRPr sz="1400">
                <a:solidFill>
                  <a:schemeClr val="tx1"/>
                </a:solidFill>
              </a:defRPr>
            </a:lvl9pPr>
          </a:lstStyle>
          <a:p>
            <a:pPr lvl="0"/>
            <a:r>
              <a:rPr lang="en-GB" dirty="0"/>
              <a:t>Click to add presenter's name</a:t>
            </a:r>
          </a:p>
        </p:txBody>
      </p:sp>
      <p:sp>
        <p:nvSpPr>
          <p:cNvPr id="8" name="Text Placeholder 3">
            <a:extLst>
              <a:ext uri="{FF2B5EF4-FFF2-40B4-BE49-F238E27FC236}">
                <a16:creationId xmlns:a16="http://schemas.microsoft.com/office/drawing/2014/main" id="{EF9EA16E-2D26-EA04-050B-B4801CB8DF09}"/>
              </a:ext>
            </a:extLst>
          </p:cNvPr>
          <p:cNvSpPr>
            <a:spLocks noGrp="1"/>
          </p:cNvSpPr>
          <p:nvPr>
            <p:ph type="body" sz="quarter" idx="16" hasCustomPrompt="1"/>
          </p:nvPr>
        </p:nvSpPr>
        <p:spPr bwMode="black">
          <a:xfrm>
            <a:off x="345600" y="6354887"/>
            <a:ext cx="6552000" cy="233348"/>
          </a:xfrm>
          <a:effectLst/>
        </p:spPr>
        <p:txBody>
          <a:bodyPr vert="horz" wrap="square" anchor="t" anchorCtr="0">
            <a:noAutofit/>
          </a:bodyPr>
          <a:lstStyle>
            <a:lvl1pPr marL="0" indent="0" algn="l">
              <a:buFont typeface="Arial" panose="020B0604020202020204" pitchFamily="34" charset="0"/>
              <a:buNone/>
              <a:defRPr sz="1400" b="0" i="0" u="none" strike="noStrike">
                <a:solidFill>
                  <a:schemeClr val="tx1"/>
                </a:solidFill>
                <a:latin typeface="+mn-lt"/>
              </a:defRPr>
            </a:lvl1pPr>
            <a:lvl2pPr marL="0" indent="0" algn="l">
              <a:buFont typeface="Arial" panose="020B0604020202020204" pitchFamily="34" charset="0"/>
              <a:buChar char="​"/>
              <a:defRPr sz="1400" b="0" i="0" u="none" strike="noStrike">
                <a:solidFill>
                  <a:schemeClr val="tx1"/>
                </a:solidFill>
                <a:latin typeface="+mn-lt"/>
              </a:defRPr>
            </a:lvl2pPr>
            <a:lvl3pPr marL="0" indent="0" algn="l">
              <a:buFont typeface="Arial" panose="020B0604020202020204" pitchFamily="34" charset="0"/>
              <a:buChar char="​"/>
              <a:defRPr sz="1400" b="0" i="0" u="none" strike="noStrike">
                <a:solidFill>
                  <a:schemeClr val="tx1"/>
                </a:solidFill>
                <a:latin typeface="+mn-lt"/>
              </a:defRPr>
            </a:lvl3pPr>
            <a:lvl4pPr marL="0" indent="0" algn="l">
              <a:buFont typeface="Arial" panose="020B0604020202020204" pitchFamily="34" charset="0"/>
              <a:buChar char="​"/>
              <a:defRPr sz="1400" b="0" i="0" u="none" strike="noStrike">
                <a:solidFill>
                  <a:schemeClr val="tx1"/>
                </a:solidFill>
                <a:latin typeface="+mn-lt"/>
              </a:defRPr>
            </a:lvl4pPr>
            <a:lvl5pPr marL="0" indent="0" algn="l">
              <a:buFont typeface="Arial" panose="020B0604020202020204" pitchFamily="34" charset="0"/>
              <a:buChar char="​"/>
              <a:defRPr sz="1400" b="0" i="0" u="none" strike="noStrike">
                <a:solidFill>
                  <a:schemeClr val="tx1"/>
                </a:solidFill>
                <a:latin typeface="+mn-lt"/>
              </a:defRPr>
            </a:lvl5pPr>
            <a:lvl6pPr>
              <a:defRPr sz="1400">
                <a:solidFill>
                  <a:schemeClr val="tx1"/>
                </a:solidFill>
              </a:defRPr>
            </a:lvl6pPr>
            <a:lvl7pPr>
              <a:defRPr sz="1400">
                <a:solidFill>
                  <a:schemeClr val="tx1"/>
                </a:solidFill>
              </a:defRPr>
            </a:lvl7pPr>
            <a:lvl8pPr>
              <a:defRPr sz="1400">
                <a:solidFill>
                  <a:schemeClr val="tx1"/>
                </a:solidFill>
              </a:defRPr>
            </a:lvl8pPr>
            <a:lvl9pPr>
              <a:defRPr sz="1400">
                <a:solidFill>
                  <a:schemeClr val="tx1"/>
                </a:solidFill>
              </a:defRPr>
            </a:lvl9pPr>
          </a:lstStyle>
          <a:p>
            <a:pPr lvl="0"/>
            <a:r>
              <a:rPr lang="en-GB" dirty="0"/>
              <a:t>Click to add date</a:t>
            </a:r>
          </a:p>
        </p:txBody>
      </p:sp>
    </p:spTree>
    <p:extLst>
      <p:ext uri="{BB962C8B-B14F-4D97-AF65-F5344CB8AC3E}">
        <p14:creationId xmlns:p14="http://schemas.microsoft.com/office/powerpoint/2010/main" val="28080222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page 5">
    <p:bg>
      <p:bgRef idx="1001">
        <a:schemeClr val="bg1"/>
      </p:bgRef>
    </p:bg>
    <p:spTree>
      <p:nvGrpSpPr>
        <p:cNvPr id="1" name=""/>
        <p:cNvGrpSpPr/>
        <p:nvPr/>
      </p:nvGrpSpPr>
      <p:grpSpPr>
        <a:xfrm>
          <a:off x="0" y="0"/>
          <a:ext cx="0" cy="0"/>
          <a:chOff x="0" y="0"/>
          <a:chExt cx="0" cy="0"/>
        </a:xfrm>
      </p:grpSpPr>
      <p:sp>
        <p:nvSpPr>
          <p:cNvPr id="4" name="Date Placeholder 6" hidden="1">
            <a:extLst>
              <a:ext uri="{FF2B5EF4-FFF2-40B4-BE49-F238E27FC236}">
                <a16:creationId xmlns:a16="http://schemas.microsoft.com/office/drawing/2014/main" id="{7A0FE734-3E75-294F-6831-97630A027163}"/>
              </a:ext>
            </a:extLst>
          </p:cNvPr>
          <p:cNvSpPr>
            <a:spLocks noGrp="1"/>
          </p:cNvSpPr>
          <p:nvPr>
            <p:ph type="dt" sz="half" idx="17"/>
          </p:nvPr>
        </p:nvSpPr>
        <p:spPr>
          <a:xfrm>
            <a:off x="0" y="6858000"/>
            <a:ext cx="0" cy="0"/>
          </a:xfrm>
          <a:prstGeom prst="rect">
            <a:avLst/>
          </a:prstGeom>
        </p:spPr>
        <p:txBody>
          <a:bodyPr/>
          <a:lstStyle>
            <a:lvl1pPr>
              <a:defRPr sz="133">
                <a:noFill/>
              </a:defRPr>
            </a:lvl1pPr>
          </a:lstStyle>
          <a:p>
            <a:fld id="{C9C34747-47DE-4293-A3AC-533057A1D46B}" type="datetime3">
              <a:rPr lang="en-GB" smtClean="0"/>
              <a:t>21 July, 2026</a:t>
            </a:fld>
            <a:endParaRPr lang="en-GB" dirty="0"/>
          </a:p>
        </p:txBody>
      </p:sp>
      <p:sp>
        <p:nvSpPr>
          <p:cNvPr id="7" name="Footer Placeholder 8" hidden="1">
            <a:extLst>
              <a:ext uri="{FF2B5EF4-FFF2-40B4-BE49-F238E27FC236}">
                <a16:creationId xmlns:a16="http://schemas.microsoft.com/office/drawing/2014/main" id="{62E5A010-2B86-94E1-76C2-9173E5C37B9E}"/>
              </a:ext>
            </a:extLst>
          </p:cNvPr>
          <p:cNvSpPr>
            <a:spLocks noGrp="1"/>
          </p:cNvSpPr>
          <p:nvPr>
            <p:ph type="ftr" sz="quarter" idx="18"/>
          </p:nvPr>
        </p:nvSpPr>
        <p:spPr>
          <a:xfrm>
            <a:off x="0" y="6858000"/>
            <a:ext cx="0" cy="0"/>
          </a:xfrm>
          <a:prstGeom prst="rect">
            <a:avLst/>
          </a:prstGeom>
        </p:spPr>
        <p:txBody>
          <a:bodyPr/>
          <a:lstStyle>
            <a:lvl1pPr>
              <a:defRPr sz="133">
                <a:noFill/>
              </a:defRPr>
            </a:lvl1pPr>
          </a:lstStyle>
          <a:p>
            <a:r>
              <a:rPr lang="en-GB" dirty="0"/>
              <a:t>Confidential</a:t>
            </a:r>
          </a:p>
        </p:txBody>
      </p:sp>
      <p:sp>
        <p:nvSpPr>
          <p:cNvPr id="8" name="Slide Number Placeholder 10" hidden="1">
            <a:extLst>
              <a:ext uri="{FF2B5EF4-FFF2-40B4-BE49-F238E27FC236}">
                <a16:creationId xmlns:a16="http://schemas.microsoft.com/office/drawing/2014/main" id="{D68B840F-26D7-DF67-5839-F50F06F58897}"/>
              </a:ext>
            </a:extLst>
          </p:cNvPr>
          <p:cNvSpPr>
            <a:spLocks noGrp="1"/>
          </p:cNvSpPr>
          <p:nvPr>
            <p:ph type="sldNum" sz="quarter" idx="19"/>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2" name="Rectangle 1">
            <a:extLst>
              <a:ext uri="{FF2B5EF4-FFF2-40B4-BE49-F238E27FC236}">
                <a16:creationId xmlns:a16="http://schemas.microsoft.com/office/drawing/2014/main" id="{E30CC86D-A9F1-4C7F-8A8B-0E2535F8A86C}"/>
              </a:ext>
            </a:extLst>
          </p:cNvPr>
          <p:cNvSpPr/>
          <p:nvPr userDrawn="1"/>
        </p:nvSpPr>
        <p:spPr>
          <a:xfrm>
            <a:off x="7289317" y="0"/>
            <a:ext cx="490268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3" name="Picture Placeholder 2">
            <a:extLst>
              <a:ext uri="{FF2B5EF4-FFF2-40B4-BE49-F238E27FC236}">
                <a16:creationId xmlns:a16="http://schemas.microsoft.com/office/drawing/2014/main" id="{078F6730-849B-5E93-DFBF-6223DC2A3944}"/>
              </a:ext>
            </a:extLst>
          </p:cNvPr>
          <p:cNvSpPr>
            <a:spLocks noGrp="1"/>
          </p:cNvSpPr>
          <p:nvPr>
            <p:ph type="pic" sz="quarter" idx="14" hasCustomPrompt="1"/>
          </p:nvPr>
        </p:nvSpPr>
        <p:spPr>
          <a:xfrm>
            <a:off x="7246168" y="0"/>
            <a:ext cx="4948800" cy="6858000"/>
          </a:xfrm>
          <a:custGeom>
            <a:avLst/>
            <a:gdLst>
              <a:gd name="connsiteX0" fmla="*/ 3895412 w 4948800"/>
              <a:gd name="connsiteY0" fmla="*/ 5575243 h 6858000"/>
              <a:gd name="connsiteX1" fmla="*/ 4270977 w 4948800"/>
              <a:gd name="connsiteY1" fmla="*/ 5575243 h 6858000"/>
              <a:gd name="connsiteX2" fmla="*/ 4351465 w 4948800"/>
              <a:gd name="connsiteY2" fmla="*/ 5655677 h 6858000"/>
              <a:gd name="connsiteX3" fmla="*/ 4351465 w 4948800"/>
              <a:gd name="connsiteY3" fmla="*/ 6227641 h 6858000"/>
              <a:gd name="connsiteX4" fmla="*/ 4270977 w 4948800"/>
              <a:gd name="connsiteY4" fmla="*/ 6308075 h 6858000"/>
              <a:gd name="connsiteX5" fmla="*/ 3895412 w 4948800"/>
              <a:gd name="connsiteY5" fmla="*/ 6308075 h 6858000"/>
              <a:gd name="connsiteX6" fmla="*/ 3814945 w 4948800"/>
              <a:gd name="connsiteY6" fmla="*/ 6227641 h 6858000"/>
              <a:gd name="connsiteX7" fmla="*/ 3814945 w 4948800"/>
              <a:gd name="connsiteY7" fmla="*/ 5655677 h 6858000"/>
              <a:gd name="connsiteX8" fmla="*/ 3895412 w 4948800"/>
              <a:gd name="connsiteY8" fmla="*/ 5575243 h 6858000"/>
              <a:gd name="connsiteX9" fmla="*/ 1950562 w 4948800"/>
              <a:gd name="connsiteY9" fmla="*/ 5575243 h 6858000"/>
              <a:gd name="connsiteX10" fmla="*/ 2288119 w 4948800"/>
              <a:gd name="connsiteY10" fmla="*/ 5575243 h 6858000"/>
              <a:gd name="connsiteX11" fmla="*/ 2355183 w 4948800"/>
              <a:gd name="connsiteY11" fmla="*/ 5640037 h 6858000"/>
              <a:gd name="connsiteX12" fmla="*/ 2308239 w 4948800"/>
              <a:gd name="connsiteY12" fmla="*/ 5711532 h 6858000"/>
              <a:gd name="connsiteX13" fmla="*/ 1870086 w 4948800"/>
              <a:gd name="connsiteY13" fmla="*/ 5926019 h 6858000"/>
              <a:gd name="connsiteX14" fmla="*/ 1870086 w 4948800"/>
              <a:gd name="connsiteY14" fmla="*/ 5655677 h 6858000"/>
              <a:gd name="connsiteX15" fmla="*/ 1950562 w 4948800"/>
              <a:gd name="connsiteY15" fmla="*/ 5575243 h 6858000"/>
              <a:gd name="connsiteX16" fmla="*/ 1217329 w 4948800"/>
              <a:gd name="connsiteY16" fmla="*/ 5383099 h 6858000"/>
              <a:gd name="connsiteX17" fmla="*/ 1217329 w 4948800"/>
              <a:gd name="connsiteY17" fmla="*/ 6504687 h 6858000"/>
              <a:gd name="connsiteX18" fmla="*/ 1463231 w 4948800"/>
              <a:gd name="connsiteY18" fmla="*/ 6504687 h 6858000"/>
              <a:gd name="connsiteX19" fmla="*/ 1463231 w 4948800"/>
              <a:gd name="connsiteY19" fmla="*/ 5383099 h 6858000"/>
              <a:gd name="connsiteX20" fmla="*/ 3859658 w 4948800"/>
              <a:gd name="connsiteY20" fmla="*/ 5374162 h 6858000"/>
              <a:gd name="connsiteX21" fmla="*/ 3569052 w 4948800"/>
              <a:gd name="connsiteY21" fmla="*/ 5664614 h 6858000"/>
              <a:gd name="connsiteX22" fmla="*/ 3569052 w 4948800"/>
              <a:gd name="connsiteY22" fmla="*/ 6218705 h 6858000"/>
              <a:gd name="connsiteX23" fmla="*/ 3859658 w 4948800"/>
              <a:gd name="connsiteY23" fmla="*/ 6509156 h 6858000"/>
              <a:gd name="connsiteX24" fmla="*/ 4306751 w 4948800"/>
              <a:gd name="connsiteY24" fmla="*/ 6509156 h 6858000"/>
              <a:gd name="connsiteX25" fmla="*/ 4597358 w 4948800"/>
              <a:gd name="connsiteY25" fmla="*/ 6218705 h 6858000"/>
              <a:gd name="connsiteX26" fmla="*/ 4597358 w 4948800"/>
              <a:gd name="connsiteY26" fmla="*/ 5664614 h 6858000"/>
              <a:gd name="connsiteX27" fmla="*/ 4306751 w 4948800"/>
              <a:gd name="connsiteY27" fmla="*/ 5374162 h 6858000"/>
              <a:gd name="connsiteX28" fmla="*/ 1914795 w 4948800"/>
              <a:gd name="connsiteY28" fmla="*/ 5374162 h 6858000"/>
              <a:gd name="connsiteX29" fmla="*/ 1624185 w 4948800"/>
              <a:gd name="connsiteY29" fmla="*/ 5664614 h 6858000"/>
              <a:gd name="connsiteX30" fmla="*/ 1624185 w 4948800"/>
              <a:gd name="connsiteY30" fmla="*/ 6214236 h 6858000"/>
              <a:gd name="connsiteX31" fmla="*/ 1914795 w 4948800"/>
              <a:gd name="connsiteY31" fmla="*/ 6504687 h 6858000"/>
              <a:gd name="connsiteX32" fmla="*/ 2583193 w 4948800"/>
              <a:gd name="connsiteY32" fmla="*/ 6504687 h 6858000"/>
              <a:gd name="connsiteX33" fmla="*/ 2583193 w 4948800"/>
              <a:gd name="connsiteY33" fmla="*/ 6303606 h 6858000"/>
              <a:gd name="connsiteX34" fmla="*/ 1950562 w 4948800"/>
              <a:gd name="connsiteY34" fmla="*/ 6303606 h 6858000"/>
              <a:gd name="connsiteX35" fmla="*/ 1870086 w 4948800"/>
              <a:gd name="connsiteY35" fmla="*/ 6223174 h 6858000"/>
              <a:gd name="connsiteX36" fmla="*/ 1870086 w 4948800"/>
              <a:gd name="connsiteY36" fmla="*/ 6158380 h 6858000"/>
              <a:gd name="connsiteX37" fmla="*/ 2428953 w 4948800"/>
              <a:gd name="connsiteY37" fmla="*/ 5885804 h 6858000"/>
              <a:gd name="connsiteX38" fmla="*/ 2601091 w 4948800"/>
              <a:gd name="connsiteY38" fmla="*/ 5633335 h 6858000"/>
              <a:gd name="connsiteX39" fmla="*/ 2323885 w 4948800"/>
              <a:gd name="connsiteY39" fmla="*/ 5374162 h 6858000"/>
              <a:gd name="connsiteX40" fmla="*/ 2976634 w 4948800"/>
              <a:gd name="connsiteY40" fmla="*/ 5061369 h 6858000"/>
              <a:gd name="connsiteX41" fmla="*/ 2746394 w 4948800"/>
              <a:gd name="connsiteY41" fmla="*/ 5173081 h 6858000"/>
              <a:gd name="connsiteX42" fmla="*/ 2746394 w 4948800"/>
              <a:gd name="connsiteY42" fmla="*/ 6214236 h 6858000"/>
              <a:gd name="connsiteX43" fmla="*/ 3037000 w 4948800"/>
              <a:gd name="connsiteY43" fmla="*/ 6504687 h 6858000"/>
              <a:gd name="connsiteX44" fmla="*/ 3443849 w 4948800"/>
              <a:gd name="connsiteY44" fmla="*/ 6504687 h 6858000"/>
              <a:gd name="connsiteX45" fmla="*/ 3443849 w 4948800"/>
              <a:gd name="connsiteY45" fmla="*/ 6303606 h 6858000"/>
              <a:gd name="connsiteX46" fmla="*/ 3072775 w 4948800"/>
              <a:gd name="connsiteY46" fmla="*/ 6303606 h 6858000"/>
              <a:gd name="connsiteX47" fmla="*/ 2992287 w 4948800"/>
              <a:gd name="connsiteY47" fmla="*/ 6223174 h 6858000"/>
              <a:gd name="connsiteX48" fmla="*/ 2992287 w 4948800"/>
              <a:gd name="connsiteY48" fmla="*/ 5584182 h 6858000"/>
              <a:gd name="connsiteX49" fmla="*/ 3443849 w 4948800"/>
              <a:gd name="connsiteY49" fmla="*/ 5584182 h 6858000"/>
              <a:gd name="connsiteX50" fmla="*/ 3443849 w 4948800"/>
              <a:gd name="connsiteY50" fmla="*/ 5383099 h 6858000"/>
              <a:gd name="connsiteX51" fmla="*/ 2992287 w 4948800"/>
              <a:gd name="connsiteY51" fmla="*/ 5383099 h 6858000"/>
              <a:gd name="connsiteX52" fmla="*/ 2992287 w 4948800"/>
              <a:gd name="connsiteY52" fmla="*/ 5061369 h 6858000"/>
              <a:gd name="connsiteX53" fmla="*/ 1217329 w 4948800"/>
              <a:gd name="connsiteY53" fmla="*/ 5061369 h 6858000"/>
              <a:gd name="connsiteX54" fmla="*/ 1217329 w 4948800"/>
              <a:gd name="connsiteY54" fmla="*/ 5284792 h 6858000"/>
              <a:gd name="connsiteX55" fmla="*/ 1463231 w 4948800"/>
              <a:gd name="connsiteY55" fmla="*/ 5284792 h 6858000"/>
              <a:gd name="connsiteX56" fmla="*/ 1463231 w 4948800"/>
              <a:gd name="connsiteY56" fmla="*/ 5061369 h 6858000"/>
              <a:gd name="connsiteX57" fmla="*/ 589162 w 4948800"/>
              <a:gd name="connsiteY57" fmla="*/ 5061369 h 6858000"/>
              <a:gd name="connsiteX58" fmla="*/ 358909 w 4948800"/>
              <a:gd name="connsiteY58" fmla="*/ 5173081 h 6858000"/>
              <a:gd name="connsiteX59" fmla="*/ 358909 w 4948800"/>
              <a:gd name="connsiteY59" fmla="*/ 6214236 h 6858000"/>
              <a:gd name="connsiteX60" fmla="*/ 649520 w 4948800"/>
              <a:gd name="connsiteY60" fmla="*/ 6504687 h 6858000"/>
              <a:gd name="connsiteX61" fmla="*/ 1056375 w 4948800"/>
              <a:gd name="connsiteY61" fmla="*/ 6504687 h 6858000"/>
              <a:gd name="connsiteX62" fmla="*/ 1056375 w 4948800"/>
              <a:gd name="connsiteY62" fmla="*/ 6303606 h 6858000"/>
              <a:gd name="connsiteX63" fmla="*/ 685288 w 4948800"/>
              <a:gd name="connsiteY63" fmla="*/ 6303606 h 6858000"/>
              <a:gd name="connsiteX64" fmla="*/ 604810 w 4948800"/>
              <a:gd name="connsiteY64" fmla="*/ 6223174 h 6858000"/>
              <a:gd name="connsiteX65" fmla="*/ 604810 w 4948800"/>
              <a:gd name="connsiteY65" fmla="*/ 5584182 h 6858000"/>
              <a:gd name="connsiteX66" fmla="*/ 1056375 w 4948800"/>
              <a:gd name="connsiteY66" fmla="*/ 5584182 h 6858000"/>
              <a:gd name="connsiteX67" fmla="*/ 1056375 w 4948800"/>
              <a:gd name="connsiteY67" fmla="*/ 5383099 h 6858000"/>
              <a:gd name="connsiteX68" fmla="*/ 604810 w 4948800"/>
              <a:gd name="connsiteY68" fmla="*/ 5383099 h 6858000"/>
              <a:gd name="connsiteX69" fmla="*/ 604810 w 4948800"/>
              <a:gd name="connsiteY69" fmla="*/ 5061369 h 6858000"/>
              <a:gd name="connsiteX70" fmla="*/ 0 w 4948800"/>
              <a:gd name="connsiteY70" fmla="*/ 0 h 6858000"/>
              <a:gd name="connsiteX71" fmla="*/ 4948800 w 4948800"/>
              <a:gd name="connsiteY71" fmla="*/ 0 h 6858000"/>
              <a:gd name="connsiteX72" fmla="*/ 4948800 w 4948800"/>
              <a:gd name="connsiteY72" fmla="*/ 6858000 h 6858000"/>
              <a:gd name="connsiteX73" fmla="*/ 0 w 4948800"/>
              <a:gd name="connsiteY7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948800" h="6858000">
                <a:moveTo>
                  <a:pt x="3895412" y="5575243"/>
                </a:moveTo>
                <a:lnTo>
                  <a:pt x="4270977" y="5575243"/>
                </a:lnTo>
                <a:cubicBezTo>
                  <a:pt x="4320159" y="5575243"/>
                  <a:pt x="4351465" y="5606524"/>
                  <a:pt x="4351465" y="5655677"/>
                </a:cubicBezTo>
                <a:lnTo>
                  <a:pt x="4351465" y="6227641"/>
                </a:lnTo>
                <a:cubicBezTo>
                  <a:pt x="4351465" y="6276795"/>
                  <a:pt x="4320159" y="6308075"/>
                  <a:pt x="4270977" y="6308075"/>
                </a:cubicBezTo>
                <a:lnTo>
                  <a:pt x="3895412" y="6308075"/>
                </a:lnTo>
                <a:cubicBezTo>
                  <a:pt x="3846250" y="6308075"/>
                  <a:pt x="3814945" y="6276795"/>
                  <a:pt x="3814945" y="6227641"/>
                </a:cubicBezTo>
                <a:lnTo>
                  <a:pt x="3814945" y="5655677"/>
                </a:lnTo>
                <a:cubicBezTo>
                  <a:pt x="3814945" y="5606524"/>
                  <a:pt x="3846250" y="5575243"/>
                  <a:pt x="3895412" y="5575243"/>
                </a:cubicBezTo>
                <a:close/>
                <a:moveTo>
                  <a:pt x="1950562" y="5575243"/>
                </a:moveTo>
                <a:lnTo>
                  <a:pt x="2288119" y="5575243"/>
                </a:lnTo>
                <a:cubicBezTo>
                  <a:pt x="2332828" y="5575243"/>
                  <a:pt x="2355183" y="5602055"/>
                  <a:pt x="2355183" y="5640037"/>
                </a:cubicBezTo>
                <a:cubicBezTo>
                  <a:pt x="2355183" y="5680254"/>
                  <a:pt x="2337300" y="5695892"/>
                  <a:pt x="2308239" y="5711532"/>
                </a:cubicBezTo>
                <a:lnTo>
                  <a:pt x="1870086" y="5926019"/>
                </a:lnTo>
                <a:lnTo>
                  <a:pt x="1870086" y="5655677"/>
                </a:lnTo>
                <a:cubicBezTo>
                  <a:pt x="1870086" y="5606524"/>
                  <a:pt x="1901384" y="5575243"/>
                  <a:pt x="1950562" y="5575243"/>
                </a:cubicBezTo>
                <a:close/>
                <a:moveTo>
                  <a:pt x="1217329" y="5383099"/>
                </a:moveTo>
                <a:lnTo>
                  <a:pt x="1217329" y="6504687"/>
                </a:lnTo>
                <a:lnTo>
                  <a:pt x="1463231" y="6504687"/>
                </a:lnTo>
                <a:lnTo>
                  <a:pt x="1463231" y="5383099"/>
                </a:lnTo>
                <a:close/>
                <a:moveTo>
                  <a:pt x="3859658" y="5374162"/>
                </a:moveTo>
                <a:cubicBezTo>
                  <a:pt x="3694233" y="5374162"/>
                  <a:pt x="3569052" y="5499281"/>
                  <a:pt x="3569052" y="5664614"/>
                </a:cubicBezTo>
                <a:lnTo>
                  <a:pt x="3569052" y="6218705"/>
                </a:lnTo>
                <a:cubicBezTo>
                  <a:pt x="3569052" y="6384038"/>
                  <a:pt x="3694233" y="6509156"/>
                  <a:pt x="3859658" y="6509156"/>
                </a:cubicBezTo>
                <a:lnTo>
                  <a:pt x="4306751" y="6509156"/>
                </a:lnTo>
                <a:cubicBezTo>
                  <a:pt x="4472177" y="6509156"/>
                  <a:pt x="4597358" y="6384038"/>
                  <a:pt x="4597358" y="6218705"/>
                </a:cubicBezTo>
                <a:lnTo>
                  <a:pt x="4597358" y="5664614"/>
                </a:lnTo>
                <a:cubicBezTo>
                  <a:pt x="4597358" y="5499281"/>
                  <a:pt x="4472177" y="5374162"/>
                  <a:pt x="4306751" y="5374162"/>
                </a:cubicBezTo>
                <a:close/>
                <a:moveTo>
                  <a:pt x="1914795" y="5374162"/>
                </a:moveTo>
                <a:cubicBezTo>
                  <a:pt x="1749370" y="5374162"/>
                  <a:pt x="1624185" y="5499281"/>
                  <a:pt x="1624185" y="5664614"/>
                </a:cubicBezTo>
                <a:lnTo>
                  <a:pt x="1624185" y="6214236"/>
                </a:lnTo>
                <a:cubicBezTo>
                  <a:pt x="1624185" y="6379571"/>
                  <a:pt x="1749370" y="6504687"/>
                  <a:pt x="1914795" y="6504687"/>
                </a:cubicBezTo>
                <a:lnTo>
                  <a:pt x="2583193" y="6504687"/>
                </a:lnTo>
                <a:lnTo>
                  <a:pt x="2583193" y="6303606"/>
                </a:lnTo>
                <a:lnTo>
                  <a:pt x="1950562" y="6303606"/>
                </a:lnTo>
                <a:cubicBezTo>
                  <a:pt x="1901384" y="6303606"/>
                  <a:pt x="1870086" y="6272328"/>
                  <a:pt x="1870086" y="6223174"/>
                </a:cubicBezTo>
                <a:lnTo>
                  <a:pt x="1870086" y="6158380"/>
                </a:lnTo>
                <a:lnTo>
                  <a:pt x="2428953" y="5885804"/>
                </a:lnTo>
                <a:cubicBezTo>
                  <a:pt x="2558601" y="5823245"/>
                  <a:pt x="2601091" y="5751749"/>
                  <a:pt x="2601091" y="5633335"/>
                </a:cubicBezTo>
                <a:cubicBezTo>
                  <a:pt x="2601091" y="5494811"/>
                  <a:pt x="2500480" y="5374162"/>
                  <a:pt x="2323885" y="5374162"/>
                </a:cubicBezTo>
                <a:close/>
                <a:moveTo>
                  <a:pt x="2976634" y="5061369"/>
                </a:moveTo>
                <a:lnTo>
                  <a:pt x="2746394" y="5173081"/>
                </a:lnTo>
                <a:lnTo>
                  <a:pt x="2746394" y="6214236"/>
                </a:lnTo>
                <a:cubicBezTo>
                  <a:pt x="2746394" y="6384038"/>
                  <a:pt x="2867106" y="6504687"/>
                  <a:pt x="3037000" y="6504687"/>
                </a:cubicBezTo>
                <a:lnTo>
                  <a:pt x="3443849" y="6504687"/>
                </a:lnTo>
                <a:lnTo>
                  <a:pt x="3443849" y="6303606"/>
                </a:lnTo>
                <a:lnTo>
                  <a:pt x="3072775" y="6303606"/>
                </a:lnTo>
                <a:cubicBezTo>
                  <a:pt x="3023593" y="6303606"/>
                  <a:pt x="2992287" y="6272328"/>
                  <a:pt x="2992287" y="6223174"/>
                </a:cubicBezTo>
                <a:lnTo>
                  <a:pt x="2992287" y="5584182"/>
                </a:lnTo>
                <a:lnTo>
                  <a:pt x="3443849" y="5584182"/>
                </a:lnTo>
                <a:lnTo>
                  <a:pt x="3443849" y="5383099"/>
                </a:lnTo>
                <a:lnTo>
                  <a:pt x="2992287" y="5383099"/>
                </a:lnTo>
                <a:lnTo>
                  <a:pt x="2992287" y="5061369"/>
                </a:lnTo>
                <a:close/>
                <a:moveTo>
                  <a:pt x="1217329" y="5061369"/>
                </a:moveTo>
                <a:lnTo>
                  <a:pt x="1217329" y="5284792"/>
                </a:lnTo>
                <a:lnTo>
                  <a:pt x="1463231" y="5284792"/>
                </a:lnTo>
                <a:lnTo>
                  <a:pt x="1463231" y="5061369"/>
                </a:lnTo>
                <a:close/>
                <a:moveTo>
                  <a:pt x="589162" y="5061369"/>
                </a:moveTo>
                <a:lnTo>
                  <a:pt x="358909" y="5173081"/>
                </a:lnTo>
                <a:lnTo>
                  <a:pt x="358909" y="6214236"/>
                </a:lnTo>
                <a:cubicBezTo>
                  <a:pt x="358909" y="6384038"/>
                  <a:pt x="479624" y="6504687"/>
                  <a:pt x="649520" y="6504687"/>
                </a:cubicBezTo>
                <a:lnTo>
                  <a:pt x="1056375" y="6504687"/>
                </a:lnTo>
                <a:lnTo>
                  <a:pt x="1056375" y="6303606"/>
                </a:lnTo>
                <a:lnTo>
                  <a:pt x="685288" y="6303606"/>
                </a:lnTo>
                <a:cubicBezTo>
                  <a:pt x="636108" y="6303606"/>
                  <a:pt x="604810" y="6272328"/>
                  <a:pt x="604810" y="6223174"/>
                </a:cubicBezTo>
                <a:lnTo>
                  <a:pt x="604810" y="5584182"/>
                </a:lnTo>
                <a:lnTo>
                  <a:pt x="1056375" y="5584182"/>
                </a:lnTo>
                <a:lnTo>
                  <a:pt x="1056375" y="5383099"/>
                </a:lnTo>
                <a:lnTo>
                  <a:pt x="604810" y="5383099"/>
                </a:lnTo>
                <a:lnTo>
                  <a:pt x="604810" y="5061369"/>
                </a:lnTo>
                <a:close/>
                <a:moveTo>
                  <a:pt x="0" y="0"/>
                </a:moveTo>
                <a:lnTo>
                  <a:pt x="4948800" y="0"/>
                </a:lnTo>
                <a:lnTo>
                  <a:pt x="4948800" y="6858000"/>
                </a:lnTo>
                <a:lnTo>
                  <a:pt x="0" y="6858000"/>
                </a:lnTo>
                <a:close/>
              </a:path>
            </a:pathLst>
          </a:custGeom>
          <a:solidFill>
            <a:schemeClr val="bg1">
              <a:lumMod val="75000"/>
            </a:schemeClr>
          </a:solidFill>
        </p:spPr>
        <p:txBody>
          <a:bodyPr wrap="square" tIns="72000" anchor="t" anchorCtr="0">
            <a:noAutofit/>
          </a:bodyPr>
          <a:lstStyle>
            <a:lvl1pPr marL="0" indent="0" algn="ctr">
              <a:buNone/>
              <a:defRPr sz="1400">
                <a:solidFill>
                  <a:schemeClr val="bg1"/>
                </a:solidFill>
              </a:defRPr>
            </a:lvl1pPr>
          </a:lstStyle>
          <a:p>
            <a:r>
              <a:rPr lang="en-GB" dirty="0"/>
              <a:t>Click to add picture</a:t>
            </a:r>
          </a:p>
        </p:txBody>
      </p:sp>
      <p:sp>
        <p:nvSpPr>
          <p:cNvPr id="33" name="Title 1">
            <a:extLst>
              <a:ext uri="{FF2B5EF4-FFF2-40B4-BE49-F238E27FC236}">
                <a16:creationId xmlns:a16="http://schemas.microsoft.com/office/drawing/2014/main" id="{1053A396-A4E8-411D-9AC4-A95D53FA725A}"/>
              </a:ext>
            </a:extLst>
          </p:cNvPr>
          <p:cNvSpPr>
            <a:spLocks noGrp="1"/>
          </p:cNvSpPr>
          <p:nvPr>
            <p:ph type="ctrTitle" hasCustomPrompt="1"/>
          </p:nvPr>
        </p:nvSpPr>
        <p:spPr>
          <a:xfrm>
            <a:off x="345599" y="345600"/>
            <a:ext cx="6555600" cy="2746800"/>
          </a:xfrm>
        </p:spPr>
        <p:txBody>
          <a:bodyPr anchor="b"/>
          <a:lstStyle>
            <a:lvl1pPr algn="l">
              <a:defRPr sz="6000" b="0">
                <a:solidFill>
                  <a:schemeClr val="accent1"/>
                </a:solidFill>
              </a:defRPr>
            </a:lvl1pPr>
          </a:lstStyle>
          <a:p>
            <a:r>
              <a:rPr lang="en-GB" dirty="0"/>
              <a:t>Click to add title</a:t>
            </a:r>
          </a:p>
        </p:txBody>
      </p:sp>
      <p:sp>
        <p:nvSpPr>
          <p:cNvPr id="35" name="Subtitle 2">
            <a:extLst>
              <a:ext uri="{FF2B5EF4-FFF2-40B4-BE49-F238E27FC236}">
                <a16:creationId xmlns:a16="http://schemas.microsoft.com/office/drawing/2014/main" id="{0A3928A5-23A9-42AB-BE2A-254DDB2EE1F6}"/>
              </a:ext>
            </a:extLst>
          </p:cNvPr>
          <p:cNvSpPr>
            <a:spLocks noGrp="1"/>
          </p:cNvSpPr>
          <p:nvPr>
            <p:ph type="subTitle" idx="1" hasCustomPrompt="1"/>
          </p:nvPr>
        </p:nvSpPr>
        <p:spPr>
          <a:xfrm>
            <a:off x="345599" y="3438000"/>
            <a:ext cx="6555600" cy="954000"/>
          </a:xfrm>
        </p:spPr>
        <p:txBody>
          <a:bodyPr>
            <a:noAutofit/>
          </a:bodyPr>
          <a:lstStyle>
            <a:lvl1pPr marL="0" indent="0" algn="l">
              <a:buNone/>
              <a:defRPr sz="2200" b="0">
                <a:solidFill>
                  <a:schemeClr val="accent3"/>
                </a:solidFill>
                <a:latin typeface="+mn-lt"/>
              </a:defRPr>
            </a:lvl1pPr>
            <a:lvl2pPr marL="0" indent="0" algn="l">
              <a:buNone/>
              <a:defRPr sz="2200">
                <a:solidFill>
                  <a:schemeClr val="accent3"/>
                </a:solidFill>
                <a:latin typeface="+mn-lt"/>
              </a:defRPr>
            </a:lvl2pPr>
            <a:lvl3pPr marL="0" indent="0" algn="l">
              <a:buNone/>
              <a:defRPr sz="2200">
                <a:solidFill>
                  <a:schemeClr val="accent3"/>
                </a:solidFill>
                <a:latin typeface="+mn-lt"/>
              </a:defRPr>
            </a:lvl3pPr>
            <a:lvl4pPr marL="0" indent="0" algn="l">
              <a:buNone/>
              <a:defRPr sz="2200">
                <a:solidFill>
                  <a:schemeClr val="accent3"/>
                </a:solidFill>
                <a:latin typeface="+mn-lt"/>
              </a:defRPr>
            </a:lvl4pPr>
            <a:lvl5pPr marL="0" indent="0" algn="l">
              <a:buNone/>
              <a:defRPr sz="2200">
                <a:solidFill>
                  <a:schemeClr val="accent3"/>
                </a:solidFill>
                <a:latin typeface="+mn-lt"/>
              </a:defRPr>
            </a:lvl5pPr>
            <a:lvl6pPr marL="0" indent="0" algn="l">
              <a:buNone/>
              <a:defRPr sz="2200">
                <a:solidFill>
                  <a:schemeClr val="accent3"/>
                </a:solidFill>
                <a:latin typeface="+mn-lt"/>
              </a:defRPr>
            </a:lvl6pPr>
            <a:lvl7pPr marL="0" indent="0" algn="l">
              <a:buNone/>
              <a:defRPr sz="2200">
                <a:solidFill>
                  <a:schemeClr val="accent3"/>
                </a:solidFill>
                <a:latin typeface="+mn-lt"/>
              </a:defRPr>
            </a:lvl7pPr>
            <a:lvl8pPr marL="0" indent="0" algn="l">
              <a:buNone/>
              <a:defRPr sz="2200">
                <a:solidFill>
                  <a:schemeClr val="accent3"/>
                </a:solidFill>
                <a:latin typeface="+mn-lt"/>
              </a:defRPr>
            </a:lvl8pPr>
            <a:lvl9pPr marL="0" indent="0" algn="l">
              <a:buNone/>
              <a:defRPr sz="2200">
                <a:solidFill>
                  <a:schemeClr val="accent3"/>
                </a:solidFill>
                <a:latin typeface="+mn-lt"/>
              </a:defRPr>
            </a:lvl9pPr>
          </a:lstStyle>
          <a:p>
            <a:r>
              <a:rPr lang="en-GB" dirty="0"/>
              <a:t>Click to add subtitle</a:t>
            </a:r>
          </a:p>
        </p:txBody>
      </p:sp>
      <p:sp>
        <p:nvSpPr>
          <p:cNvPr id="5" name="Text Placeholder 3">
            <a:extLst>
              <a:ext uri="{FF2B5EF4-FFF2-40B4-BE49-F238E27FC236}">
                <a16:creationId xmlns:a16="http://schemas.microsoft.com/office/drawing/2014/main" id="{984D155C-D075-3214-8198-52FAADB8FBCE}"/>
              </a:ext>
            </a:extLst>
          </p:cNvPr>
          <p:cNvSpPr>
            <a:spLocks noGrp="1"/>
          </p:cNvSpPr>
          <p:nvPr>
            <p:ph type="body" sz="quarter" idx="15" hasCustomPrompt="1"/>
          </p:nvPr>
        </p:nvSpPr>
        <p:spPr bwMode="black">
          <a:xfrm>
            <a:off x="345600" y="6000750"/>
            <a:ext cx="6552000" cy="282083"/>
          </a:xfrm>
          <a:effectLst/>
        </p:spPr>
        <p:txBody>
          <a:bodyPr vert="horz" wrap="square" anchor="b" anchorCtr="0">
            <a:noAutofit/>
          </a:bodyPr>
          <a:lstStyle>
            <a:lvl1pPr marL="0" indent="0" algn="l">
              <a:buFont typeface="Arial" panose="020B0604020202020204" pitchFamily="34" charset="0"/>
              <a:buNone/>
              <a:defRPr sz="1400" b="0" i="0" u="none" strike="noStrike">
                <a:solidFill>
                  <a:schemeClr val="accent6">
                    <a:lumMod val="75000"/>
                  </a:schemeClr>
                </a:solidFill>
                <a:latin typeface="+mn-lt"/>
              </a:defRPr>
            </a:lvl1pPr>
            <a:lvl2pPr marL="0" indent="0" algn="l">
              <a:buFont typeface="Arial" panose="020B0604020202020204" pitchFamily="34" charset="0"/>
              <a:buChar char="​"/>
              <a:defRPr sz="1400" b="0" i="0" u="none" strike="noStrike">
                <a:solidFill>
                  <a:schemeClr val="accent6">
                    <a:lumMod val="75000"/>
                  </a:schemeClr>
                </a:solidFill>
                <a:latin typeface="+mn-lt"/>
              </a:defRPr>
            </a:lvl2pPr>
            <a:lvl3pPr marL="0" indent="0" algn="l">
              <a:buFont typeface="Arial" panose="020B0604020202020204" pitchFamily="34" charset="0"/>
              <a:buChar char="​"/>
              <a:defRPr sz="1400" b="0" i="0" u="none" strike="noStrike">
                <a:solidFill>
                  <a:schemeClr val="accent6">
                    <a:lumMod val="75000"/>
                  </a:schemeClr>
                </a:solidFill>
                <a:latin typeface="+mn-lt"/>
              </a:defRPr>
            </a:lvl3pPr>
            <a:lvl4pPr marL="0" indent="0" algn="l">
              <a:buFont typeface="Arial" panose="020B0604020202020204" pitchFamily="34" charset="0"/>
              <a:buChar char="​"/>
              <a:defRPr sz="1400" b="0" i="0" u="none" strike="noStrike">
                <a:solidFill>
                  <a:schemeClr val="accent6">
                    <a:lumMod val="75000"/>
                  </a:schemeClr>
                </a:solidFill>
                <a:latin typeface="+mn-lt"/>
              </a:defRPr>
            </a:lvl4pPr>
            <a:lvl5pPr marL="0" indent="0" algn="l">
              <a:buFont typeface="Arial" panose="020B0604020202020204" pitchFamily="34" charset="0"/>
              <a:buChar char="​"/>
              <a:defRPr sz="1400" b="0" i="0" u="none" strike="noStrike">
                <a:solidFill>
                  <a:schemeClr val="accent6">
                    <a:lumMod val="75000"/>
                  </a:schemeClr>
                </a:solidFill>
                <a:latin typeface="+mn-lt"/>
              </a:defRPr>
            </a:lvl5pPr>
            <a:lvl6pPr>
              <a:defRPr sz="1400">
                <a:solidFill>
                  <a:schemeClr val="accent6">
                    <a:lumMod val="75000"/>
                  </a:schemeClr>
                </a:solidFill>
              </a:defRPr>
            </a:lvl6pPr>
            <a:lvl7pPr>
              <a:defRPr sz="1400">
                <a:solidFill>
                  <a:schemeClr val="accent6">
                    <a:lumMod val="75000"/>
                  </a:schemeClr>
                </a:solidFill>
              </a:defRPr>
            </a:lvl7pPr>
            <a:lvl8pPr>
              <a:defRPr sz="1400">
                <a:solidFill>
                  <a:schemeClr val="accent6">
                    <a:lumMod val="75000"/>
                  </a:schemeClr>
                </a:solidFill>
              </a:defRPr>
            </a:lvl8pPr>
            <a:lvl9pPr>
              <a:defRPr sz="1400">
                <a:solidFill>
                  <a:schemeClr val="accent6">
                    <a:lumMod val="75000"/>
                  </a:schemeClr>
                </a:solidFill>
              </a:defRPr>
            </a:lvl9pPr>
          </a:lstStyle>
          <a:p>
            <a:pPr lvl="0"/>
            <a:r>
              <a:rPr lang="en-GB" dirty="0"/>
              <a:t>Click to add presenter's name</a:t>
            </a:r>
          </a:p>
        </p:txBody>
      </p:sp>
      <p:sp>
        <p:nvSpPr>
          <p:cNvPr id="6" name="Text Placeholder 3">
            <a:extLst>
              <a:ext uri="{FF2B5EF4-FFF2-40B4-BE49-F238E27FC236}">
                <a16:creationId xmlns:a16="http://schemas.microsoft.com/office/drawing/2014/main" id="{EA97EA6C-990C-224E-8707-63E3D5ABC8CE}"/>
              </a:ext>
            </a:extLst>
          </p:cNvPr>
          <p:cNvSpPr>
            <a:spLocks noGrp="1"/>
          </p:cNvSpPr>
          <p:nvPr>
            <p:ph type="body" sz="quarter" idx="16" hasCustomPrompt="1"/>
          </p:nvPr>
        </p:nvSpPr>
        <p:spPr bwMode="black">
          <a:xfrm>
            <a:off x="345600" y="6354887"/>
            <a:ext cx="6552000" cy="233348"/>
          </a:xfrm>
          <a:effectLst/>
        </p:spPr>
        <p:txBody>
          <a:bodyPr vert="horz" wrap="square" anchor="t" anchorCtr="0">
            <a:noAutofit/>
          </a:bodyPr>
          <a:lstStyle>
            <a:lvl1pPr marL="0" indent="0" algn="l">
              <a:buFont typeface="Arial" panose="020B0604020202020204" pitchFamily="34" charset="0"/>
              <a:buNone/>
              <a:defRPr sz="1400" b="0" i="0" u="none" strike="noStrike">
                <a:solidFill>
                  <a:schemeClr val="accent6">
                    <a:lumMod val="75000"/>
                  </a:schemeClr>
                </a:solidFill>
                <a:latin typeface="+mn-lt"/>
              </a:defRPr>
            </a:lvl1pPr>
            <a:lvl2pPr marL="0" indent="0" algn="l">
              <a:buFont typeface="Arial" panose="020B0604020202020204" pitchFamily="34" charset="0"/>
              <a:buChar char="​"/>
              <a:defRPr sz="1400" b="0" i="0" u="none" strike="noStrike">
                <a:solidFill>
                  <a:schemeClr val="accent6">
                    <a:lumMod val="75000"/>
                  </a:schemeClr>
                </a:solidFill>
                <a:latin typeface="+mn-lt"/>
              </a:defRPr>
            </a:lvl2pPr>
            <a:lvl3pPr marL="0" indent="0" algn="l">
              <a:buFont typeface="Arial" panose="020B0604020202020204" pitchFamily="34" charset="0"/>
              <a:buChar char="​"/>
              <a:defRPr sz="1400" b="0" i="0" u="none" strike="noStrike">
                <a:solidFill>
                  <a:schemeClr val="accent6">
                    <a:lumMod val="75000"/>
                  </a:schemeClr>
                </a:solidFill>
                <a:latin typeface="+mn-lt"/>
              </a:defRPr>
            </a:lvl3pPr>
            <a:lvl4pPr marL="0" indent="0" algn="l">
              <a:buFont typeface="Arial" panose="020B0604020202020204" pitchFamily="34" charset="0"/>
              <a:buChar char="​"/>
              <a:defRPr sz="1400" b="0" i="0" u="none" strike="noStrike">
                <a:solidFill>
                  <a:schemeClr val="accent6">
                    <a:lumMod val="75000"/>
                  </a:schemeClr>
                </a:solidFill>
                <a:latin typeface="+mn-lt"/>
              </a:defRPr>
            </a:lvl4pPr>
            <a:lvl5pPr marL="0" indent="0" algn="l">
              <a:buFont typeface="Arial" panose="020B0604020202020204" pitchFamily="34" charset="0"/>
              <a:buChar char="​"/>
              <a:defRPr sz="1400" b="0" i="0" u="none" strike="noStrike">
                <a:solidFill>
                  <a:schemeClr val="accent6">
                    <a:lumMod val="75000"/>
                  </a:schemeClr>
                </a:solidFill>
                <a:latin typeface="+mn-lt"/>
              </a:defRPr>
            </a:lvl5pPr>
            <a:lvl6pPr>
              <a:defRPr sz="1400">
                <a:solidFill>
                  <a:schemeClr val="accent6">
                    <a:lumMod val="75000"/>
                  </a:schemeClr>
                </a:solidFill>
              </a:defRPr>
            </a:lvl6pPr>
            <a:lvl7pPr>
              <a:defRPr sz="1400">
                <a:solidFill>
                  <a:schemeClr val="accent6">
                    <a:lumMod val="75000"/>
                  </a:schemeClr>
                </a:solidFill>
              </a:defRPr>
            </a:lvl7pPr>
            <a:lvl8pPr>
              <a:defRPr sz="1400">
                <a:solidFill>
                  <a:schemeClr val="accent6">
                    <a:lumMod val="75000"/>
                  </a:schemeClr>
                </a:solidFill>
              </a:defRPr>
            </a:lvl8pPr>
            <a:lvl9pPr>
              <a:defRPr sz="1400">
                <a:solidFill>
                  <a:schemeClr val="accent6">
                    <a:lumMod val="75000"/>
                  </a:schemeClr>
                </a:solidFill>
              </a:defRPr>
            </a:lvl9pPr>
          </a:lstStyle>
          <a:p>
            <a:pPr lvl="0"/>
            <a:r>
              <a:rPr lang="en-GB" dirty="0"/>
              <a:t>Click to add date</a:t>
            </a:r>
          </a:p>
        </p:txBody>
      </p:sp>
    </p:spTree>
    <p:extLst>
      <p:ext uri="{BB962C8B-B14F-4D97-AF65-F5344CB8AC3E}">
        <p14:creationId xmlns:p14="http://schemas.microsoft.com/office/powerpoint/2010/main" val="2327690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genda 1">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1" y="2469092"/>
            <a:ext cx="4405788" cy="1919817"/>
          </a:xfrm>
        </p:spPr>
        <p:txBody>
          <a:bodyPr anchor="ctr"/>
          <a:lstStyle>
            <a:lvl1pPr>
              <a:defRPr sz="3600">
                <a:solidFill>
                  <a:schemeClr val="tx1"/>
                </a:solidFill>
              </a:defRPr>
            </a:lvl1pPr>
          </a:lstStyle>
          <a:p>
            <a:r>
              <a:rPr lang="en-GB" dirty="0"/>
              <a:t>Click to add title for example Agenda</a:t>
            </a:r>
          </a:p>
        </p:txBody>
      </p:sp>
      <p:sp>
        <p:nvSpPr>
          <p:cNvPr id="8" name="Text Placeholder 7">
            <a:extLst>
              <a:ext uri="{FF2B5EF4-FFF2-40B4-BE49-F238E27FC236}">
                <a16:creationId xmlns:a16="http://schemas.microsoft.com/office/drawing/2014/main" id="{A993DDC7-6347-4E7C-80D6-CA23706A068E}"/>
              </a:ext>
            </a:extLst>
          </p:cNvPr>
          <p:cNvSpPr>
            <a:spLocks noGrp="1"/>
          </p:cNvSpPr>
          <p:nvPr>
            <p:ph type="body" sz="quarter" idx="13" hasCustomPrompt="1"/>
          </p:nvPr>
        </p:nvSpPr>
        <p:spPr>
          <a:xfrm>
            <a:off x="5183717" y="344488"/>
            <a:ext cx="4368800" cy="6169088"/>
          </a:xfrm>
        </p:spPr>
        <p:txBody>
          <a:bodyPr anchor="ctr">
            <a:noAutofit/>
          </a:bodyPr>
          <a:lstStyle>
            <a:lvl1pPr marL="319609" indent="-319609">
              <a:buClr>
                <a:schemeClr val="accent5"/>
              </a:buClr>
              <a:buFont typeface="+mj-lt"/>
              <a:buAutoNum type="arabicPeriod"/>
              <a:defRPr>
                <a:solidFill>
                  <a:schemeClr val="tx1"/>
                </a:solidFill>
                <a:latin typeface="+mn-lt"/>
              </a:defRPr>
            </a:lvl1pPr>
            <a:lvl2pPr marL="543970" indent="-230400">
              <a:buClr>
                <a:schemeClr val="accent5"/>
              </a:buClr>
              <a:buFont typeface="+mj-lt"/>
              <a:buAutoNum type="arabicPeriod"/>
              <a:defRPr>
                <a:solidFill>
                  <a:schemeClr val="tx1"/>
                </a:solidFill>
                <a:latin typeface="+mn-lt"/>
              </a:defRPr>
            </a:lvl2pPr>
            <a:lvl3pPr marL="783147" indent="-232828">
              <a:buClr>
                <a:schemeClr val="accent5"/>
              </a:buClr>
              <a:buFont typeface="+mj-lt"/>
              <a:buAutoNum type="arabicPeriod"/>
              <a:defRPr>
                <a:solidFill>
                  <a:schemeClr val="tx1"/>
                </a:solidFill>
                <a:latin typeface="+mn-lt"/>
              </a:defRPr>
            </a:lvl3pPr>
            <a:lvl4pPr marL="1024441" indent="-251878">
              <a:buClr>
                <a:schemeClr val="accent5"/>
              </a:buClr>
              <a:buFont typeface="+mj-lt"/>
              <a:buAutoNum type="arabicPeriod"/>
              <a:defRPr>
                <a:solidFill>
                  <a:schemeClr val="tx1"/>
                </a:solidFill>
                <a:latin typeface="+mn-lt"/>
              </a:defRPr>
            </a:lvl4pPr>
            <a:lvl5pPr marL="1261502" indent="-237061">
              <a:buClr>
                <a:schemeClr val="accent5"/>
              </a:buClr>
              <a:buFont typeface="+mj-lt"/>
              <a:buAutoNum type="arabicPeriod"/>
              <a:defRPr>
                <a:solidFill>
                  <a:schemeClr val="tx1"/>
                </a:solidFill>
                <a:latin typeface="+mn-lt"/>
              </a:defRPr>
            </a:lvl5pPr>
            <a:lvl6pPr marL="1260000" indent="-237600">
              <a:buClr>
                <a:schemeClr val="accent5"/>
              </a:buClr>
              <a:buFont typeface="+mj-lt"/>
              <a:buAutoNum type="arabicPeriod"/>
              <a:defRPr sz="1400">
                <a:solidFill>
                  <a:schemeClr val="tx1"/>
                </a:solidFill>
              </a:defRPr>
            </a:lvl6pPr>
            <a:lvl7pPr marL="1260000" indent="-237600">
              <a:buClr>
                <a:schemeClr val="accent5"/>
              </a:buClr>
              <a:buFont typeface="+mj-lt"/>
              <a:buAutoNum type="arabicPeriod"/>
              <a:defRPr sz="1400">
                <a:solidFill>
                  <a:schemeClr val="tx1"/>
                </a:solidFill>
              </a:defRPr>
            </a:lvl7pPr>
            <a:lvl8pPr marL="1260000" indent="-237600">
              <a:buClr>
                <a:schemeClr val="accent5"/>
              </a:buClr>
              <a:buFont typeface="+mj-lt"/>
              <a:buAutoNum type="arabicPeriod"/>
              <a:defRPr sz="1400">
                <a:solidFill>
                  <a:schemeClr val="tx1"/>
                </a:solidFill>
              </a:defRPr>
            </a:lvl8pPr>
            <a:lvl9pPr marL="1260000" indent="-237600">
              <a:buClr>
                <a:schemeClr val="accent5"/>
              </a:buClr>
              <a:buFont typeface="+mj-lt"/>
              <a:buAutoNum type="arabicPeriod"/>
              <a:defRPr sz="1400">
                <a:solidFill>
                  <a:schemeClr val="tx1"/>
                </a:solidFill>
              </a:defRPr>
            </a:lvl9pPr>
          </a:lstStyle>
          <a:p>
            <a:pPr lvl="0"/>
            <a:r>
              <a:rPr lang="en-GB" dirty="0"/>
              <a:t>Click to add text</a:t>
            </a:r>
          </a:p>
        </p:txBody>
      </p:sp>
      <p:sp>
        <p:nvSpPr>
          <p:cNvPr id="5" name="tieto logo">
            <a:extLst>
              <a:ext uri="{FF2B5EF4-FFF2-40B4-BE49-F238E27FC236}">
                <a16:creationId xmlns:a16="http://schemas.microsoft.com/office/drawing/2014/main" id="{BAB7B54D-8D3A-6978-AF68-270D17E14F0C}"/>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12" name="Date Placeholder 11" hidden="1">
            <a:extLst>
              <a:ext uri="{FF2B5EF4-FFF2-40B4-BE49-F238E27FC236}">
                <a16:creationId xmlns:a16="http://schemas.microsoft.com/office/drawing/2014/main" id="{9343B4BB-200E-FC18-9A79-02A88DC1D98E}"/>
              </a:ext>
            </a:extLst>
          </p:cNvPr>
          <p:cNvSpPr>
            <a:spLocks noGrp="1"/>
          </p:cNvSpPr>
          <p:nvPr>
            <p:ph type="dt" sz="half" idx="17"/>
          </p:nvPr>
        </p:nvSpPr>
        <p:spPr/>
        <p:txBody>
          <a:bodyPr/>
          <a:lstStyle>
            <a:lvl1pPr>
              <a:defRPr>
                <a:solidFill>
                  <a:schemeClr val="accent6">
                    <a:lumMod val="60000"/>
                    <a:lumOff val="40000"/>
                  </a:schemeClr>
                </a:solidFill>
              </a:defRPr>
            </a:lvl1pPr>
          </a:lstStyle>
          <a:p>
            <a:fld id="{BBAA1810-3098-4FB2-B65F-3B1929B41F72}" type="datetime3">
              <a:rPr lang="en-GB" smtClean="0"/>
              <a:t>21 July, 2026</a:t>
            </a:fld>
            <a:endParaRPr lang="en-GB" dirty="0"/>
          </a:p>
        </p:txBody>
      </p:sp>
      <p:sp>
        <p:nvSpPr>
          <p:cNvPr id="13" name="Footer Placeholder 12">
            <a:extLst>
              <a:ext uri="{FF2B5EF4-FFF2-40B4-BE49-F238E27FC236}">
                <a16:creationId xmlns:a16="http://schemas.microsoft.com/office/drawing/2014/main" id="{00F2084B-303E-F28F-2551-4DD7239A2EB1}"/>
              </a:ext>
            </a:extLst>
          </p:cNvPr>
          <p:cNvSpPr>
            <a:spLocks noGrp="1"/>
          </p:cNvSpPr>
          <p:nvPr>
            <p:ph type="ftr" sz="quarter" idx="18"/>
          </p:nvPr>
        </p:nvSpPr>
        <p:spPr/>
        <p:txBody>
          <a:bodyPr/>
          <a:lstStyle>
            <a:lvl1pPr>
              <a:defRPr>
                <a:solidFill>
                  <a:schemeClr val="accent6">
                    <a:lumMod val="60000"/>
                    <a:lumOff val="40000"/>
                  </a:schemeClr>
                </a:solidFill>
              </a:defRPr>
            </a:lvl1pPr>
          </a:lstStyle>
          <a:p>
            <a:r>
              <a:rPr lang="en-GB" dirty="0"/>
              <a:t>Confidential</a:t>
            </a:r>
          </a:p>
        </p:txBody>
      </p:sp>
      <p:sp>
        <p:nvSpPr>
          <p:cNvPr id="11" name="Slide Number Placeholder 10">
            <a:extLst>
              <a:ext uri="{FF2B5EF4-FFF2-40B4-BE49-F238E27FC236}">
                <a16:creationId xmlns:a16="http://schemas.microsoft.com/office/drawing/2014/main" id="{96C77536-C884-4A81-AE68-002872FF9735}"/>
              </a:ext>
            </a:extLst>
          </p:cNvPr>
          <p:cNvSpPr>
            <a:spLocks noGrp="1"/>
          </p:cNvSpPr>
          <p:nvPr>
            <p:ph type="sldNum" sz="quarter" idx="16"/>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05326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265" userDrawn="1">
          <p15:clr>
            <a:srgbClr val="A4A3A4"/>
          </p15:clr>
        </p15:guide>
        <p15:guide id="3" pos="6017" userDrawn="1">
          <p15:clr>
            <a:srgbClr val="A4A3A4"/>
          </p15:clr>
        </p15:guide>
        <p15:guide id="4" pos="2993" userDrawn="1">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2469092"/>
            <a:ext cx="4405788" cy="1919817"/>
          </a:xfrm>
        </p:spPr>
        <p:txBody>
          <a:bodyPr anchor="ctr"/>
          <a:lstStyle>
            <a:lvl1pPr>
              <a:defRPr sz="3600">
                <a:solidFill>
                  <a:schemeClr val="accent3"/>
                </a:solidFill>
              </a:defRPr>
            </a:lvl1pPr>
          </a:lstStyle>
          <a:p>
            <a:r>
              <a:rPr lang="en-GB" dirty="0"/>
              <a:t>Click to add title for example Agenda</a:t>
            </a:r>
          </a:p>
        </p:txBody>
      </p:sp>
      <p:sp>
        <p:nvSpPr>
          <p:cNvPr id="8" name="Text Placeholder 7">
            <a:extLst>
              <a:ext uri="{FF2B5EF4-FFF2-40B4-BE49-F238E27FC236}">
                <a16:creationId xmlns:a16="http://schemas.microsoft.com/office/drawing/2014/main" id="{A993DDC7-6347-4E7C-80D6-CA23706A068E}"/>
              </a:ext>
            </a:extLst>
          </p:cNvPr>
          <p:cNvSpPr>
            <a:spLocks noGrp="1"/>
          </p:cNvSpPr>
          <p:nvPr>
            <p:ph type="body" sz="quarter" idx="13" hasCustomPrompt="1"/>
          </p:nvPr>
        </p:nvSpPr>
        <p:spPr>
          <a:xfrm>
            <a:off x="5183717" y="344488"/>
            <a:ext cx="4368800" cy="6169088"/>
          </a:xfrm>
        </p:spPr>
        <p:txBody>
          <a:bodyPr anchor="ctr">
            <a:noAutofit/>
          </a:bodyPr>
          <a:lstStyle>
            <a:lvl1pPr marL="319609" indent="-319609">
              <a:buClr>
                <a:schemeClr val="accent3"/>
              </a:buClr>
              <a:buFont typeface="+mj-lt"/>
              <a:buAutoNum type="arabicPeriod"/>
              <a:defRPr>
                <a:solidFill>
                  <a:schemeClr val="accent1"/>
                </a:solidFill>
                <a:latin typeface="+mn-lt"/>
              </a:defRPr>
            </a:lvl1pPr>
            <a:lvl2pPr marL="543970" indent="-230712">
              <a:buClr>
                <a:schemeClr val="accent3"/>
              </a:buClr>
              <a:buFont typeface="+mj-lt"/>
              <a:buAutoNum type="arabicPeriod"/>
              <a:defRPr>
                <a:solidFill>
                  <a:schemeClr val="accent1"/>
                </a:solidFill>
                <a:latin typeface="+mn-lt"/>
              </a:defRPr>
            </a:lvl2pPr>
            <a:lvl3pPr marL="783147" indent="-232828">
              <a:buClr>
                <a:schemeClr val="accent3"/>
              </a:buClr>
              <a:buFont typeface="+mj-lt"/>
              <a:buAutoNum type="arabicPeriod"/>
              <a:defRPr>
                <a:solidFill>
                  <a:schemeClr val="accent1"/>
                </a:solidFill>
                <a:latin typeface="+mn-lt"/>
              </a:defRPr>
            </a:lvl3pPr>
            <a:lvl4pPr marL="1024441" indent="-251878">
              <a:buClr>
                <a:schemeClr val="accent3"/>
              </a:buClr>
              <a:buFont typeface="+mj-lt"/>
              <a:buAutoNum type="arabicPeriod"/>
              <a:defRPr>
                <a:solidFill>
                  <a:schemeClr val="accent1"/>
                </a:solidFill>
                <a:latin typeface="+mn-lt"/>
              </a:defRPr>
            </a:lvl4pPr>
            <a:lvl5pPr marL="1261502" indent="-237061">
              <a:buClr>
                <a:schemeClr val="accent3"/>
              </a:buClr>
              <a:buFont typeface="+mj-lt"/>
              <a:buAutoNum type="arabicPeriod"/>
              <a:defRPr>
                <a:solidFill>
                  <a:schemeClr val="accent1"/>
                </a:solidFill>
                <a:latin typeface="+mn-lt"/>
              </a:defRPr>
            </a:lvl5pPr>
            <a:lvl6pPr marL="1260000" indent="-237600">
              <a:buClr>
                <a:schemeClr val="accent3"/>
              </a:buClr>
              <a:buFont typeface="+mj-lt"/>
              <a:buAutoNum type="arabicPeriod"/>
              <a:defRPr sz="1400"/>
            </a:lvl6pPr>
            <a:lvl7pPr marL="1260000" indent="-237600">
              <a:buClr>
                <a:schemeClr val="accent3"/>
              </a:buClr>
              <a:buFont typeface="+mj-lt"/>
              <a:buAutoNum type="arabicPeriod"/>
              <a:defRPr sz="1400"/>
            </a:lvl7pPr>
            <a:lvl8pPr marL="1260000" indent="-237600">
              <a:buClr>
                <a:schemeClr val="accent3"/>
              </a:buClr>
              <a:buFont typeface="+mj-lt"/>
              <a:buAutoNum type="arabicPeriod"/>
              <a:defRPr sz="1400"/>
            </a:lvl8pPr>
            <a:lvl9pPr marL="1260000" indent="-237600">
              <a:buClr>
                <a:schemeClr val="accent3"/>
              </a:buClr>
              <a:buFont typeface="+mj-lt"/>
              <a:buAutoNum type="arabicPeriod"/>
              <a:defRPr sz="1400"/>
            </a:lvl9pPr>
          </a:lstStyle>
          <a:p>
            <a:pPr lvl="0"/>
            <a:r>
              <a:rPr lang="en-GB" dirty="0"/>
              <a:t>Click to add text</a:t>
            </a:r>
          </a:p>
        </p:txBody>
      </p:sp>
      <p:sp>
        <p:nvSpPr>
          <p:cNvPr id="5" name="Date Placeholder 4" hidden="1">
            <a:extLst>
              <a:ext uri="{FF2B5EF4-FFF2-40B4-BE49-F238E27FC236}">
                <a16:creationId xmlns:a16="http://schemas.microsoft.com/office/drawing/2014/main" id="{08C863AD-D2A1-D42A-E2CD-1765E8E00BBF}"/>
              </a:ext>
            </a:extLst>
          </p:cNvPr>
          <p:cNvSpPr>
            <a:spLocks noGrp="1"/>
          </p:cNvSpPr>
          <p:nvPr>
            <p:ph type="dt" sz="half" idx="17"/>
          </p:nvPr>
        </p:nvSpPr>
        <p:spPr/>
        <p:txBody>
          <a:bodyPr/>
          <a:lstStyle/>
          <a:p>
            <a:fld id="{2DEB7E05-2DBB-4ED0-ACD3-64884E2577BB}" type="datetime3">
              <a:rPr lang="en-GB" smtClean="0"/>
              <a:t>21 July, 2026</a:t>
            </a:fld>
            <a:endParaRPr lang="en-GB" dirty="0"/>
          </a:p>
        </p:txBody>
      </p:sp>
      <p:sp>
        <p:nvSpPr>
          <p:cNvPr id="6" name="Footer Placeholder 5">
            <a:extLst>
              <a:ext uri="{FF2B5EF4-FFF2-40B4-BE49-F238E27FC236}">
                <a16:creationId xmlns:a16="http://schemas.microsoft.com/office/drawing/2014/main" id="{F6E8F896-A8CD-7ACB-7649-6E26B6C35B3F}"/>
              </a:ext>
            </a:extLst>
          </p:cNvPr>
          <p:cNvSpPr>
            <a:spLocks noGrp="1"/>
          </p:cNvSpPr>
          <p:nvPr>
            <p:ph type="ftr" sz="quarter" idx="18"/>
          </p:nvPr>
        </p:nvSpPr>
        <p:spPr/>
        <p:txBody>
          <a:bodyPr/>
          <a:lstStyle/>
          <a:p>
            <a:r>
              <a:rPr lang="en-GB" dirty="0"/>
              <a:t>Confidential</a:t>
            </a:r>
          </a:p>
        </p:txBody>
      </p:sp>
      <p:sp>
        <p:nvSpPr>
          <p:cNvPr id="9" name="Slide Number Placeholder 8">
            <a:extLst>
              <a:ext uri="{FF2B5EF4-FFF2-40B4-BE49-F238E27FC236}">
                <a16:creationId xmlns:a16="http://schemas.microsoft.com/office/drawing/2014/main" id="{A9A53E81-6ACA-B6AC-C786-B4D0D7750FA2}"/>
              </a:ext>
            </a:extLst>
          </p:cNvPr>
          <p:cNvSpPr>
            <a:spLocks noGrp="1"/>
          </p:cNvSpPr>
          <p:nvPr>
            <p:ph type="sldNum" sz="quarter" idx="16"/>
          </p:nvPr>
        </p:nvSpPr>
        <p:spPr/>
        <p:txBody>
          <a:bodyPr/>
          <a:lstStyle/>
          <a:p>
            <a:r>
              <a:rPr lang="en-GB" dirty="0"/>
              <a:t> </a:t>
            </a:r>
            <a:fld id="{61E25E67-CBB9-434B-BBF7-0A5E970272B8}" type="slidenum">
              <a:rPr lang="en-GB" smtClean="0"/>
              <a:pPr/>
              <a:t>‹#›</a:t>
            </a:fld>
            <a:endParaRPr lang="en-GB" dirty="0"/>
          </a:p>
        </p:txBody>
      </p:sp>
    </p:spTree>
    <p:extLst>
      <p:ext uri="{BB962C8B-B14F-4D97-AF65-F5344CB8AC3E}">
        <p14:creationId xmlns:p14="http://schemas.microsoft.com/office/powerpoint/2010/main" val="3127289182"/>
      </p:ext>
    </p:extLst>
  </p:cSld>
  <p:clrMapOvr>
    <a:masterClrMapping/>
  </p:clrMapOvr>
  <p:extLst>
    <p:ext uri="{DCECCB84-F9BA-43D5-87BE-67443E8EF086}">
      <p15:sldGuideLst xmlns:p15="http://schemas.microsoft.com/office/powerpoint/2012/main">
        <p15:guide id="1" pos="3265" userDrawn="1">
          <p15:clr>
            <a:srgbClr val="A4A3A4"/>
          </p15:clr>
        </p15:guide>
        <p15:guide id="3" pos="6017" userDrawn="1">
          <p15:clr>
            <a:srgbClr val="A4A3A4"/>
          </p15:clr>
        </p15:guide>
        <p15:guide id="4" pos="2993" userDrawn="1">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 3">
    <p:bg>
      <p:bgPr>
        <a:solidFill>
          <a:srgbClr val="3531C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2469093"/>
            <a:ext cx="4405788" cy="1919817"/>
          </a:xfrm>
        </p:spPr>
        <p:txBody>
          <a:bodyPr anchor="ctr"/>
          <a:lstStyle>
            <a:lvl1pPr>
              <a:defRPr sz="3600">
                <a:solidFill>
                  <a:schemeClr val="tx1"/>
                </a:solidFill>
              </a:defRPr>
            </a:lvl1pPr>
          </a:lstStyle>
          <a:p>
            <a:r>
              <a:rPr lang="en-GB" dirty="0"/>
              <a:t>Click to add title for example Agenda</a:t>
            </a:r>
          </a:p>
        </p:txBody>
      </p:sp>
      <p:sp>
        <p:nvSpPr>
          <p:cNvPr id="8" name="Text Placeholder 7">
            <a:extLst>
              <a:ext uri="{FF2B5EF4-FFF2-40B4-BE49-F238E27FC236}">
                <a16:creationId xmlns:a16="http://schemas.microsoft.com/office/drawing/2014/main" id="{A993DDC7-6347-4E7C-80D6-CA23706A068E}"/>
              </a:ext>
            </a:extLst>
          </p:cNvPr>
          <p:cNvSpPr>
            <a:spLocks noGrp="1"/>
          </p:cNvSpPr>
          <p:nvPr>
            <p:ph type="body" sz="quarter" idx="13" hasCustomPrompt="1"/>
          </p:nvPr>
        </p:nvSpPr>
        <p:spPr>
          <a:xfrm>
            <a:off x="5183717" y="344488"/>
            <a:ext cx="4368800" cy="6169088"/>
          </a:xfrm>
        </p:spPr>
        <p:txBody>
          <a:bodyPr anchor="ctr">
            <a:noAutofit/>
          </a:bodyPr>
          <a:lstStyle>
            <a:lvl1pPr marL="319609" indent="-319609">
              <a:buClr>
                <a:schemeClr val="accent5"/>
              </a:buClr>
              <a:buFont typeface="+mj-lt"/>
              <a:buAutoNum type="arabicPeriod"/>
              <a:defRPr>
                <a:solidFill>
                  <a:schemeClr val="tx1"/>
                </a:solidFill>
                <a:latin typeface="+mn-lt"/>
              </a:defRPr>
            </a:lvl1pPr>
            <a:lvl2pPr marL="543970" indent="-230712">
              <a:buClr>
                <a:schemeClr val="accent5"/>
              </a:buClr>
              <a:buFont typeface="+mj-lt"/>
              <a:buAutoNum type="arabicPeriod"/>
              <a:defRPr>
                <a:solidFill>
                  <a:schemeClr val="tx1"/>
                </a:solidFill>
                <a:latin typeface="+mn-lt"/>
              </a:defRPr>
            </a:lvl2pPr>
            <a:lvl3pPr marL="783147" indent="-232828">
              <a:buClr>
                <a:schemeClr val="accent5"/>
              </a:buClr>
              <a:buFont typeface="+mj-lt"/>
              <a:buAutoNum type="arabicPeriod"/>
              <a:defRPr>
                <a:solidFill>
                  <a:schemeClr val="tx1"/>
                </a:solidFill>
                <a:latin typeface="+mn-lt"/>
              </a:defRPr>
            </a:lvl3pPr>
            <a:lvl4pPr marL="1024441" indent="-251878">
              <a:buClr>
                <a:schemeClr val="accent5"/>
              </a:buClr>
              <a:buFont typeface="+mj-lt"/>
              <a:buAutoNum type="arabicPeriod"/>
              <a:defRPr>
                <a:solidFill>
                  <a:schemeClr val="tx1"/>
                </a:solidFill>
                <a:latin typeface="+mn-lt"/>
              </a:defRPr>
            </a:lvl4pPr>
            <a:lvl5pPr marL="1261502" indent="-237061">
              <a:buClr>
                <a:schemeClr val="accent5"/>
              </a:buClr>
              <a:buFont typeface="+mj-lt"/>
              <a:buAutoNum type="arabicPeriod"/>
              <a:defRPr>
                <a:solidFill>
                  <a:schemeClr val="tx1"/>
                </a:solidFill>
                <a:latin typeface="+mn-lt"/>
              </a:defRPr>
            </a:lvl5pPr>
            <a:lvl6pPr marL="1260000" indent="-237600">
              <a:buClr>
                <a:schemeClr val="accent5"/>
              </a:buClr>
              <a:buFont typeface="+mj-lt"/>
              <a:buAutoNum type="arabicPeriod"/>
              <a:defRPr sz="1400">
                <a:solidFill>
                  <a:schemeClr val="tx1"/>
                </a:solidFill>
                <a:latin typeface="+mn-lt"/>
              </a:defRPr>
            </a:lvl6pPr>
            <a:lvl7pPr marL="1260000" indent="-237600">
              <a:buClr>
                <a:schemeClr val="accent5"/>
              </a:buClr>
              <a:buFont typeface="+mj-lt"/>
              <a:buAutoNum type="arabicPeriod"/>
              <a:defRPr sz="1400">
                <a:solidFill>
                  <a:schemeClr val="tx1"/>
                </a:solidFill>
                <a:latin typeface="+mn-lt"/>
              </a:defRPr>
            </a:lvl7pPr>
            <a:lvl8pPr marL="1260000" indent="-237600">
              <a:buClr>
                <a:schemeClr val="accent5"/>
              </a:buClr>
              <a:buFont typeface="+mj-lt"/>
              <a:buAutoNum type="arabicPeriod"/>
              <a:defRPr sz="1400">
                <a:solidFill>
                  <a:schemeClr val="tx1"/>
                </a:solidFill>
                <a:latin typeface="+mn-lt"/>
              </a:defRPr>
            </a:lvl8pPr>
            <a:lvl9pPr marL="1260000" indent="-237600">
              <a:buClr>
                <a:schemeClr val="accent5"/>
              </a:buClr>
              <a:buFont typeface="+mj-lt"/>
              <a:buAutoNum type="arabicPeriod"/>
              <a:defRPr sz="1400">
                <a:solidFill>
                  <a:schemeClr val="tx1"/>
                </a:solidFill>
                <a:latin typeface="+mn-lt"/>
              </a:defRPr>
            </a:lvl9pPr>
          </a:lstStyle>
          <a:p>
            <a:pPr lvl="0"/>
            <a:r>
              <a:rPr lang="en-GB" dirty="0"/>
              <a:t>Click to add text</a:t>
            </a:r>
          </a:p>
        </p:txBody>
      </p:sp>
      <p:sp>
        <p:nvSpPr>
          <p:cNvPr id="7" name="tieto logo">
            <a:extLst>
              <a:ext uri="{FF2B5EF4-FFF2-40B4-BE49-F238E27FC236}">
                <a16:creationId xmlns:a16="http://schemas.microsoft.com/office/drawing/2014/main" id="{5E9C5C1A-F392-EA06-42B4-9DAD3E31CE1E}"/>
              </a:ext>
            </a:extLst>
          </p:cNvPr>
          <p:cNvSpPr/>
          <p:nvPr userDrawn="1"/>
        </p:nvSpPr>
        <p:spPr bwMode="black">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tx1"/>
          </a:solidFill>
          <a:ln w="302" cap="flat">
            <a:noFill/>
            <a:prstDash val="solid"/>
            <a:miter/>
          </a:ln>
        </p:spPr>
        <p:txBody>
          <a:bodyPr/>
          <a:lstStyle/>
          <a:p>
            <a:endParaRPr lang="en-GB" dirty="0"/>
          </a:p>
        </p:txBody>
      </p:sp>
      <p:sp>
        <p:nvSpPr>
          <p:cNvPr id="6" name="Date Placeholder 5" hidden="1">
            <a:extLst>
              <a:ext uri="{FF2B5EF4-FFF2-40B4-BE49-F238E27FC236}">
                <a16:creationId xmlns:a16="http://schemas.microsoft.com/office/drawing/2014/main" id="{B4141499-438F-72DD-A83F-92B6023B5C9D}"/>
              </a:ext>
            </a:extLst>
          </p:cNvPr>
          <p:cNvSpPr>
            <a:spLocks noGrp="1"/>
          </p:cNvSpPr>
          <p:nvPr>
            <p:ph type="dt" sz="half" idx="17"/>
          </p:nvPr>
        </p:nvSpPr>
        <p:spPr/>
        <p:txBody>
          <a:bodyPr/>
          <a:lstStyle>
            <a:lvl1pPr>
              <a:defRPr>
                <a:solidFill>
                  <a:schemeClr val="bg1"/>
                </a:solidFill>
              </a:defRPr>
            </a:lvl1pPr>
          </a:lstStyle>
          <a:p>
            <a:fld id="{5E08E399-9261-4EB8-AE8E-A2ABD0125212}" type="datetime3">
              <a:rPr lang="en-GB" smtClean="0"/>
              <a:t>21 July, 2026</a:t>
            </a:fld>
            <a:endParaRPr lang="en-GB" dirty="0"/>
          </a:p>
        </p:txBody>
      </p:sp>
      <p:sp>
        <p:nvSpPr>
          <p:cNvPr id="10" name="Footer Placeholder 9">
            <a:extLst>
              <a:ext uri="{FF2B5EF4-FFF2-40B4-BE49-F238E27FC236}">
                <a16:creationId xmlns:a16="http://schemas.microsoft.com/office/drawing/2014/main" id="{08B60B3D-093A-C639-2E14-8D1CF8306B75}"/>
              </a:ext>
            </a:extLst>
          </p:cNvPr>
          <p:cNvSpPr>
            <a:spLocks noGrp="1"/>
          </p:cNvSpPr>
          <p:nvPr>
            <p:ph type="ftr" sz="quarter" idx="18"/>
          </p:nvPr>
        </p:nvSpPr>
        <p:spPr/>
        <p:txBody>
          <a:bodyPr/>
          <a:lstStyle>
            <a:lvl1pPr>
              <a:defRPr>
                <a:solidFill>
                  <a:schemeClr val="tx1"/>
                </a:solidFill>
              </a:defRPr>
            </a:lvl1pPr>
          </a:lstStyle>
          <a:p>
            <a:r>
              <a:rPr lang="en-GB" dirty="0"/>
              <a:t>Confidential</a:t>
            </a:r>
            <a:endParaRPr lang="en-GB" dirty="0">
              <a:solidFill>
                <a:schemeClr val="tx1"/>
              </a:solidFill>
            </a:endParaRPr>
          </a:p>
        </p:txBody>
      </p:sp>
      <p:sp>
        <p:nvSpPr>
          <p:cNvPr id="5" name="Slide Number Placeholder 4">
            <a:extLst>
              <a:ext uri="{FF2B5EF4-FFF2-40B4-BE49-F238E27FC236}">
                <a16:creationId xmlns:a16="http://schemas.microsoft.com/office/drawing/2014/main" id="{DED6BAC5-71E0-81A6-A0D6-34B025EB2AF6}"/>
              </a:ext>
            </a:extLst>
          </p:cNvPr>
          <p:cNvSpPr>
            <a:spLocks noGrp="1"/>
          </p:cNvSpPr>
          <p:nvPr>
            <p:ph type="sldNum" sz="quarter" idx="16"/>
          </p:nvPr>
        </p:nvSpPr>
        <p:spPr/>
        <p:txBody>
          <a:bodyPr/>
          <a:lstStyle>
            <a:lvl1pPr>
              <a:defRPr>
                <a:solidFill>
                  <a:schemeClr val="tx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2644984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265" userDrawn="1">
          <p15:clr>
            <a:srgbClr val="A4A3A4"/>
          </p15:clr>
        </p15:guide>
        <p15:guide id="3" pos="6017" userDrawn="1">
          <p15:clr>
            <a:srgbClr val="A4A3A4"/>
          </p15:clr>
        </p15:guide>
        <p15:guide id="4" pos="2993" userDrawn="1">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peaker 1">
    <p:bg>
      <p:bgPr>
        <a:solidFill>
          <a:srgbClr val="021E57"/>
        </a:solidFill>
        <a:effectLst/>
      </p:bgPr>
    </p:bg>
    <p:spTree>
      <p:nvGrpSpPr>
        <p:cNvPr id="1" name=""/>
        <p:cNvGrpSpPr/>
        <p:nvPr/>
      </p:nvGrpSpPr>
      <p:grpSpPr>
        <a:xfrm>
          <a:off x="0" y="0"/>
          <a:ext cx="0" cy="0"/>
          <a:chOff x="0" y="0"/>
          <a:chExt cx="0" cy="0"/>
        </a:xfrm>
      </p:grpSpPr>
      <p:sp>
        <p:nvSpPr>
          <p:cNvPr id="32" name="Picture Placeholder 62">
            <a:extLst>
              <a:ext uri="{FF2B5EF4-FFF2-40B4-BE49-F238E27FC236}">
                <a16:creationId xmlns:a16="http://schemas.microsoft.com/office/drawing/2014/main" id="{51DD727F-E43F-4B84-9AF0-3AE3A5A8C39E}"/>
              </a:ext>
            </a:extLst>
          </p:cNvPr>
          <p:cNvSpPr>
            <a:spLocks noGrp="1" noChangeAspect="1"/>
          </p:cNvSpPr>
          <p:nvPr>
            <p:ph type="pic" sz="quarter" idx="14" hasCustomPrompt="1"/>
          </p:nvPr>
        </p:nvSpPr>
        <p:spPr>
          <a:xfrm>
            <a:off x="7405200" y="1245600"/>
            <a:ext cx="3848400" cy="4366800"/>
          </a:xfrm>
          <a:prstGeom prst="roundRect">
            <a:avLst>
              <a:gd name="adj" fmla="val 990"/>
            </a:avLst>
          </a:prstGeom>
          <a:solidFill>
            <a:schemeClr val="tx1">
              <a:lumMod val="75000"/>
            </a:schemeClr>
          </a:solidFill>
        </p:spPr>
        <p:txBody>
          <a:bodyPr wrap="square" tIns="72000" anchor="t" anchorCtr="0">
            <a:noAutofit/>
          </a:bodyPr>
          <a:lstStyle>
            <a:lvl1pPr marL="0" indent="0" algn="ctr">
              <a:buNone/>
              <a:defRPr sz="1400">
                <a:solidFill>
                  <a:schemeClr val="tx1"/>
                </a:solidFill>
              </a:defRPr>
            </a:lvl1pPr>
          </a:lstStyle>
          <a:p>
            <a:r>
              <a:rPr lang="en-GB" dirty="0"/>
              <a:t>Click to add picture</a:t>
            </a:r>
          </a:p>
        </p:txBody>
      </p:sp>
      <p:sp>
        <p:nvSpPr>
          <p:cNvPr id="2" name="Title 1">
            <a:extLst>
              <a:ext uri="{FF2B5EF4-FFF2-40B4-BE49-F238E27FC236}">
                <a16:creationId xmlns:a16="http://schemas.microsoft.com/office/drawing/2014/main" id="{BDA215CB-C256-F010-C3BF-162BE44095D8}"/>
              </a:ext>
            </a:extLst>
          </p:cNvPr>
          <p:cNvSpPr>
            <a:spLocks noGrp="1"/>
          </p:cNvSpPr>
          <p:nvPr>
            <p:ph type="title" hasCustomPrompt="1"/>
          </p:nvPr>
        </p:nvSpPr>
        <p:spPr>
          <a:xfrm>
            <a:off x="345601" y="1320801"/>
            <a:ext cx="6292800" cy="2326766"/>
          </a:xfrm>
        </p:spPr>
        <p:txBody>
          <a:bodyPr anchor="b" anchorCtr="0"/>
          <a:lstStyle>
            <a:lvl1pPr>
              <a:defRPr lang="en-GB" sz="6000" b="0" kern="1200" dirty="0">
                <a:solidFill>
                  <a:schemeClr val="tx1"/>
                </a:solidFill>
                <a:latin typeface="+mj-lt"/>
                <a:ea typeface="+mj-ea"/>
                <a:cs typeface="+mj-cs"/>
              </a:defRPr>
            </a:lvl1pPr>
          </a:lstStyle>
          <a:p>
            <a:r>
              <a:rPr lang="en-GB" dirty="0"/>
              <a:t>Click to add name</a:t>
            </a:r>
          </a:p>
        </p:txBody>
      </p:sp>
      <p:sp>
        <p:nvSpPr>
          <p:cNvPr id="35" name="Subtitle 2">
            <a:extLst>
              <a:ext uri="{FF2B5EF4-FFF2-40B4-BE49-F238E27FC236}">
                <a16:creationId xmlns:a16="http://schemas.microsoft.com/office/drawing/2014/main" id="{0A3928A5-23A9-42AB-BE2A-254DDB2EE1F6}"/>
              </a:ext>
            </a:extLst>
          </p:cNvPr>
          <p:cNvSpPr>
            <a:spLocks noGrp="1"/>
          </p:cNvSpPr>
          <p:nvPr>
            <p:ph type="subTitle" idx="1" hasCustomPrompt="1"/>
          </p:nvPr>
        </p:nvSpPr>
        <p:spPr>
          <a:xfrm>
            <a:off x="345599" y="3748366"/>
            <a:ext cx="6292800" cy="1344000"/>
          </a:xfrm>
        </p:spPr>
        <p:txBody>
          <a:bodyPr>
            <a:noAutofit/>
          </a:bodyPr>
          <a:lstStyle>
            <a:lvl1pPr marL="0" indent="0" algn="l">
              <a:buNone/>
              <a:defRPr sz="2200" b="0">
                <a:solidFill>
                  <a:schemeClr val="accent4"/>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add role title</a:t>
            </a:r>
          </a:p>
        </p:txBody>
      </p:sp>
      <p:sp>
        <p:nvSpPr>
          <p:cNvPr id="7" name="tieto logo">
            <a:extLst>
              <a:ext uri="{FF2B5EF4-FFF2-40B4-BE49-F238E27FC236}">
                <a16:creationId xmlns:a16="http://schemas.microsoft.com/office/drawing/2014/main" id="{02F21A55-587C-9904-F5D9-6CDD245DD49C}"/>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3" name="Date Placeholder 2" hidden="1">
            <a:extLst>
              <a:ext uri="{FF2B5EF4-FFF2-40B4-BE49-F238E27FC236}">
                <a16:creationId xmlns:a16="http://schemas.microsoft.com/office/drawing/2014/main" id="{278FFC2B-81A0-A21F-CA42-A50BBE3427B4}"/>
              </a:ext>
            </a:extLst>
          </p:cNvPr>
          <p:cNvSpPr>
            <a:spLocks noGrp="1"/>
          </p:cNvSpPr>
          <p:nvPr>
            <p:ph type="dt" sz="half" idx="15"/>
          </p:nvPr>
        </p:nvSpPr>
        <p:spPr/>
        <p:txBody>
          <a:bodyPr/>
          <a:lstStyle>
            <a:lvl1pPr>
              <a:defRPr>
                <a:solidFill>
                  <a:schemeClr val="accent6">
                    <a:lumMod val="60000"/>
                    <a:lumOff val="40000"/>
                  </a:schemeClr>
                </a:solidFill>
              </a:defRPr>
            </a:lvl1pPr>
          </a:lstStyle>
          <a:p>
            <a:fld id="{322D69F6-81C2-4F85-B6B6-C6D251238517}" type="datetime3">
              <a:rPr lang="en-GB" smtClean="0"/>
              <a:t>21 July, 2026</a:t>
            </a:fld>
            <a:endParaRPr lang="en-GB" dirty="0"/>
          </a:p>
        </p:txBody>
      </p:sp>
      <p:sp>
        <p:nvSpPr>
          <p:cNvPr id="8" name="Footer Placeholder 7">
            <a:extLst>
              <a:ext uri="{FF2B5EF4-FFF2-40B4-BE49-F238E27FC236}">
                <a16:creationId xmlns:a16="http://schemas.microsoft.com/office/drawing/2014/main" id="{E2CA5E01-9217-A609-E8B7-FE0BA5CD74A1}"/>
              </a:ext>
            </a:extLst>
          </p:cNvPr>
          <p:cNvSpPr>
            <a:spLocks noGrp="1"/>
          </p:cNvSpPr>
          <p:nvPr>
            <p:ph type="ftr" sz="quarter" idx="16"/>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a:extLst>
              <a:ext uri="{FF2B5EF4-FFF2-40B4-BE49-F238E27FC236}">
                <a16:creationId xmlns:a16="http://schemas.microsoft.com/office/drawing/2014/main" id="{387CCF62-5A96-461B-B8BA-E249CAEFFB4F}"/>
              </a:ext>
            </a:extLst>
          </p:cNvPr>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49685000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sp>
        <p:nvSpPr>
          <p:cNvPr id="32" name="Picture Placeholder 62">
            <a:extLst>
              <a:ext uri="{FF2B5EF4-FFF2-40B4-BE49-F238E27FC236}">
                <a16:creationId xmlns:a16="http://schemas.microsoft.com/office/drawing/2014/main" id="{51DD727F-E43F-4B84-9AF0-3AE3A5A8C39E}"/>
              </a:ext>
            </a:extLst>
          </p:cNvPr>
          <p:cNvSpPr>
            <a:spLocks noGrp="1" noChangeAspect="1"/>
          </p:cNvSpPr>
          <p:nvPr>
            <p:ph type="pic" sz="quarter" idx="14" hasCustomPrompt="1"/>
          </p:nvPr>
        </p:nvSpPr>
        <p:spPr>
          <a:xfrm>
            <a:off x="7405200" y="1245600"/>
            <a:ext cx="3848400" cy="4366800"/>
          </a:xfrm>
          <a:prstGeom prst="roundRect">
            <a:avLst>
              <a:gd name="adj" fmla="val 990"/>
            </a:avLst>
          </a:prstGeom>
          <a:solidFill>
            <a:schemeClr val="bg1">
              <a:lumMod val="75000"/>
            </a:schemeClr>
          </a:solidFill>
        </p:spPr>
        <p:txBody>
          <a:bodyPr wrap="square" tIns="72000" anchor="t" anchorCtr="0">
            <a:noAutofit/>
          </a:bodyPr>
          <a:lstStyle>
            <a:lvl1pPr marL="0" indent="0" algn="ctr">
              <a:buNone/>
              <a:defRPr sz="1400">
                <a:solidFill>
                  <a:schemeClr val="bg1"/>
                </a:solidFill>
              </a:defRPr>
            </a:lvl1pPr>
          </a:lstStyle>
          <a:p>
            <a:r>
              <a:rPr lang="en-GB" dirty="0"/>
              <a:t>Click to add picture</a:t>
            </a:r>
          </a:p>
        </p:txBody>
      </p:sp>
      <p:sp>
        <p:nvSpPr>
          <p:cNvPr id="2" name="Title 1">
            <a:extLst>
              <a:ext uri="{FF2B5EF4-FFF2-40B4-BE49-F238E27FC236}">
                <a16:creationId xmlns:a16="http://schemas.microsoft.com/office/drawing/2014/main" id="{2E544AF7-495D-C853-B677-2ECAFE33D66D}"/>
              </a:ext>
            </a:extLst>
          </p:cNvPr>
          <p:cNvSpPr>
            <a:spLocks noGrp="1"/>
          </p:cNvSpPr>
          <p:nvPr>
            <p:ph type="title" hasCustomPrompt="1"/>
          </p:nvPr>
        </p:nvSpPr>
        <p:spPr>
          <a:xfrm>
            <a:off x="345601" y="1320801"/>
            <a:ext cx="6292800" cy="2326766"/>
          </a:xfrm>
        </p:spPr>
        <p:txBody>
          <a:bodyPr anchor="b" anchorCtr="0"/>
          <a:lstStyle>
            <a:lvl1pPr>
              <a:defRPr lang="en-GB" sz="6000" b="0" kern="1200" dirty="0">
                <a:solidFill>
                  <a:schemeClr val="accent1"/>
                </a:solidFill>
                <a:latin typeface="+mj-lt"/>
                <a:ea typeface="+mj-ea"/>
                <a:cs typeface="+mj-cs"/>
              </a:defRPr>
            </a:lvl1pPr>
          </a:lstStyle>
          <a:p>
            <a:r>
              <a:rPr lang="en-GB" dirty="0"/>
              <a:t>Click to add name</a:t>
            </a:r>
          </a:p>
        </p:txBody>
      </p:sp>
      <p:sp>
        <p:nvSpPr>
          <p:cNvPr id="35" name="Subtitle 2">
            <a:extLst>
              <a:ext uri="{FF2B5EF4-FFF2-40B4-BE49-F238E27FC236}">
                <a16:creationId xmlns:a16="http://schemas.microsoft.com/office/drawing/2014/main" id="{0A3928A5-23A9-42AB-BE2A-254DDB2EE1F6}"/>
              </a:ext>
            </a:extLst>
          </p:cNvPr>
          <p:cNvSpPr>
            <a:spLocks noGrp="1"/>
          </p:cNvSpPr>
          <p:nvPr>
            <p:ph type="subTitle" idx="1" hasCustomPrompt="1"/>
          </p:nvPr>
        </p:nvSpPr>
        <p:spPr>
          <a:xfrm>
            <a:off x="345599" y="3748366"/>
            <a:ext cx="6292800" cy="1344000"/>
          </a:xfrm>
        </p:spPr>
        <p:txBody>
          <a:bodyPr>
            <a:noAutofit/>
          </a:bodyPr>
          <a:lstStyle>
            <a:lvl1pPr marL="0" indent="0" algn="l">
              <a:buNone/>
              <a:defRPr sz="2200" b="0">
                <a:solidFill>
                  <a:schemeClr val="accent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add role title</a:t>
            </a:r>
          </a:p>
        </p:txBody>
      </p:sp>
      <p:sp>
        <p:nvSpPr>
          <p:cNvPr id="3" name="Date Placeholder 2" hidden="1">
            <a:extLst>
              <a:ext uri="{FF2B5EF4-FFF2-40B4-BE49-F238E27FC236}">
                <a16:creationId xmlns:a16="http://schemas.microsoft.com/office/drawing/2014/main" id="{DD9CCD3A-11E6-E14A-1868-83D86D8707CA}"/>
              </a:ext>
            </a:extLst>
          </p:cNvPr>
          <p:cNvSpPr>
            <a:spLocks noGrp="1"/>
          </p:cNvSpPr>
          <p:nvPr>
            <p:ph type="dt" sz="half" idx="15"/>
          </p:nvPr>
        </p:nvSpPr>
        <p:spPr/>
        <p:txBody>
          <a:bodyPr/>
          <a:lstStyle/>
          <a:p>
            <a:fld id="{4FBF1CCE-3970-4341-83FE-071C8613D07C}" type="datetime3">
              <a:rPr lang="en-GB" smtClean="0"/>
              <a:t>21 July, 2026</a:t>
            </a:fld>
            <a:endParaRPr lang="en-GB" dirty="0"/>
          </a:p>
        </p:txBody>
      </p:sp>
      <p:sp>
        <p:nvSpPr>
          <p:cNvPr id="7" name="Footer Placeholder 6">
            <a:extLst>
              <a:ext uri="{FF2B5EF4-FFF2-40B4-BE49-F238E27FC236}">
                <a16:creationId xmlns:a16="http://schemas.microsoft.com/office/drawing/2014/main" id="{C0BF4DEE-18B8-7C39-3D97-91B5C82E12FC}"/>
              </a:ext>
            </a:extLst>
          </p:cNvPr>
          <p:cNvSpPr>
            <a:spLocks noGrp="1"/>
          </p:cNvSpPr>
          <p:nvPr>
            <p:ph type="ftr" sz="quarter" idx="16"/>
          </p:nvPr>
        </p:nvSpPr>
        <p:spPr/>
        <p:txBody>
          <a:bodyPr/>
          <a:lstStyle/>
          <a:p>
            <a:r>
              <a:rPr lang="en-GB" dirty="0"/>
              <a:t>Confidential</a:t>
            </a:r>
          </a:p>
        </p:txBody>
      </p:sp>
      <p:sp>
        <p:nvSpPr>
          <p:cNvPr id="6" name="Slide Number Placeholder 5">
            <a:extLst>
              <a:ext uri="{FF2B5EF4-FFF2-40B4-BE49-F238E27FC236}">
                <a16:creationId xmlns:a16="http://schemas.microsoft.com/office/drawing/2014/main" id="{387CCF62-5A96-461B-B8BA-E249CAEFFB4F}"/>
              </a:ext>
            </a:extLst>
          </p:cNvPr>
          <p:cNvSpPr>
            <a:spLocks noGrp="1"/>
          </p:cNvSpPr>
          <p:nvPr>
            <p:ph type="sldNum" sz="quarter" idx="12"/>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1552623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hapter 1">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1320801"/>
            <a:ext cx="5269388" cy="4216400"/>
          </a:xfrm>
        </p:spPr>
        <p:txBody>
          <a:bodyPr anchor="ctr"/>
          <a:lstStyle>
            <a:lvl1pPr>
              <a:defRPr sz="4800">
                <a:solidFill>
                  <a:schemeClr val="tx1"/>
                </a:solidFill>
              </a:defRPr>
            </a:lvl1pPr>
          </a:lstStyle>
          <a:p>
            <a:r>
              <a:rPr lang="en-GB" dirty="0"/>
              <a:t>Click to add title and add chapter number to the right</a:t>
            </a:r>
          </a:p>
        </p:txBody>
      </p:sp>
      <p:sp>
        <p:nvSpPr>
          <p:cNvPr id="39" name="Picture Placeholder 38">
            <a:extLst>
              <a:ext uri="{FF2B5EF4-FFF2-40B4-BE49-F238E27FC236}">
                <a16:creationId xmlns:a16="http://schemas.microsoft.com/office/drawing/2014/main" id="{6E1A49B8-1D02-2E63-893D-407470D19D19}"/>
              </a:ext>
            </a:extLst>
          </p:cNvPr>
          <p:cNvSpPr>
            <a:spLocks noGrp="1"/>
          </p:cNvSpPr>
          <p:nvPr>
            <p:ph type="pic" sz="quarter" idx="13" hasCustomPrompt="1"/>
          </p:nvPr>
        </p:nvSpPr>
        <p:spPr>
          <a:xfrm>
            <a:off x="7628400" y="2221200"/>
            <a:ext cx="4564800" cy="2415600"/>
          </a:xfrm>
        </p:spPr>
        <p:txBody>
          <a:bodyPr tIns="72000"/>
          <a:lstStyle>
            <a:lvl1pPr algn="ctr">
              <a:buFontTx/>
              <a:buNone/>
              <a:defRPr>
                <a:solidFill>
                  <a:schemeClr val="tx1"/>
                </a:solidFill>
              </a:defRPr>
            </a:lvl1pPr>
          </a:lstStyle>
          <a:p>
            <a:r>
              <a:rPr lang="en-GB" dirty="0"/>
              <a:t>Insert Chapter number (graphic)</a:t>
            </a:r>
          </a:p>
        </p:txBody>
      </p:sp>
      <p:sp>
        <p:nvSpPr>
          <p:cNvPr id="3" name="tieto logo">
            <a:extLst>
              <a:ext uri="{FF2B5EF4-FFF2-40B4-BE49-F238E27FC236}">
                <a16:creationId xmlns:a16="http://schemas.microsoft.com/office/drawing/2014/main" id="{9E8BBD27-19AE-EF74-33FB-633EE1DD9878}"/>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7" name="Date Placeholder 6" hidden="1">
            <a:extLst>
              <a:ext uri="{FF2B5EF4-FFF2-40B4-BE49-F238E27FC236}">
                <a16:creationId xmlns:a16="http://schemas.microsoft.com/office/drawing/2014/main" id="{281879DD-502F-4157-D7E6-000E37D6845B}"/>
              </a:ext>
            </a:extLst>
          </p:cNvPr>
          <p:cNvSpPr>
            <a:spLocks noGrp="1"/>
          </p:cNvSpPr>
          <p:nvPr>
            <p:ph type="dt" sz="half" idx="14"/>
          </p:nvPr>
        </p:nvSpPr>
        <p:spPr/>
        <p:txBody>
          <a:bodyPr/>
          <a:lstStyle>
            <a:lvl1pPr>
              <a:defRPr>
                <a:solidFill>
                  <a:schemeClr val="accent6">
                    <a:lumMod val="60000"/>
                    <a:lumOff val="40000"/>
                  </a:schemeClr>
                </a:solidFill>
              </a:defRPr>
            </a:lvl1pPr>
          </a:lstStyle>
          <a:p>
            <a:fld id="{97B1263E-887C-4CB5-8A84-E247969FF378}" type="datetime3">
              <a:rPr lang="en-GB" smtClean="0"/>
              <a:t>21 July, 2026</a:t>
            </a:fld>
            <a:endParaRPr lang="en-GB" dirty="0"/>
          </a:p>
        </p:txBody>
      </p:sp>
      <p:sp>
        <p:nvSpPr>
          <p:cNvPr id="9" name="Footer Placeholder 8">
            <a:extLst>
              <a:ext uri="{FF2B5EF4-FFF2-40B4-BE49-F238E27FC236}">
                <a16:creationId xmlns:a16="http://schemas.microsoft.com/office/drawing/2014/main" id="{9253CFB6-92DA-DB22-02B1-A418854DC497}"/>
              </a:ext>
            </a:extLst>
          </p:cNvPr>
          <p:cNvSpPr>
            <a:spLocks noGrp="1"/>
          </p:cNvSpPr>
          <p:nvPr>
            <p:ph type="ftr" sz="quarter" idx="15"/>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3674847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3537" userDrawn="1">
          <p15:clr>
            <a:srgbClr val="A4A3A4"/>
          </p15:clr>
        </p15:guide>
        <p15:guide id="4" pos="4988" userDrawn="1">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hapter 5">
    <p:bg>
      <p:bgPr>
        <a:solidFill>
          <a:srgbClr val="021E57"/>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55AA8E6-7A46-4092-A3A7-300270FD1AF4}"/>
              </a:ext>
            </a:extLst>
          </p:cNvPr>
          <p:cNvSpPr>
            <a:spLocks noGrp="1"/>
          </p:cNvSpPr>
          <p:nvPr>
            <p:ph type="pic" sz="quarter" idx="13" hasCustomPrompt="1"/>
          </p:nvPr>
        </p:nvSpPr>
        <p:spPr>
          <a:xfrm>
            <a:off x="7822800" y="0"/>
            <a:ext cx="4370400" cy="6858000"/>
          </a:xfrm>
          <a:solidFill>
            <a:schemeClr val="tx1">
              <a:lumMod val="75000"/>
            </a:schemeClr>
          </a:solidFill>
        </p:spPr>
        <p:txBody>
          <a:bodyPr tIns="72000" anchor="t" anchorCtr="0"/>
          <a:lstStyle>
            <a:lvl1pPr marL="0" indent="0" algn="ctr">
              <a:buNone/>
              <a:defRPr>
                <a:solidFill>
                  <a:schemeClr val="tx1"/>
                </a:solidFill>
              </a:defRPr>
            </a:lvl1pPr>
          </a:lstStyle>
          <a:p>
            <a:pPr marL="0" marR="0" lvl="0" indent="0" algn="ctr"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picture</a:t>
            </a:r>
          </a:p>
        </p:txBody>
      </p:sp>
      <p:sp>
        <p:nvSpPr>
          <p:cNvPr id="2" name="Title 1"/>
          <p:cNvSpPr>
            <a:spLocks noGrp="1"/>
          </p:cNvSpPr>
          <p:nvPr>
            <p:ph type="title" hasCustomPrompt="1"/>
          </p:nvPr>
        </p:nvSpPr>
        <p:spPr>
          <a:xfrm>
            <a:off x="345600" y="1320800"/>
            <a:ext cx="6901200" cy="4218678"/>
          </a:xfrm>
        </p:spPr>
        <p:txBody>
          <a:bodyPr anchor="ctr"/>
          <a:lstStyle>
            <a:lvl1pPr>
              <a:defRPr sz="4800">
                <a:solidFill>
                  <a:schemeClr val="accent4"/>
                </a:solidFill>
              </a:defRPr>
            </a:lvl1pPr>
          </a:lstStyle>
          <a:p>
            <a:r>
              <a:rPr lang="en-GB" dirty="0"/>
              <a:t>Click to add chapter number and title</a:t>
            </a:r>
          </a:p>
        </p:txBody>
      </p:sp>
      <p:sp>
        <p:nvSpPr>
          <p:cNvPr id="4" name="tieto logo">
            <a:extLst>
              <a:ext uri="{FF2B5EF4-FFF2-40B4-BE49-F238E27FC236}">
                <a16:creationId xmlns:a16="http://schemas.microsoft.com/office/drawing/2014/main" id="{5B372259-C4DE-EA8D-C27A-E6E34A0DF0FC}"/>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5" name="Date Placeholder 4" hidden="1">
            <a:extLst>
              <a:ext uri="{FF2B5EF4-FFF2-40B4-BE49-F238E27FC236}">
                <a16:creationId xmlns:a16="http://schemas.microsoft.com/office/drawing/2014/main" id="{ECF91CB4-D722-0348-85F4-3E8020A6B502}"/>
              </a:ext>
            </a:extLst>
          </p:cNvPr>
          <p:cNvSpPr>
            <a:spLocks noGrp="1"/>
          </p:cNvSpPr>
          <p:nvPr>
            <p:ph type="dt" sz="half" idx="17"/>
          </p:nvPr>
        </p:nvSpPr>
        <p:spPr/>
        <p:txBody>
          <a:bodyPr/>
          <a:lstStyle>
            <a:lvl1pPr>
              <a:defRPr>
                <a:solidFill>
                  <a:schemeClr val="bg1"/>
                </a:solidFill>
              </a:defRPr>
            </a:lvl1pPr>
          </a:lstStyle>
          <a:p>
            <a:fld id="{705F6C03-6EB8-478A-8679-7AA2FB4D93DF}" type="datetime3">
              <a:rPr lang="en-GB" smtClean="0"/>
              <a:t>21 July, 2026</a:t>
            </a:fld>
            <a:endParaRPr lang="en-GB" dirty="0">
              <a:solidFill>
                <a:schemeClr val="bg1"/>
              </a:solidFill>
            </a:endParaRPr>
          </a:p>
        </p:txBody>
      </p:sp>
      <p:sp>
        <p:nvSpPr>
          <p:cNvPr id="6" name="Footer Placeholder 5">
            <a:extLst>
              <a:ext uri="{FF2B5EF4-FFF2-40B4-BE49-F238E27FC236}">
                <a16:creationId xmlns:a16="http://schemas.microsoft.com/office/drawing/2014/main" id="{36101F7B-E3CA-2FC7-6495-3D0547CB42DC}"/>
              </a:ext>
            </a:extLst>
          </p:cNvPr>
          <p:cNvSpPr>
            <a:spLocks noGrp="1"/>
          </p:cNvSpPr>
          <p:nvPr>
            <p:ph type="ftr" sz="quarter" idx="18"/>
          </p:nvPr>
        </p:nvSpPr>
        <p:spPr/>
        <p:txBody>
          <a:bodyPr/>
          <a:lstStyle>
            <a:lvl1pPr>
              <a:defRPr>
                <a:solidFill>
                  <a:schemeClr val="accent6">
                    <a:lumMod val="60000"/>
                    <a:lumOff val="40000"/>
                  </a:schemeClr>
                </a:solidFill>
              </a:defRPr>
            </a:lvl1pPr>
          </a:lstStyle>
          <a:p>
            <a:r>
              <a:rPr lang="en-GB" dirty="0"/>
              <a:t>Confidential</a:t>
            </a:r>
          </a:p>
        </p:txBody>
      </p:sp>
      <p:sp>
        <p:nvSpPr>
          <p:cNvPr id="9" name="Slide Number Placeholder 8">
            <a:extLst>
              <a:ext uri="{FF2B5EF4-FFF2-40B4-BE49-F238E27FC236}">
                <a16:creationId xmlns:a16="http://schemas.microsoft.com/office/drawing/2014/main" id="{D84E51D5-29C6-C233-A237-609421AEABC2}"/>
              </a:ext>
            </a:extLst>
          </p:cNvPr>
          <p:cNvSpPr>
            <a:spLocks noGrp="1"/>
          </p:cNvSpPr>
          <p:nvPr>
            <p:ph type="sldNum" sz="quarter" idx="16"/>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66920928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4564" userDrawn="1">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hapter 6">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55AA8E6-7A46-4092-A3A7-300270FD1AF4}"/>
              </a:ext>
            </a:extLst>
          </p:cNvPr>
          <p:cNvSpPr>
            <a:spLocks noGrp="1"/>
          </p:cNvSpPr>
          <p:nvPr>
            <p:ph type="pic" sz="quarter" idx="13" hasCustomPrompt="1"/>
          </p:nvPr>
        </p:nvSpPr>
        <p:spPr>
          <a:xfrm>
            <a:off x="7822800" y="0"/>
            <a:ext cx="4370400" cy="6858000"/>
          </a:xfrm>
          <a:solidFill>
            <a:schemeClr val="bg1">
              <a:lumMod val="75000"/>
            </a:schemeClr>
          </a:solidFill>
        </p:spPr>
        <p:txBody>
          <a:bodyPr tIns="72000" anchor="t" anchorCtr="0"/>
          <a:lstStyle>
            <a:lvl1pPr marL="0" indent="0" algn="ctr">
              <a:buNone/>
              <a:defRPr>
                <a:solidFill>
                  <a:schemeClr val="bg1"/>
                </a:solidFill>
              </a:defRPr>
            </a:lvl1pPr>
          </a:lstStyle>
          <a:p>
            <a:pPr marL="0" marR="0" lvl="0" indent="0" algn="ctr"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picture</a:t>
            </a:r>
          </a:p>
        </p:txBody>
      </p:sp>
      <p:sp>
        <p:nvSpPr>
          <p:cNvPr id="2" name="Title 1"/>
          <p:cNvSpPr>
            <a:spLocks noGrp="1"/>
          </p:cNvSpPr>
          <p:nvPr>
            <p:ph type="title" hasCustomPrompt="1"/>
          </p:nvPr>
        </p:nvSpPr>
        <p:spPr>
          <a:xfrm>
            <a:off x="345600" y="1320800"/>
            <a:ext cx="6901200" cy="4220000"/>
          </a:xfrm>
        </p:spPr>
        <p:txBody>
          <a:bodyPr anchor="ctr"/>
          <a:lstStyle>
            <a:lvl1pPr>
              <a:defRPr sz="4800">
                <a:solidFill>
                  <a:schemeClr val="accent3"/>
                </a:solidFill>
              </a:defRPr>
            </a:lvl1pPr>
          </a:lstStyle>
          <a:p>
            <a:r>
              <a:rPr lang="en-GB" dirty="0"/>
              <a:t>Click to add chapter number and title</a:t>
            </a:r>
          </a:p>
        </p:txBody>
      </p:sp>
      <p:sp>
        <p:nvSpPr>
          <p:cNvPr id="3" name="tieto logo">
            <a:extLst>
              <a:ext uri="{FF2B5EF4-FFF2-40B4-BE49-F238E27FC236}">
                <a16:creationId xmlns:a16="http://schemas.microsoft.com/office/drawing/2014/main" id="{E8A70B27-3E39-7411-1710-4FE93B59F94B}"/>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tx1"/>
          </a:solidFill>
          <a:ln w="302" cap="flat">
            <a:noFill/>
            <a:prstDash val="solid"/>
            <a:miter/>
          </a:ln>
        </p:spPr>
        <p:txBody>
          <a:bodyPr/>
          <a:lstStyle/>
          <a:p>
            <a:endParaRPr lang="en-GB" dirty="0"/>
          </a:p>
        </p:txBody>
      </p:sp>
      <p:sp>
        <p:nvSpPr>
          <p:cNvPr id="5" name="Date Placeholder 4" hidden="1">
            <a:extLst>
              <a:ext uri="{FF2B5EF4-FFF2-40B4-BE49-F238E27FC236}">
                <a16:creationId xmlns:a16="http://schemas.microsoft.com/office/drawing/2014/main" id="{E846254E-E640-597D-E776-A19DF1BD1394}"/>
              </a:ext>
            </a:extLst>
          </p:cNvPr>
          <p:cNvSpPr>
            <a:spLocks noGrp="1"/>
          </p:cNvSpPr>
          <p:nvPr>
            <p:ph type="dt" sz="half" idx="17"/>
          </p:nvPr>
        </p:nvSpPr>
        <p:spPr/>
        <p:txBody>
          <a:bodyPr/>
          <a:lstStyle>
            <a:lvl1pPr>
              <a:defRPr>
                <a:solidFill>
                  <a:schemeClr val="bg1"/>
                </a:solidFill>
              </a:defRPr>
            </a:lvl1pPr>
          </a:lstStyle>
          <a:p>
            <a:fld id="{FE0A676E-CC94-495B-B992-054BA9F940D6}" type="datetime3">
              <a:rPr lang="en-GB" smtClean="0"/>
              <a:t>21 July, 2026</a:t>
            </a:fld>
            <a:endParaRPr lang="en-GB" dirty="0">
              <a:solidFill>
                <a:schemeClr val="bg1"/>
              </a:solidFill>
            </a:endParaRPr>
          </a:p>
        </p:txBody>
      </p:sp>
      <p:sp>
        <p:nvSpPr>
          <p:cNvPr id="6" name="Footer Placeholder 5">
            <a:extLst>
              <a:ext uri="{FF2B5EF4-FFF2-40B4-BE49-F238E27FC236}">
                <a16:creationId xmlns:a16="http://schemas.microsoft.com/office/drawing/2014/main" id="{07AA133B-F9B5-09BC-7987-DD8F0A55A39C}"/>
              </a:ext>
            </a:extLst>
          </p:cNvPr>
          <p:cNvSpPr>
            <a:spLocks noGrp="1"/>
          </p:cNvSpPr>
          <p:nvPr>
            <p:ph type="ftr" sz="quarter" idx="18"/>
          </p:nvPr>
        </p:nvSpPr>
        <p:spPr/>
        <p:txBody>
          <a:bodyPr/>
          <a:lstStyle>
            <a:lvl1pPr>
              <a:defRPr>
                <a:solidFill>
                  <a:schemeClr val="tx1"/>
                </a:solidFill>
              </a:defRPr>
            </a:lvl1pPr>
          </a:lstStyle>
          <a:p>
            <a:r>
              <a:rPr lang="en-GB" dirty="0"/>
              <a:t>Confidential</a:t>
            </a:r>
          </a:p>
        </p:txBody>
      </p:sp>
      <p:sp>
        <p:nvSpPr>
          <p:cNvPr id="11" name="Slide Number Placeholder 10">
            <a:extLst>
              <a:ext uri="{FF2B5EF4-FFF2-40B4-BE49-F238E27FC236}">
                <a16:creationId xmlns:a16="http://schemas.microsoft.com/office/drawing/2014/main" id="{177B913B-5855-3C5E-6DB4-F816C4BD4FAC}"/>
              </a:ext>
            </a:extLst>
          </p:cNvPr>
          <p:cNvSpPr>
            <a:spLocks noGrp="1"/>
          </p:cNvSpPr>
          <p:nvPr>
            <p:ph type="sldNum" sz="quarter" idx="16"/>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38278995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1">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4"/>
                </a:solidFill>
              </a:defRPr>
            </a:lvl1pPr>
          </a:lstStyle>
          <a:p>
            <a:r>
              <a:rPr lang="en-GB" dirty="0"/>
              <a:t>Click to add title</a:t>
            </a:r>
          </a:p>
        </p:txBody>
      </p:sp>
      <p:sp>
        <p:nvSpPr>
          <p:cNvPr id="4" name="tieto logo">
            <a:extLst>
              <a:ext uri="{FF2B5EF4-FFF2-40B4-BE49-F238E27FC236}">
                <a16:creationId xmlns:a16="http://schemas.microsoft.com/office/drawing/2014/main" id="{9C39FF26-B338-5870-D808-DE47C75120FA}"/>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5" name="Date Placeholder 4" hidden="1">
            <a:extLst>
              <a:ext uri="{FF2B5EF4-FFF2-40B4-BE49-F238E27FC236}">
                <a16:creationId xmlns:a16="http://schemas.microsoft.com/office/drawing/2014/main" id="{A50196DE-C35A-B9A3-24D8-EA825ABE217B}"/>
              </a:ext>
            </a:extLst>
          </p:cNvPr>
          <p:cNvSpPr>
            <a:spLocks noGrp="1"/>
          </p:cNvSpPr>
          <p:nvPr>
            <p:ph type="dt" sz="half" idx="13"/>
          </p:nvPr>
        </p:nvSpPr>
        <p:spPr/>
        <p:txBody>
          <a:bodyPr/>
          <a:lstStyle>
            <a:lvl1pPr>
              <a:defRPr>
                <a:solidFill>
                  <a:schemeClr val="accent6">
                    <a:lumMod val="60000"/>
                    <a:lumOff val="40000"/>
                  </a:schemeClr>
                </a:solidFill>
              </a:defRPr>
            </a:lvl1pPr>
          </a:lstStyle>
          <a:p>
            <a:fld id="{3EBAE75D-1B86-407F-8557-76B2D8FDEC4D}" type="datetime3">
              <a:rPr lang="en-GB" smtClean="0"/>
              <a:t>21 July, 2026</a:t>
            </a:fld>
            <a:endParaRPr lang="en-GB" dirty="0"/>
          </a:p>
        </p:txBody>
      </p:sp>
      <p:sp>
        <p:nvSpPr>
          <p:cNvPr id="9" name="Footer Placeholder 8">
            <a:extLst>
              <a:ext uri="{FF2B5EF4-FFF2-40B4-BE49-F238E27FC236}">
                <a16:creationId xmlns:a16="http://schemas.microsoft.com/office/drawing/2014/main" id="{21E1FFB1-2C12-3E91-70F6-EBC2A453D792}"/>
              </a:ext>
            </a:extLst>
          </p:cNvPr>
          <p:cNvSpPr>
            <a:spLocks noGrp="1"/>
          </p:cNvSpPr>
          <p:nvPr>
            <p:ph type="ftr" sz="quarter" idx="14"/>
          </p:nvPr>
        </p:nvSpPr>
        <p:spPr/>
        <p:txBody>
          <a:bodyPr/>
          <a:lstStyle>
            <a:lvl1pPr>
              <a:defRPr>
                <a:solidFill>
                  <a:schemeClr val="accent6">
                    <a:lumMod val="60000"/>
                    <a:lumOff val="40000"/>
                  </a:schemeClr>
                </a:solidFill>
              </a:defRPr>
            </a:lvl1pPr>
          </a:lstStyle>
          <a:p>
            <a:r>
              <a:rPr lang="en-GB" dirty="0"/>
              <a:t>Confidential</a:t>
            </a:r>
          </a:p>
        </p:txBody>
      </p:sp>
      <p:sp>
        <p:nvSpPr>
          <p:cNvPr id="8" name="Slide Number Placeholder 7">
            <a:extLst>
              <a:ext uri="{FF2B5EF4-FFF2-40B4-BE49-F238E27FC236}">
                <a16:creationId xmlns:a16="http://schemas.microsoft.com/office/drawing/2014/main" id="{C1B0C6DB-9511-25E1-E067-DEDABBDB69B8}"/>
              </a:ext>
            </a:extLst>
          </p:cNvPr>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4249819047"/>
      </p:ext>
    </p:extLst>
  </p:cSld>
  <p:clrMapOvr>
    <a:overrideClrMapping bg1="dk1" tx1="lt1" bg2="dk2" tx2="lt2" accent1="lt2"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3"/>
                </a:solidFill>
              </a:defRPr>
            </a:lvl1pPr>
          </a:lstStyle>
          <a:p>
            <a:r>
              <a:rPr lang="en-GB" dirty="0"/>
              <a:t>Click to add title</a:t>
            </a:r>
          </a:p>
        </p:txBody>
      </p:sp>
      <p:sp>
        <p:nvSpPr>
          <p:cNvPr id="4" name="Date Placeholder 3" hidden="1">
            <a:extLst>
              <a:ext uri="{FF2B5EF4-FFF2-40B4-BE49-F238E27FC236}">
                <a16:creationId xmlns:a16="http://schemas.microsoft.com/office/drawing/2014/main" id="{A3186336-FFDC-8991-66AB-18AD4E2561A5}"/>
              </a:ext>
            </a:extLst>
          </p:cNvPr>
          <p:cNvSpPr>
            <a:spLocks noGrp="1"/>
          </p:cNvSpPr>
          <p:nvPr>
            <p:ph type="dt" sz="half" idx="17"/>
          </p:nvPr>
        </p:nvSpPr>
        <p:spPr/>
        <p:txBody>
          <a:bodyPr/>
          <a:lstStyle/>
          <a:p>
            <a:fld id="{D1907BF8-5A76-4BDF-BDAE-52E3DDC79D65}" type="datetime3">
              <a:rPr lang="en-GB" smtClean="0"/>
              <a:t>21 July, 2026</a:t>
            </a:fld>
            <a:endParaRPr lang="en-GB" dirty="0"/>
          </a:p>
        </p:txBody>
      </p:sp>
      <p:sp>
        <p:nvSpPr>
          <p:cNvPr id="5" name="Footer Placeholder 4">
            <a:extLst>
              <a:ext uri="{FF2B5EF4-FFF2-40B4-BE49-F238E27FC236}">
                <a16:creationId xmlns:a16="http://schemas.microsoft.com/office/drawing/2014/main" id="{BA68B1BE-43CB-D529-749B-03CC9193D542}"/>
              </a:ext>
            </a:extLst>
          </p:cNvPr>
          <p:cNvSpPr>
            <a:spLocks noGrp="1"/>
          </p:cNvSpPr>
          <p:nvPr>
            <p:ph type="ftr" sz="quarter" idx="18"/>
          </p:nvPr>
        </p:nvSpPr>
        <p:spPr/>
        <p:txBody>
          <a:bodyPr/>
          <a:lstStyle/>
          <a:p>
            <a:r>
              <a:rPr lang="en-GB" dirty="0"/>
              <a:t>Confidential</a:t>
            </a:r>
          </a:p>
        </p:txBody>
      </p:sp>
      <p:sp>
        <p:nvSpPr>
          <p:cNvPr id="9" name="Slide Number Placeholder 8">
            <a:extLst>
              <a:ext uri="{FF2B5EF4-FFF2-40B4-BE49-F238E27FC236}">
                <a16:creationId xmlns:a16="http://schemas.microsoft.com/office/drawing/2014/main" id="{535FA7A1-11B4-40F4-A8CD-4F86F2596675}"/>
              </a:ext>
            </a:extLst>
          </p:cNvPr>
          <p:cNvSpPr>
            <a:spLocks noGrp="1"/>
          </p:cNvSpPr>
          <p:nvPr>
            <p:ph type="sldNum" sz="quarter" idx="16"/>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49586961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chemeClr val="bg1"/>
        </a:solidFill>
        <a:effectLst/>
      </p:bgPr>
    </p:bg>
    <p:spTree>
      <p:nvGrpSpPr>
        <p:cNvPr id="1" name=""/>
        <p:cNvGrpSpPr/>
        <p:nvPr/>
      </p:nvGrpSpPr>
      <p:grpSpPr>
        <a:xfrm>
          <a:off x="0" y="0"/>
          <a:ext cx="0" cy="0"/>
          <a:chOff x="0" y="0"/>
          <a:chExt cx="0" cy="0"/>
        </a:xfrm>
      </p:grpSpPr>
      <p:pic>
        <p:nvPicPr>
          <p:cNvPr id="5" name="Picture 4" descr="A white ceiling with a few square objects&#10;&#10;AI-generated content may be incorrect.">
            <a:extLst>
              <a:ext uri="{FF2B5EF4-FFF2-40B4-BE49-F238E27FC236}">
                <a16:creationId xmlns:a16="http://schemas.microsoft.com/office/drawing/2014/main" id="{65D9670B-7DFE-370D-5D0E-A2252069F51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title" hasCustomPrompt="1"/>
          </p:nvPr>
        </p:nvSpPr>
        <p:spPr>
          <a:xfrm>
            <a:off x="345600" y="345600"/>
            <a:ext cx="11498400" cy="802800"/>
          </a:xfrm>
        </p:spPr>
        <p:txBody>
          <a:bodyPr/>
          <a:lstStyle>
            <a:lvl1pPr>
              <a:defRPr sz="3200">
                <a:solidFill>
                  <a:schemeClr val="accent3"/>
                </a:solidFill>
              </a:defRPr>
            </a:lvl1pPr>
          </a:lstStyle>
          <a:p>
            <a:r>
              <a:rPr lang="en-GB" dirty="0"/>
              <a:t>Click to add title</a:t>
            </a:r>
          </a:p>
        </p:txBody>
      </p:sp>
      <p:sp>
        <p:nvSpPr>
          <p:cNvPr id="8" name="tieto logo">
            <a:extLst>
              <a:ext uri="{FF2B5EF4-FFF2-40B4-BE49-F238E27FC236}">
                <a16:creationId xmlns:a16="http://schemas.microsoft.com/office/drawing/2014/main" id="{9497F369-F319-7E58-FD81-8D7B8C2C4B52}"/>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75000"/>
            </a:schemeClr>
          </a:solidFill>
          <a:ln w="302" cap="flat">
            <a:noFill/>
            <a:prstDash val="solid"/>
            <a:miter/>
          </a:ln>
        </p:spPr>
        <p:txBody>
          <a:bodyPr/>
          <a:lstStyle/>
          <a:p>
            <a:endParaRPr lang="en-GB" dirty="0"/>
          </a:p>
        </p:txBody>
      </p:sp>
      <p:sp>
        <p:nvSpPr>
          <p:cNvPr id="6" name="Date Placeholder 5" hidden="1">
            <a:extLst>
              <a:ext uri="{FF2B5EF4-FFF2-40B4-BE49-F238E27FC236}">
                <a16:creationId xmlns:a16="http://schemas.microsoft.com/office/drawing/2014/main" id="{AC79EA7E-A38E-E235-F4B7-347611D4C3DE}"/>
              </a:ext>
            </a:extLst>
          </p:cNvPr>
          <p:cNvSpPr>
            <a:spLocks noGrp="1"/>
          </p:cNvSpPr>
          <p:nvPr>
            <p:ph type="dt" sz="half" idx="17"/>
          </p:nvPr>
        </p:nvSpPr>
        <p:spPr/>
        <p:txBody>
          <a:bodyPr/>
          <a:lstStyle/>
          <a:p>
            <a:fld id="{9419F6E5-192D-4546-BB18-3336BD0F1819}" type="datetime3">
              <a:rPr lang="en-GB" smtClean="0"/>
              <a:t>21 July, 2026</a:t>
            </a:fld>
            <a:endParaRPr lang="en-GB" dirty="0"/>
          </a:p>
        </p:txBody>
      </p:sp>
      <p:sp>
        <p:nvSpPr>
          <p:cNvPr id="10" name="Footer Placeholder 9">
            <a:extLst>
              <a:ext uri="{FF2B5EF4-FFF2-40B4-BE49-F238E27FC236}">
                <a16:creationId xmlns:a16="http://schemas.microsoft.com/office/drawing/2014/main" id="{62EAE80D-D2B8-A978-B91B-C7C8A5F84BB5}"/>
              </a:ext>
            </a:extLst>
          </p:cNvPr>
          <p:cNvSpPr>
            <a:spLocks noGrp="1"/>
          </p:cNvSpPr>
          <p:nvPr>
            <p:ph type="ftr" sz="quarter" idx="18"/>
          </p:nvPr>
        </p:nvSpPr>
        <p:spPr/>
        <p:txBody>
          <a:bodyPr/>
          <a:lstStyle/>
          <a:p>
            <a:r>
              <a:rPr lang="en-GB" dirty="0"/>
              <a:t>Confidential</a:t>
            </a:r>
          </a:p>
        </p:txBody>
      </p:sp>
      <p:sp>
        <p:nvSpPr>
          <p:cNvPr id="9" name="Slide Number Placeholder 8">
            <a:extLst>
              <a:ext uri="{FF2B5EF4-FFF2-40B4-BE49-F238E27FC236}">
                <a16:creationId xmlns:a16="http://schemas.microsoft.com/office/drawing/2014/main" id="{535FA7A1-11B4-40F4-A8CD-4F86F2596675}"/>
              </a:ext>
            </a:extLst>
          </p:cNvPr>
          <p:cNvSpPr>
            <a:spLocks noGrp="1"/>
          </p:cNvSpPr>
          <p:nvPr>
            <p:ph type="sldNum" sz="quarter" idx="16"/>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17512476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ntent 3">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4"/>
                </a:solidFill>
              </a:defRPr>
            </a:lvl1pPr>
          </a:lstStyle>
          <a:p>
            <a:r>
              <a:rPr lang="en-GB" dirty="0"/>
              <a:t>Click to add title</a:t>
            </a:r>
          </a:p>
        </p:txBody>
      </p:sp>
      <p:sp>
        <p:nvSpPr>
          <p:cNvPr id="3" name="Content Placeholder 2"/>
          <p:cNvSpPr>
            <a:spLocks noGrp="1"/>
          </p:cNvSpPr>
          <p:nvPr>
            <p:ph idx="1" hasCustomPrompt="1"/>
          </p:nvPr>
        </p:nvSpPr>
        <p:spPr>
          <a:xfrm>
            <a:off x="345600" y="1321200"/>
            <a:ext cx="10069988" cy="4680000"/>
          </a:xfrm>
        </p:spPr>
        <p:txBody>
          <a:bodyPr/>
          <a:lstStyle>
            <a:lvl1pPr>
              <a:spcAft>
                <a:spcPts val="600"/>
              </a:spcAft>
              <a:defRPr sz="1400">
                <a:solidFill>
                  <a:schemeClr val="tx1"/>
                </a:solidFill>
              </a:defRPr>
            </a:lvl1pPr>
            <a:lvl2pPr>
              <a:spcAft>
                <a:spcPts val="600"/>
              </a:spcAft>
              <a:defRPr sz="1400">
                <a:solidFill>
                  <a:schemeClr val="tx1"/>
                </a:solidFill>
              </a:defRPr>
            </a:lvl2pPr>
            <a:lvl3pPr>
              <a:spcAft>
                <a:spcPts val="600"/>
              </a:spcAft>
              <a:defRPr sz="1400">
                <a:solidFill>
                  <a:schemeClr val="tx1"/>
                </a:solidFill>
              </a:defRPr>
            </a:lvl3pPr>
            <a:lvl4pPr>
              <a:spcAft>
                <a:spcPts val="600"/>
              </a:spcAft>
              <a:defRPr sz="1400">
                <a:solidFill>
                  <a:schemeClr val="tx1"/>
                </a:solidFill>
              </a:defRPr>
            </a:lvl4pPr>
            <a:lvl5pPr>
              <a:spcAft>
                <a:spcPts val="600"/>
              </a:spcAft>
              <a:defRPr sz="1400">
                <a:solidFill>
                  <a:schemeClr val="accent4"/>
                </a:solidFill>
              </a:defRPr>
            </a:lvl5pPr>
            <a:lvl6pPr>
              <a:spcAft>
                <a:spcPts val="600"/>
              </a:spcAft>
              <a:defRPr sz="1800">
                <a:solidFill>
                  <a:schemeClr val="tx1"/>
                </a:solidFill>
              </a:defRPr>
            </a:lvl6pPr>
            <a:lvl7pPr>
              <a:spcAft>
                <a:spcPts val="600"/>
              </a:spcAft>
              <a:defRPr sz="2200">
                <a:solidFill>
                  <a:schemeClr val="tx1"/>
                </a:solidFill>
              </a:defRPr>
            </a:lvl7pPr>
            <a:lvl8pPr>
              <a:spcAft>
                <a:spcPts val="600"/>
              </a:spcAft>
              <a:defRPr sz="2800">
                <a:solidFill>
                  <a:schemeClr val="tx1"/>
                </a:solidFill>
              </a:defRPr>
            </a:lvl8pPr>
            <a:lvl9pPr>
              <a:spcAft>
                <a:spcPts val="600"/>
              </a:spcAft>
              <a:defRPr sz="4400">
                <a:solidFill>
                  <a:schemeClr val="tx1"/>
                </a:solidFill>
              </a:defRPr>
            </a:lvl9pPr>
          </a:lstStyle>
          <a:p>
            <a:pPr lvl="0"/>
            <a:r>
              <a:rPr lang="en-GB" dirty="0"/>
              <a:t>Click to add text                                                                                                                                                                                                                                Press ENTER then TAB to view next text style                                                                                                                                                                    Press SHIFT+TAB to view previous text style</a:t>
            </a:r>
          </a:p>
        </p:txBody>
      </p:sp>
      <p:sp>
        <p:nvSpPr>
          <p:cNvPr id="7" name="tieto logo">
            <a:extLst>
              <a:ext uri="{FF2B5EF4-FFF2-40B4-BE49-F238E27FC236}">
                <a16:creationId xmlns:a16="http://schemas.microsoft.com/office/drawing/2014/main" id="{12ECDCEB-B98D-32C6-EFA0-4E1387E309D6}"/>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9" name="Date Placeholder 8" hidden="1">
            <a:extLst>
              <a:ext uri="{FF2B5EF4-FFF2-40B4-BE49-F238E27FC236}">
                <a16:creationId xmlns:a16="http://schemas.microsoft.com/office/drawing/2014/main" id="{E68BD606-CB26-603D-A5C4-84092BC28B55}"/>
              </a:ext>
            </a:extLst>
          </p:cNvPr>
          <p:cNvSpPr>
            <a:spLocks noGrp="1"/>
          </p:cNvSpPr>
          <p:nvPr>
            <p:ph type="dt" sz="half" idx="13"/>
          </p:nvPr>
        </p:nvSpPr>
        <p:spPr/>
        <p:txBody>
          <a:bodyPr/>
          <a:lstStyle>
            <a:lvl1pPr>
              <a:defRPr>
                <a:solidFill>
                  <a:schemeClr val="accent6">
                    <a:lumMod val="60000"/>
                    <a:lumOff val="40000"/>
                  </a:schemeClr>
                </a:solidFill>
              </a:defRPr>
            </a:lvl1pPr>
          </a:lstStyle>
          <a:p>
            <a:fld id="{D2E072C4-CCE3-4F48-8071-C674891D62A4}" type="datetime3">
              <a:rPr lang="en-GB" smtClean="0"/>
              <a:t>21 July, 2026</a:t>
            </a:fld>
            <a:endParaRPr lang="en-GB" dirty="0"/>
          </a:p>
        </p:txBody>
      </p:sp>
      <p:sp>
        <p:nvSpPr>
          <p:cNvPr id="10" name="Footer Placeholder 9">
            <a:extLst>
              <a:ext uri="{FF2B5EF4-FFF2-40B4-BE49-F238E27FC236}">
                <a16:creationId xmlns:a16="http://schemas.microsoft.com/office/drawing/2014/main" id="{3511D590-B64D-77C6-31B3-F042773DD9EB}"/>
              </a:ext>
            </a:extLst>
          </p:cNvPr>
          <p:cNvSpPr>
            <a:spLocks noGrp="1"/>
          </p:cNvSpPr>
          <p:nvPr>
            <p:ph type="ftr" sz="quarter" idx="14"/>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224520615"/>
      </p:ext>
    </p:extLst>
  </p:cSld>
  <p:clrMapOvr>
    <a:overrideClrMapping bg1="dk1" tx1="lt1" bg2="dk2" tx2="lt2" accent1="lt2" accent2="accent2" accent3="accent3" accent4="accent4" accent5="accent5" accent6="accent6" hlink="hlink" folHlink="folHlink"/>
  </p:clrMapOvr>
  <p:extLst>
    <p:ext uri="{DCECCB84-F9BA-43D5-87BE-67443E8EF086}">
      <p15:sldGuideLst xmlns:p15="http://schemas.microsoft.com/office/powerpoint/2012/main">
        <p15:guide id="3" pos="6560" userDrawn="1">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3"/>
                </a:solidFill>
              </a:defRPr>
            </a:lvl1pPr>
          </a:lstStyle>
          <a:p>
            <a:r>
              <a:rPr lang="en-GB" dirty="0"/>
              <a:t>Click to add title</a:t>
            </a:r>
          </a:p>
        </p:txBody>
      </p:sp>
      <p:sp>
        <p:nvSpPr>
          <p:cNvPr id="3" name="Content Placeholder 2"/>
          <p:cNvSpPr>
            <a:spLocks noGrp="1"/>
          </p:cNvSpPr>
          <p:nvPr>
            <p:ph idx="1" hasCustomPrompt="1"/>
          </p:nvPr>
        </p:nvSpPr>
        <p:spPr>
          <a:xfrm>
            <a:off x="345600" y="1321200"/>
            <a:ext cx="10069988" cy="4680000"/>
          </a:xfrm>
        </p:spPr>
        <p:txBody>
          <a:bodyPr/>
          <a:lstStyle>
            <a:lvl1pPr>
              <a:spcAft>
                <a:spcPts val="600"/>
              </a:spcAft>
              <a:defRPr sz="1400"/>
            </a:lvl1pPr>
            <a:lvl2pPr>
              <a:spcAft>
                <a:spcPts val="600"/>
              </a:spcAft>
              <a:defRPr sz="1400"/>
            </a:lvl2pPr>
            <a:lvl3pPr>
              <a:spcAft>
                <a:spcPts val="600"/>
              </a:spcAft>
              <a:defRPr sz="1400"/>
            </a:lvl3pPr>
            <a:lvl4pPr>
              <a:spcAft>
                <a:spcPts val="600"/>
              </a:spcAft>
              <a:defRPr sz="1400"/>
            </a:lvl4pPr>
            <a:lvl5pPr>
              <a:spcAft>
                <a:spcPts val="600"/>
              </a:spcAft>
              <a:defRPr sz="1400"/>
            </a:lvl5pPr>
            <a:lvl6pPr>
              <a:spcAft>
                <a:spcPts val="600"/>
              </a:spcAft>
              <a:defRPr sz="1800"/>
            </a:lvl6pPr>
            <a:lvl7pPr>
              <a:spcAft>
                <a:spcPts val="600"/>
              </a:spcAft>
              <a:defRPr sz="2200"/>
            </a:lvl7pPr>
            <a:lvl8pPr>
              <a:spcAft>
                <a:spcPts val="600"/>
              </a:spcAft>
              <a:defRPr sz="2800"/>
            </a:lvl8pPr>
            <a:lvl9pPr>
              <a:spcAft>
                <a:spcPts val="600"/>
              </a:spcAft>
              <a:defRPr sz="4400"/>
            </a:lvl9pPr>
          </a:lstStyle>
          <a:p>
            <a:pPr lvl="0"/>
            <a:r>
              <a:rPr lang="en-GB" dirty="0"/>
              <a:t>Click to add text                                                                                                                                                                                                                                Press ENTER then TAB to view next text style                                                                                                                                                                    Press SHIFT+TAB to view previous text style</a:t>
            </a:r>
          </a:p>
        </p:txBody>
      </p:sp>
      <p:sp>
        <p:nvSpPr>
          <p:cNvPr id="7" name="Date Placeholder 6" hidden="1">
            <a:extLst>
              <a:ext uri="{FF2B5EF4-FFF2-40B4-BE49-F238E27FC236}">
                <a16:creationId xmlns:a16="http://schemas.microsoft.com/office/drawing/2014/main" id="{FC2A2D90-5047-1957-0844-1F949C5E16C0}"/>
              </a:ext>
            </a:extLst>
          </p:cNvPr>
          <p:cNvSpPr>
            <a:spLocks noGrp="1"/>
          </p:cNvSpPr>
          <p:nvPr>
            <p:ph type="dt" sz="half" idx="13"/>
          </p:nvPr>
        </p:nvSpPr>
        <p:spPr/>
        <p:txBody>
          <a:bodyPr/>
          <a:lstStyle/>
          <a:p>
            <a:fld id="{9E543F5B-E109-471F-A3AB-079525FC39D2}" type="datetime3">
              <a:rPr lang="en-GB" smtClean="0"/>
              <a:t>21 July, 2026</a:t>
            </a:fld>
            <a:endParaRPr lang="en-GB" dirty="0"/>
          </a:p>
        </p:txBody>
      </p:sp>
      <p:sp>
        <p:nvSpPr>
          <p:cNvPr id="8" name="Footer Placeholder 7">
            <a:extLst>
              <a:ext uri="{FF2B5EF4-FFF2-40B4-BE49-F238E27FC236}">
                <a16:creationId xmlns:a16="http://schemas.microsoft.com/office/drawing/2014/main" id="{CB699B03-0AE3-D4E3-0B11-D60F6AD7F1E6}"/>
              </a:ext>
            </a:extLst>
          </p:cNvPr>
          <p:cNvSpPr>
            <a:spLocks noGrp="1"/>
          </p:cNvSpPr>
          <p:nvPr>
            <p:ph type="ftr" sz="quarter" idx="14"/>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p>
            <a:fld id="{61E25E67-CBB9-434B-BBF7-0A5E970272B8}" type="slidenum">
              <a:rPr lang="en-GB" smtClean="0"/>
              <a:t>‹#›</a:t>
            </a:fld>
            <a:endParaRPr lang="en-GB" dirty="0"/>
          </a:p>
        </p:txBody>
      </p:sp>
    </p:spTree>
    <p:extLst>
      <p:ext uri="{BB962C8B-B14F-4D97-AF65-F5344CB8AC3E}">
        <p14:creationId xmlns:p14="http://schemas.microsoft.com/office/powerpoint/2010/main" val="2854620503"/>
      </p:ext>
    </p:extLst>
  </p:cSld>
  <p:clrMapOvr>
    <a:masterClrMapping/>
  </p:clrMapOvr>
  <p:extLst>
    <p:ext uri="{DCECCB84-F9BA-43D5-87BE-67443E8EF086}">
      <p15:sldGuideLst xmlns:p15="http://schemas.microsoft.com/office/powerpoint/2012/main">
        <p15:guide id="3" pos="6561" userDrawn="1">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mpty 1">
    <p:bg>
      <p:bgPr>
        <a:solidFill>
          <a:srgbClr val="021E57"/>
        </a:solidFill>
        <a:effectLst/>
      </p:bgPr>
    </p:bg>
    <p:spTree>
      <p:nvGrpSpPr>
        <p:cNvPr id="1" name=""/>
        <p:cNvGrpSpPr/>
        <p:nvPr/>
      </p:nvGrpSpPr>
      <p:grpSpPr>
        <a:xfrm>
          <a:off x="0" y="0"/>
          <a:ext cx="0" cy="0"/>
          <a:chOff x="0" y="0"/>
          <a:chExt cx="0" cy="0"/>
        </a:xfrm>
      </p:grpSpPr>
      <p:sp>
        <p:nvSpPr>
          <p:cNvPr id="2" name="tieto logo">
            <a:extLst>
              <a:ext uri="{FF2B5EF4-FFF2-40B4-BE49-F238E27FC236}">
                <a16:creationId xmlns:a16="http://schemas.microsoft.com/office/drawing/2014/main" id="{AFC94238-01DC-F899-4B55-121794BFC572}"/>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3" name="Date Placeholder 2" hidden="1">
            <a:extLst>
              <a:ext uri="{FF2B5EF4-FFF2-40B4-BE49-F238E27FC236}">
                <a16:creationId xmlns:a16="http://schemas.microsoft.com/office/drawing/2014/main" id="{ECCF4971-C46E-5285-58BF-4AC279013214}"/>
              </a:ext>
            </a:extLst>
          </p:cNvPr>
          <p:cNvSpPr>
            <a:spLocks noGrp="1"/>
          </p:cNvSpPr>
          <p:nvPr>
            <p:ph type="dt" sz="half" idx="13"/>
          </p:nvPr>
        </p:nvSpPr>
        <p:spPr/>
        <p:txBody>
          <a:bodyPr/>
          <a:lstStyle>
            <a:lvl1pPr>
              <a:defRPr>
                <a:solidFill>
                  <a:schemeClr val="accent6">
                    <a:lumMod val="60000"/>
                    <a:lumOff val="40000"/>
                  </a:schemeClr>
                </a:solidFill>
              </a:defRPr>
            </a:lvl1pPr>
          </a:lstStyle>
          <a:p>
            <a:fld id="{768515C5-932B-4357-9701-60FEDEBCE739}" type="datetime3">
              <a:rPr lang="en-GB" smtClean="0"/>
              <a:t>21 July, 2026</a:t>
            </a:fld>
            <a:endParaRPr lang="en-GB" dirty="0"/>
          </a:p>
        </p:txBody>
      </p:sp>
      <p:sp>
        <p:nvSpPr>
          <p:cNvPr id="8" name="Footer Placeholder 7">
            <a:extLst>
              <a:ext uri="{FF2B5EF4-FFF2-40B4-BE49-F238E27FC236}">
                <a16:creationId xmlns:a16="http://schemas.microsoft.com/office/drawing/2014/main" id="{D1504EC7-128E-367F-7C7A-275964437D29}"/>
              </a:ext>
            </a:extLst>
          </p:cNvPr>
          <p:cNvSpPr>
            <a:spLocks noGrp="1"/>
          </p:cNvSpPr>
          <p:nvPr>
            <p:ph type="ftr" sz="quarter" idx="14"/>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964399701"/>
      </p:ext>
    </p:extLst>
  </p:cSld>
  <p:clrMapOvr>
    <a:overrideClrMapping bg1="dk1" tx1="lt1" bg2="dk2" tx2="lt2" accent1="lt2" accent2="accent2" accent3="accent3" accent4="accent4" accent5="accent5" accent6="accent6" hlink="hlink" folHlink="folHlink"/>
  </p:clrMapOvr>
  <p:extLst>
    <p:ext uri="{DCECCB84-F9BA-43D5-87BE-67443E8EF086}">
      <p15:sldGuideLst xmlns:p15="http://schemas.microsoft.com/office/powerpoint/2012/main">
        <p15:guide id="3" pos="6560" userDrawn="1">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mpty 2">
    <p:spTree>
      <p:nvGrpSpPr>
        <p:cNvPr id="1" name=""/>
        <p:cNvGrpSpPr/>
        <p:nvPr/>
      </p:nvGrpSpPr>
      <p:grpSpPr>
        <a:xfrm>
          <a:off x="0" y="0"/>
          <a:ext cx="0" cy="0"/>
          <a:chOff x="0" y="0"/>
          <a:chExt cx="0" cy="0"/>
        </a:xfrm>
      </p:grpSpPr>
      <p:sp>
        <p:nvSpPr>
          <p:cNvPr id="2" name="Date Placeholder 1" hidden="1">
            <a:extLst>
              <a:ext uri="{FF2B5EF4-FFF2-40B4-BE49-F238E27FC236}">
                <a16:creationId xmlns:a16="http://schemas.microsoft.com/office/drawing/2014/main" id="{BB6611B9-0FAA-5D9B-3441-BE71E2800BE0}"/>
              </a:ext>
            </a:extLst>
          </p:cNvPr>
          <p:cNvSpPr>
            <a:spLocks noGrp="1"/>
          </p:cNvSpPr>
          <p:nvPr>
            <p:ph type="dt" sz="half" idx="13"/>
          </p:nvPr>
        </p:nvSpPr>
        <p:spPr/>
        <p:txBody>
          <a:bodyPr/>
          <a:lstStyle/>
          <a:p>
            <a:fld id="{5DEFBA06-781C-4E87-9A49-FDEFBD6B52BC}" type="datetime3">
              <a:rPr lang="en-GB" smtClean="0"/>
              <a:t>21 July, 2026</a:t>
            </a:fld>
            <a:endParaRPr lang="en-GB" dirty="0"/>
          </a:p>
        </p:txBody>
      </p:sp>
      <p:sp>
        <p:nvSpPr>
          <p:cNvPr id="3" name="Footer Placeholder 2">
            <a:extLst>
              <a:ext uri="{FF2B5EF4-FFF2-40B4-BE49-F238E27FC236}">
                <a16:creationId xmlns:a16="http://schemas.microsoft.com/office/drawing/2014/main" id="{BF00286B-A2F7-B849-019B-BEFBEEB86ABD}"/>
              </a:ext>
            </a:extLst>
          </p:cNvPr>
          <p:cNvSpPr>
            <a:spLocks noGrp="1"/>
          </p:cNvSpPr>
          <p:nvPr>
            <p:ph type="ftr" sz="quarter" idx="14"/>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07298210"/>
      </p:ext>
    </p:extLst>
  </p:cSld>
  <p:clrMapOvr>
    <a:masterClrMapping/>
  </p:clrMapOvr>
  <p:extLst>
    <p:ext uri="{DCECCB84-F9BA-43D5-87BE-67443E8EF086}">
      <p15:sldGuideLst xmlns:p15="http://schemas.microsoft.com/office/powerpoint/2012/main">
        <p15:guide id="3" pos="6560" userDrawn="1">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Empty 3">
    <p:bg>
      <p:bgPr>
        <a:solidFill>
          <a:srgbClr val="3531CF"/>
        </a:solidFill>
        <a:effectLst/>
      </p:bgPr>
    </p:bg>
    <p:spTree>
      <p:nvGrpSpPr>
        <p:cNvPr id="1" name=""/>
        <p:cNvGrpSpPr/>
        <p:nvPr/>
      </p:nvGrpSpPr>
      <p:grpSpPr>
        <a:xfrm>
          <a:off x="0" y="0"/>
          <a:ext cx="0" cy="0"/>
          <a:chOff x="0" y="0"/>
          <a:chExt cx="0" cy="0"/>
        </a:xfrm>
      </p:grpSpPr>
      <p:sp>
        <p:nvSpPr>
          <p:cNvPr id="3" name="Date Placeholder 2" hidden="1">
            <a:extLst>
              <a:ext uri="{FF2B5EF4-FFF2-40B4-BE49-F238E27FC236}">
                <a16:creationId xmlns:a16="http://schemas.microsoft.com/office/drawing/2014/main" id="{141AAF2B-F13A-23DC-DA5F-F8F818AB0F5D}"/>
              </a:ext>
            </a:extLst>
          </p:cNvPr>
          <p:cNvSpPr>
            <a:spLocks noGrp="1" noRot="1" noMove="1" noResize="1" noEditPoints="1" noAdjustHandles="1" noChangeArrowheads="1" noChangeShapeType="1"/>
          </p:cNvSpPr>
          <p:nvPr>
            <p:ph type="dt" sz="half" idx="14"/>
          </p:nvPr>
        </p:nvSpPr>
        <p:spPr/>
        <p:txBody>
          <a:bodyPr/>
          <a:lstStyle/>
          <a:p>
            <a:fld id="{4127D949-0627-4708-BAA6-0017AFE1346D}" type="datetime3">
              <a:rPr lang="en-GB" smtClean="0"/>
              <a:t>21 July, 2026</a:t>
            </a:fld>
            <a:endParaRPr lang="en-GB" dirty="0"/>
          </a:p>
        </p:txBody>
      </p:sp>
      <p:sp>
        <p:nvSpPr>
          <p:cNvPr id="4" name="Footer Placeholder 3">
            <a:extLst>
              <a:ext uri="{FF2B5EF4-FFF2-40B4-BE49-F238E27FC236}">
                <a16:creationId xmlns:a16="http://schemas.microsoft.com/office/drawing/2014/main" id="{DA26D7A9-9908-4CB9-5D3C-B58831F9F0EB}"/>
              </a:ext>
            </a:extLst>
          </p:cNvPr>
          <p:cNvSpPr>
            <a:spLocks noGrp="1" noRot="1" noMove="1" noResize="1" noEditPoints="1" noAdjustHandles="1" noChangeArrowheads="1" noChangeShapeType="1"/>
          </p:cNvSpPr>
          <p:nvPr>
            <p:ph type="ftr" sz="quarter" idx="15"/>
          </p:nvPr>
        </p:nvSpPr>
        <p:spPr/>
        <p:txBody>
          <a:bodyPr/>
          <a:lstStyle>
            <a:lvl1pPr>
              <a:defRPr>
                <a:solidFill>
                  <a:schemeClr val="tx1"/>
                </a:solidFill>
              </a:defRPr>
            </a:lvl1pPr>
          </a:lstStyle>
          <a:p>
            <a:r>
              <a:rPr lang="en-GB" dirty="0"/>
              <a:t>Confidential</a:t>
            </a:r>
            <a:endParaRPr lang="en-GB" dirty="0">
              <a:solidFill>
                <a:schemeClr val="tx1"/>
              </a:solidFill>
            </a:endParaRPr>
          </a:p>
        </p:txBody>
      </p:sp>
      <p:sp>
        <p:nvSpPr>
          <p:cNvPr id="7" name="tieto logo">
            <a:extLst>
              <a:ext uri="{FF2B5EF4-FFF2-40B4-BE49-F238E27FC236}">
                <a16:creationId xmlns:a16="http://schemas.microsoft.com/office/drawing/2014/main" id="{5E9C5C1A-F392-EA06-42B4-9DAD3E31CE1E}"/>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tx1"/>
          </a:solidFill>
          <a:ln w="302" cap="flat">
            <a:noFill/>
            <a:prstDash val="solid"/>
            <a:miter/>
          </a:ln>
        </p:spPr>
        <p:txBody>
          <a:bodyPr/>
          <a:lstStyle/>
          <a:p>
            <a:endParaRPr lang="en-GB" dirty="0"/>
          </a:p>
        </p:txBody>
      </p:sp>
      <p:sp>
        <p:nvSpPr>
          <p:cNvPr id="5" name="Slide Number Placeholder 4">
            <a:extLst>
              <a:ext uri="{FF2B5EF4-FFF2-40B4-BE49-F238E27FC236}">
                <a16:creationId xmlns:a16="http://schemas.microsoft.com/office/drawing/2014/main" id="{DED6BAC5-71E0-81A6-A0D6-34B025EB2AF6}"/>
              </a:ext>
            </a:extLst>
          </p:cNvPr>
          <p:cNvSpPr>
            <a:spLocks noGrp="1"/>
          </p:cNvSpPr>
          <p:nvPr>
            <p:ph type="sldNum" sz="quarter" idx="16"/>
          </p:nvPr>
        </p:nvSpPr>
        <p:spPr/>
        <p:txBody>
          <a:bodyPr/>
          <a:lstStyle>
            <a:lvl1pPr>
              <a:defRPr>
                <a:solidFill>
                  <a:schemeClr val="tx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31461582"/>
      </p:ext>
    </p:extLst>
  </p:cSld>
  <p:clrMapOvr>
    <a:overrideClrMapping bg1="dk1" tx1="lt1" bg2="dk2" tx2="lt2" accent1="accent1" accent2="lt2" accent3="accent3" accent4="accent4" accent5="accent5" accent6="accent6" hlink="hlink" folHlink="folHlink"/>
  </p:clrMapOvr>
  <p:extLst>
    <p:ext uri="{DCECCB84-F9BA-43D5-87BE-67443E8EF086}">
      <p15:sldGuideLst xmlns:p15="http://schemas.microsoft.com/office/powerpoint/2012/main">
        <p15:guide id="1" pos="3265">
          <p15:clr>
            <a:srgbClr val="A4A3A4"/>
          </p15:clr>
        </p15:guide>
        <p15:guide id="3" pos="6017">
          <p15:clr>
            <a:srgbClr val="A4A3A4"/>
          </p15:clr>
        </p15:guide>
        <p15:guide id="4" pos="2993">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wo columns 1">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4"/>
                </a:solidFill>
              </a:defRPr>
            </a:lvl1pPr>
          </a:lstStyle>
          <a:p>
            <a:r>
              <a:rPr lang="en-GB" dirty="0"/>
              <a:t>Click to add title</a:t>
            </a:r>
          </a:p>
        </p:txBody>
      </p:sp>
      <p:sp>
        <p:nvSpPr>
          <p:cNvPr id="3" name="Text Placeholder 6">
            <a:extLst>
              <a:ext uri="{FF2B5EF4-FFF2-40B4-BE49-F238E27FC236}">
                <a16:creationId xmlns:a16="http://schemas.microsoft.com/office/drawing/2014/main" id="{A98A738B-3132-AF5D-B3C8-6323565056AA}"/>
              </a:ext>
            </a:extLst>
          </p:cNvPr>
          <p:cNvSpPr>
            <a:spLocks noGrp="1"/>
          </p:cNvSpPr>
          <p:nvPr>
            <p:ph type="body" sz="quarter" idx="16" hasCustomPrompt="1"/>
          </p:nvPr>
        </p:nvSpPr>
        <p:spPr>
          <a:xfrm>
            <a:off x="345600" y="1321200"/>
            <a:ext cx="4820400" cy="4680000"/>
          </a:xfrm>
        </p:spPr>
        <p:txBody>
          <a:bodyPr>
            <a:noAutofit/>
          </a:bodyPr>
          <a:lstStyle>
            <a:lvl1pPr>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accent4"/>
                </a:solidFill>
              </a:defRPr>
            </a:lvl5pPr>
            <a:lvl6pPr>
              <a:defRPr sz="2400">
                <a:solidFill>
                  <a:schemeClr val="tx1"/>
                </a:solidFill>
              </a:defRPr>
            </a:lvl6pPr>
            <a:lvl7pPr>
              <a:defRPr sz="2800">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8" name="Text Placeholder 7">
            <a:extLst>
              <a:ext uri="{FF2B5EF4-FFF2-40B4-BE49-F238E27FC236}">
                <a16:creationId xmlns:a16="http://schemas.microsoft.com/office/drawing/2014/main" id="{FA8893B5-0DDF-3FD8-AEE6-42AEC510AA6D}"/>
              </a:ext>
            </a:extLst>
          </p:cNvPr>
          <p:cNvSpPr>
            <a:spLocks noGrp="1"/>
          </p:cNvSpPr>
          <p:nvPr>
            <p:ph type="body" sz="quarter" idx="17" hasCustomPrompt="1"/>
          </p:nvPr>
        </p:nvSpPr>
        <p:spPr>
          <a:xfrm>
            <a:off x="5598000" y="1321200"/>
            <a:ext cx="4820400" cy="4680000"/>
          </a:xfrm>
        </p:spPr>
        <p:txBody>
          <a:bodyPr>
            <a:noAutofit/>
          </a:bodyPr>
          <a:lstStyle>
            <a:lvl1pPr>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accent4"/>
                </a:solidFill>
              </a:defRPr>
            </a:lvl5pPr>
            <a:lvl6pPr>
              <a:defRPr sz="2400">
                <a:solidFill>
                  <a:schemeClr val="tx1"/>
                </a:solidFill>
              </a:defRPr>
            </a:lvl6pPr>
            <a:lvl7pPr>
              <a:defRPr sz="2800">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11" name="tieto logo">
            <a:extLst>
              <a:ext uri="{FF2B5EF4-FFF2-40B4-BE49-F238E27FC236}">
                <a16:creationId xmlns:a16="http://schemas.microsoft.com/office/drawing/2014/main" id="{0FFA113C-6AD3-F0D3-F8AF-50FBF479DB7A}"/>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9" name="Date Placeholder 8" hidden="1">
            <a:extLst>
              <a:ext uri="{FF2B5EF4-FFF2-40B4-BE49-F238E27FC236}">
                <a16:creationId xmlns:a16="http://schemas.microsoft.com/office/drawing/2014/main" id="{0312B1F9-987B-0371-49DE-0667B80C0C82}"/>
              </a:ext>
            </a:extLst>
          </p:cNvPr>
          <p:cNvSpPr>
            <a:spLocks noGrp="1"/>
          </p:cNvSpPr>
          <p:nvPr>
            <p:ph type="dt" sz="half" idx="18"/>
          </p:nvPr>
        </p:nvSpPr>
        <p:spPr/>
        <p:txBody>
          <a:bodyPr/>
          <a:lstStyle>
            <a:lvl1pPr>
              <a:defRPr>
                <a:solidFill>
                  <a:schemeClr val="accent6">
                    <a:lumMod val="60000"/>
                    <a:lumOff val="40000"/>
                  </a:schemeClr>
                </a:solidFill>
              </a:defRPr>
            </a:lvl1pPr>
          </a:lstStyle>
          <a:p>
            <a:fld id="{44CB9D8B-1503-4F0C-92EA-2FBC8A54DFFB}" type="datetime3">
              <a:rPr lang="en-GB" smtClean="0"/>
              <a:t>21 July, 2026</a:t>
            </a:fld>
            <a:endParaRPr lang="en-GB" dirty="0"/>
          </a:p>
        </p:txBody>
      </p:sp>
      <p:sp>
        <p:nvSpPr>
          <p:cNvPr id="10" name="Footer Placeholder 9">
            <a:extLst>
              <a:ext uri="{FF2B5EF4-FFF2-40B4-BE49-F238E27FC236}">
                <a16:creationId xmlns:a16="http://schemas.microsoft.com/office/drawing/2014/main" id="{BE12CB4B-9076-4C77-B3F3-6E28318A85AD}"/>
              </a:ext>
            </a:extLst>
          </p:cNvPr>
          <p:cNvSpPr>
            <a:spLocks noGrp="1"/>
          </p:cNvSpPr>
          <p:nvPr>
            <p:ph type="ftr" sz="quarter" idx="19"/>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824310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254" userDrawn="1">
          <p15:clr>
            <a:srgbClr val="A4A3A4"/>
          </p15:clr>
        </p15:guide>
        <p15:guide id="2" pos="3526" userDrawn="1">
          <p15:clr>
            <a:srgbClr val="A4A3A4"/>
          </p15:clr>
        </p15:guide>
        <p15:guide id="3" pos="6562" userDrawn="1">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s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3"/>
                </a:solidFill>
              </a:defRPr>
            </a:lvl1pPr>
          </a:lstStyle>
          <a:p>
            <a:r>
              <a:rPr lang="en-GB" dirty="0"/>
              <a:t>Click to add title</a:t>
            </a:r>
          </a:p>
        </p:txBody>
      </p:sp>
      <p:sp>
        <p:nvSpPr>
          <p:cNvPr id="3" name="Text Placeholder 6">
            <a:extLst>
              <a:ext uri="{FF2B5EF4-FFF2-40B4-BE49-F238E27FC236}">
                <a16:creationId xmlns:a16="http://schemas.microsoft.com/office/drawing/2014/main" id="{97AD86B0-EC67-2D9D-34BD-B677E83DDF7D}"/>
              </a:ext>
            </a:extLst>
          </p:cNvPr>
          <p:cNvSpPr>
            <a:spLocks noGrp="1"/>
          </p:cNvSpPr>
          <p:nvPr>
            <p:ph type="body" sz="quarter" idx="16" hasCustomPrompt="1"/>
          </p:nvPr>
        </p:nvSpPr>
        <p:spPr>
          <a:xfrm>
            <a:off x="345600" y="1321200"/>
            <a:ext cx="4820400" cy="4680000"/>
          </a:xfrm>
        </p:spPr>
        <p:txBody>
          <a:bodyPr>
            <a:noAutofit/>
          </a:bodyPr>
          <a:lstStyle>
            <a:lvl1pPr>
              <a:defRPr sz="1800"/>
            </a:lvl1pPr>
            <a:lvl2pPr>
              <a:defRPr sz="1800"/>
            </a:lvl2pPr>
            <a:lvl3pPr>
              <a:defRPr sz="1800"/>
            </a:lvl3pPr>
            <a:lvl4pPr>
              <a:defRPr sz="1800"/>
            </a:lvl4pPr>
            <a:lvl5pPr>
              <a:defRPr sz="1800"/>
            </a:lvl5pPr>
            <a:lvl6pPr>
              <a:defRPr sz="2400"/>
            </a:lvl6pPr>
            <a:lvl7pPr>
              <a:defRPr sz="2800"/>
            </a:lvl7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D4F5CADC-9CD3-BB95-1E88-6D4D35669920}"/>
              </a:ext>
            </a:extLst>
          </p:cNvPr>
          <p:cNvSpPr>
            <a:spLocks noGrp="1"/>
          </p:cNvSpPr>
          <p:nvPr>
            <p:ph type="body" sz="quarter" idx="17" hasCustomPrompt="1"/>
          </p:nvPr>
        </p:nvSpPr>
        <p:spPr>
          <a:xfrm>
            <a:off x="5598000" y="1321200"/>
            <a:ext cx="4820400" cy="4680000"/>
          </a:xfrm>
        </p:spPr>
        <p:txBody>
          <a:bodyPr>
            <a:noAutofit/>
          </a:bodyPr>
          <a:lstStyle>
            <a:lvl1pPr>
              <a:defRPr sz="1800"/>
            </a:lvl1pPr>
            <a:lvl2pPr>
              <a:defRPr sz="1800"/>
            </a:lvl2pPr>
            <a:lvl3pPr>
              <a:defRPr sz="1800"/>
            </a:lvl3pPr>
            <a:lvl4pPr>
              <a:defRPr sz="1800"/>
            </a:lvl4pPr>
            <a:lvl5pPr>
              <a:defRPr sz="1800"/>
            </a:lvl5pPr>
            <a:lvl6pPr>
              <a:defRPr sz="2400"/>
            </a:lvl6pPr>
            <a:lvl7pPr>
              <a:defRPr sz="2800"/>
            </a:lvl7pPr>
          </a:lstStyle>
          <a:p>
            <a:pPr lvl="0"/>
            <a:r>
              <a:rPr lang="en-GB" dirty="0"/>
              <a:t>Click to add text                                                                        Press ENTER then TAB to view next text style                         Press SHIFT+TAB to view previous text style</a:t>
            </a:r>
          </a:p>
        </p:txBody>
      </p:sp>
      <p:sp>
        <p:nvSpPr>
          <p:cNvPr id="8" name="Date Placeholder 7" hidden="1">
            <a:extLst>
              <a:ext uri="{FF2B5EF4-FFF2-40B4-BE49-F238E27FC236}">
                <a16:creationId xmlns:a16="http://schemas.microsoft.com/office/drawing/2014/main" id="{49B17963-99B0-9A4D-7770-56B74A14E3C6}"/>
              </a:ext>
            </a:extLst>
          </p:cNvPr>
          <p:cNvSpPr>
            <a:spLocks noGrp="1"/>
          </p:cNvSpPr>
          <p:nvPr>
            <p:ph type="dt" sz="half" idx="18"/>
          </p:nvPr>
        </p:nvSpPr>
        <p:spPr/>
        <p:txBody>
          <a:bodyPr/>
          <a:lstStyle/>
          <a:p>
            <a:fld id="{1BA3BDA8-1563-46A4-BE5A-C3479D85FB9F}" type="datetime3">
              <a:rPr lang="en-GB" smtClean="0"/>
              <a:t>21 July, 2026</a:t>
            </a:fld>
            <a:endParaRPr lang="en-GB" dirty="0"/>
          </a:p>
        </p:txBody>
      </p:sp>
      <p:sp>
        <p:nvSpPr>
          <p:cNvPr id="9" name="Footer Placeholder 8">
            <a:extLst>
              <a:ext uri="{FF2B5EF4-FFF2-40B4-BE49-F238E27FC236}">
                <a16:creationId xmlns:a16="http://schemas.microsoft.com/office/drawing/2014/main" id="{FB954D7D-DFF8-0350-4F60-68C265421229}"/>
              </a:ext>
            </a:extLst>
          </p:cNvPr>
          <p:cNvSpPr>
            <a:spLocks noGrp="1"/>
          </p:cNvSpPr>
          <p:nvPr>
            <p:ph type="ftr" sz="quarter" idx="19"/>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768586607"/>
      </p:ext>
    </p:extLst>
  </p:cSld>
  <p:clrMapOvr>
    <a:masterClrMapping/>
  </p:clrMapOvr>
  <p:extLst>
    <p:ext uri="{DCECCB84-F9BA-43D5-87BE-67443E8EF086}">
      <p15:sldGuideLst xmlns:p15="http://schemas.microsoft.com/office/powerpoint/2012/main">
        <p15:guide id="1" pos="3526" userDrawn="1">
          <p15:clr>
            <a:srgbClr val="A4A3A4"/>
          </p15:clr>
        </p15:guide>
        <p15:guide id="2" pos="3254" userDrawn="1">
          <p15:clr>
            <a:srgbClr val="A4A3A4"/>
          </p15:clr>
        </p15:guide>
        <p15:guide id="3" pos="6562" userDrawn="1">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wo columns 3">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tx1"/>
                </a:solidFill>
              </a:defRPr>
            </a:lvl1pPr>
          </a:lstStyle>
          <a:p>
            <a:r>
              <a:rPr lang="en-GB" dirty="0"/>
              <a:t>Click to add title</a:t>
            </a:r>
          </a:p>
        </p:txBody>
      </p:sp>
      <p:sp>
        <p:nvSpPr>
          <p:cNvPr id="3" name="Text Placeholder 6">
            <a:extLst>
              <a:ext uri="{FF2B5EF4-FFF2-40B4-BE49-F238E27FC236}">
                <a16:creationId xmlns:a16="http://schemas.microsoft.com/office/drawing/2014/main" id="{A98A738B-3132-AF5D-B3C8-6323565056AA}"/>
              </a:ext>
            </a:extLst>
          </p:cNvPr>
          <p:cNvSpPr>
            <a:spLocks noGrp="1"/>
          </p:cNvSpPr>
          <p:nvPr>
            <p:ph type="body" sz="quarter" idx="16" hasCustomPrompt="1"/>
          </p:nvPr>
        </p:nvSpPr>
        <p:spPr>
          <a:xfrm>
            <a:off x="345600" y="1321200"/>
            <a:ext cx="4820400" cy="4680000"/>
          </a:xfrm>
          <a:prstGeom prst="roundRect">
            <a:avLst>
              <a:gd name="adj" fmla="val 815"/>
            </a:avLst>
          </a:prstGeom>
          <a:solidFill>
            <a:schemeClr val="accent4"/>
          </a:solidFill>
        </p:spPr>
        <p:txBody>
          <a:bodyPr lIns="216000" tIns="180000" rIns="216000" bIns="180000">
            <a:noAutofit/>
          </a:bodyPr>
          <a:lstStyle>
            <a:lvl1pPr>
              <a:defRPr sz="1800">
                <a:solidFill>
                  <a:schemeClr val="accent1"/>
                </a:solidFill>
              </a:defRPr>
            </a:lvl1pPr>
            <a:lvl2pPr>
              <a:defRPr sz="1800">
                <a:solidFill>
                  <a:schemeClr val="accent1"/>
                </a:solidFill>
              </a:defRPr>
            </a:lvl2pPr>
            <a:lvl3pPr>
              <a:defRPr sz="1800">
                <a:solidFill>
                  <a:schemeClr val="accent1"/>
                </a:solidFill>
              </a:defRPr>
            </a:lvl3pPr>
            <a:lvl4pPr>
              <a:defRPr sz="1800">
                <a:solidFill>
                  <a:schemeClr val="accent1"/>
                </a:solidFill>
              </a:defRPr>
            </a:lvl4pPr>
            <a:lvl5pPr>
              <a:defRPr sz="1800">
                <a:solidFill>
                  <a:schemeClr val="accent1"/>
                </a:solidFill>
              </a:defRPr>
            </a:lvl5pPr>
            <a:lvl6pPr>
              <a:defRPr sz="2400">
                <a:solidFill>
                  <a:schemeClr val="accent1"/>
                </a:solidFill>
              </a:defRPr>
            </a:lvl6pPr>
            <a:lvl7pPr>
              <a:defRPr sz="2800">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8" name="Text Placeholder 7">
            <a:extLst>
              <a:ext uri="{FF2B5EF4-FFF2-40B4-BE49-F238E27FC236}">
                <a16:creationId xmlns:a16="http://schemas.microsoft.com/office/drawing/2014/main" id="{FA8893B5-0DDF-3FD8-AEE6-42AEC510AA6D}"/>
              </a:ext>
            </a:extLst>
          </p:cNvPr>
          <p:cNvSpPr>
            <a:spLocks noGrp="1"/>
          </p:cNvSpPr>
          <p:nvPr>
            <p:ph type="body" sz="quarter" idx="17" hasCustomPrompt="1"/>
          </p:nvPr>
        </p:nvSpPr>
        <p:spPr>
          <a:xfrm>
            <a:off x="5598000" y="1321200"/>
            <a:ext cx="4820400" cy="4680000"/>
          </a:xfrm>
          <a:prstGeom prst="roundRect">
            <a:avLst>
              <a:gd name="adj" fmla="val 815"/>
            </a:avLst>
          </a:prstGeom>
          <a:solidFill>
            <a:schemeClr val="accent2"/>
          </a:solidFill>
        </p:spPr>
        <p:txBody>
          <a:bodyPr lIns="216000" tIns="180000" rIns="216000" bIns="180000">
            <a:noAutofit/>
          </a:bodyPr>
          <a:lstStyle>
            <a:lvl1pPr>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vl6pPr>
              <a:defRPr sz="2400">
                <a:solidFill>
                  <a:schemeClr val="tx1"/>
                </a:solidFill>
              </a:defRPr>
            </a:lvl6pPr>
            <a:lvl7pPr>
              <a:defRPr sz="2800">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11" name="tieto logo">
            <a:extLst>
              <a:ext uri="{FF2B5EF4-FFF2-40B4-BE49-F238E27FC236}">
                <a16:creationId xmlns:a16="http://schemas.microsoft.com/office/drawing/2014/main" id="{F4D33D39-4F23-C77D-7CE3-3A1CCE40EF85}"/>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9" name="Date Placeholder 8" hidden="1">
            <a:extLst>
              <a:ext uri="{FF2B5EF4-FFF2-40B4-BE49-F238E27FC236}">
                <a16:creationId xmlns:a16="http://schemas.microsoft.com/office/drawing/2014/main" id="{D1490EE8-2081-BBA1-FED5-F74178F865B0}"/>
              </a:ext>
            </a:extLst>
          </p:cNvPr>
          <p:cNvSpPr>
            <a:spLocks noGrp="1"/>
          </p:cNvSpPr>
          <p:nvPr>
            <p:ph type="dt" sz="half" idx="18"/>
          </p:nvPr>
        </p:nvSpPr>
        <p:spPr/>
        <p:txBody>
          <a:bodyPr/>
          <a:lstStyle>
            <a:lvl1pPr>
              <a:defRPr>
                <a:solidFill>
                  <a:schemeClr val="accent6">
                    <a:lumMod val="60000"/>
                    <a:lumOff val="40000"/>
                  </a:schemeClr>
                </a:solidFill>
              </a:defRPr>
            </a:lvl1pPr>
          </a:lstStyle>
          <a:p>
            <a:fld id="{0117F5BE-756B-4767-A292-86F5B01F330C}" type="datetime3">
              <a:rPr lang="en-GB" smtClean="0"/>
              <a:t>21 July, 2026</a:t>
            </a:fld>
            <a:endParaRPr lang="en-GB" dirty="0"/>
          </a:p>
        </p:txBody>
      </p:sp>
      <p:sp>
        <p:nvSpPr>
          <p:cNvPr id="10" name="Footer Placeholder 9">
            <a:extLst>
              <a:ext uri="{FF2B5EF4-FFF2-40B4-BE49-F238E27FC236}">
                <a16:creationId xmlns:a16="http://schemas.microsoft.com/office/drawing/2014/main" id="{F3C57A8A-B1C4-15EA-3A2B-F09C5E58A17F}"/>
              </a:ext>
            </a:extLst>
          </p:cNvPr>
          <p:cNvSpPr>
            <a:spLocks noGrp="1"/>
          </p:cNvSpPr>
          <p:nvPr>
            <p:ph type="ftr" sz="quarter" idx="19"/>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9953026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254" userDrawn="1">
          <p15:clr>
            <a:srgbClr val="A4A3A4"/>
          </p15:clr>
        </p15:guide>
        <p15:guide id="2" pos="3526" userDrawn="1">
          <p15:clr>
            <a:srgbClr val="A4A3A4"/>
          </p15:clr>
        </p15:guide>
        <p15:guide id="3" pos="6562" userDrawn="1">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rgbClr val="021E57"/>
                </a:solidFill>
              </a:defRPr>
            </a:lvl1pPr>
          </a:lstStyle>
          <a:p>
            <a:r>
              <a:rPr lang="en-GB" dirty="0"/>
              <a:t>Click to add title</a:t>
            </a:r>
          </a:p>
        </p:txBody>
      </p:sp>
      <p:sp>
        <p:nvSpPr>
          <p:cNvPr id="3" name="Text Placeholder 6">
            <a:extLst>
              <a:ext uri="{FF2B5EF4-FFF2-40B4-BE49-F238E27FC236}">
                <a16:creationId xmlns:a16="http://schemas.microsoft.com/office/drawing/2014/main" id="{A98A738B-3132-AF5D-B3C8-6323565056AA}"/>
              </a:ext>
            </a:extLst>
          </p:cNvPr>
          <p:cNvSpPr>
            <a:spLocks noGrp="1"/>
          </p:cNvSpPr>
          <p:nvPr>
            <p:ph type="body" sz="quarter" idx="16" hasCustomPrompt="1"/>
          </p:nvPr>
        </p:nvSpPr>
        <p:spPr>
          <a:xfrm>
            <a:off x="345600" y="1321200"/>
            <a:ext cx="4820400" cy="4680000"/>
          </a:xfrm>
          <a:prstGeom prst="roundRect">
            <a:avLst>
              <a:gd name="adj" fmla="val 814"/>
            </a:avLst>
          </a:prstGeom>
          <a:solidFill>
            <a:srgbClr val="DBE5FF"/>
          </a:solidFill>
        </p:spPr>
        <p:txBody>
          <a:bodyPr lIns="216000" tIns="180000" rIns="216000" bIns="180000">
            <a:noAutofit/>
          </a:bodyPr>
          <a:lstStyle>
            <a:lvl1pPr>
              <a:spcAft>
                <a:spcPts val="600"/>
              </a:spcAft>
              <a:defRPr sz="1800">
                <a:solidFill>
                  <a:schemeClr val="accent1"/>
                </a:solidFill>
              </a:defRPr>
            </a:lvl1pPr>
            <a:lvl2pPr>
              <a:spcAft>
                <a:spcPts val="600"/>
              </a:spcAft>
              <a:defRPr sz="1800">
                <a:solidFill>
                  <a:schemeClr val="accent1"/>
                </a:solidFill>
              </a:defRPr>
            </a:lvl2pPr>
            <a:lvl3pPr>
              <a:spcAft>
                <a:spcPts val="600"/>
              </a:spcAft>
              <a:defRPr sz="1800">
                <a:solidFill>
                  <a:schemeClr val="accent1"/>
                </a:solidFill>
              </a:defRPr>
            </a:lvl3pPr>
            <a:lvl4pPr>
              <a:spcAft>
                <a:spcPts val="600"/>
              </a:spcAft>
              <a:defRPr sz="1800">
                <a:solidFill>
                  <a:schemeClr val="accent1"/>
                </a:solidFill>
              </a:defRPr>
            </a:lvl4pPr>
            <a:lvl5pPr>
              <a:spcAft>
                <a:spcPts val="600"/>
              </a:spcAft>
              <a:defRPr sz="1800">
                <a:solidFill>
                  <a:schemeClr val="accent1"/>
                </a:solidFill>
              </a:defRPr>
            </a:lvl5pPr>
            <a:lvl6pPr>
              <a:spcAft>
                <a:spcPts val="800"/>
              </a:spcAft>
              <a:defRPr sz="2400">
                <a:solidFill>
                  <a:schemeClr val="accent1"/>
                </a:solidFill>
              </a:defRPr>
            </a:lvl6pPr>
            <a:lvl7pPr>
              <a:spcAft>
                <a:spcPts val="800"/>
              </a:spcAft>
              <a:defRPr sz="2800">
                <a:solidFill>
                  <a:schemeClr val="accent1"/>
                </a:solidFill>
              </a:defRPr>
            </a:lvl7pPr>
            <a:lvl8pPr>
              <a:spcAft>
                <a:spcPts val="800"/>
              </a:spcAft>
              <a:defRPr sz="3600">
                <a:solidFill>
                  <a:schemeClr val="accent1"/>
                </a:solidFill>
              </a:defRPr>
            </a:lvl8pPr>
            <a:lvl9pPr>
              <a:spcAft>
                <a:spcPts val="800"/>
              </a:spcAft>
              <a:defRPr sz="5400">
                <a:solidFill>
                  <a:schemeClr val="accent1"/>
                </a:solidFill>
              </a:defRPr>
            </a:lvl9pPr>
          </a:lstStyle>
          <a:p>
            <a:pPr lvl="0"/>
            <a:r>
              <a:rPr lang="en-GB" dirty="0"/>
              <a:t>Click to add text                                                    Press ENTER then TAB to view next text style                                                                        Press SHIFT+TAB to view previous text style</a:t>
            </a:r>
          </a:p>
        </p:txBody>
      </p:sp>
      <p:sp>
        <p:nvSpPr>
          <p:cNvPr id="8" name="Text Placeholder 7">
            <a:extLst>
              <a:ext uri="{FF2B5EF4-FFF2-40B4-BE49-F238E27FC236}">
                <a16:creationId xmlns:a16="http://schemas.microsoft.com/office/drawing/2014/main" id="{FA8893B5-0DDF-3FD8-AEE6-42AEC510AA6D}"/>
              </a:ext>
            </a:extLst>
          </p:cNvPr>
          <p:cNvSpPr>
            <a:spLocks noGrp="1"/>
          </p:cNvSpPr>
          <p:nvPr>
            <p:ph type="body" sz="quarter" idx="17" hasCustomPrompt="1"/>
          </p:nvPr>
        </p:nvSpPr>
        <p:spPr>
          <a:xfrm>
            <a:off x="5598000" y="1321200"/>
            <a:ext cx="4820400" cy="4680000"/>
          </a:xfrm>
          <a:prstGeom prst="roundRect">
            <a:avLst>
              <a:gd name="adj" fmla="val 814"/>
            </a:avLst>
          </a:prstGeom>
          <a:solidFill>
            <a:srgbClr val="C2D3FF"/>
          </a:solidFill>
        </p:spPr>
        <p:txBody>
          <a:bodyPr lIns="216000" tIns="180000" rIns="216000" bIns="180000">
            <a:noAutofit/>
          </a:bodyPr>
          <a:lstStyle>
            <a:lvl1pPr>
              <a:spcAft>
                <a:spcPts val="600"/>
              </a:spcAft>
              <a:defRPr sz="1800">
                <a:solidFill>
                  <a:schemeClr val="accent1"/>
                </a:solidFill>
              </a:defRPr>
            </a:lvl1pPr>
            <a:lvl2pPr>
              <a:spcAft>
                <a:spcPts val="600"/>
              </a:spcAft>
              <a:defRPr sz="1800">
                <a:solidFill>
                  <a:schemeClr val="accent1"/>
                </a:solidFill>
              </a:defRPr>
            </a:lvl2pPr>
            <a:lvl3pPr>
              <a:spcAft>
                <a:spcPts val="600"/>
              </a:spcAft>
              <a:defRPr sz="1800">
                <a:solidFill>
                  <a:schemeClr val="accent1"/>
                </a:solidFill>
              </a:defRPr>
            </a:lvl3pPr>
            <a:lvl4pPr>
              <a:spcAft>
                <a:spcPts val="600"/>
              </a:spcAft>
              <a:defRPr sz="1800">
                <a:solidFill>
                  <a:schemeClr val="accent1"/>
                </a:solidFill>
              </a:defRPr>
            </a:lvl4pPr>
            <a:lvl5pPr>
              <a:spcAft>
                <a:spcPts val="600"/>
              </a:spcAft>
              <a:defRPr sz="1800">
                <a:solidFill>
                  <a:schemeClr val="accent1"/>
                </a:solidFill>
              </a:defRPr>
            </a:lvl5pPr>
            <a:lvl6pPr>
              <a:spcAft>
                <a:spcPts val="800"/>
              </a:spcAft>
              <a:defRPr sz="2400">
                <a:solidFill>
                  <a:schemeClr val="accent1"/>
                </a:solidFill>
              </a:defRPr>
            </a:lvl6pPr>
            <a:lvl7pPr>
              <a:spcAft>
                <a:spcPts val="800"/>
              </a:spcAft>
              <a:defRPr sz="2800">
                <a:solidFill>
                  <a:schemeClr val="accent1"/>
                </a:solidFill>
              </a:defRPr>
            </a:lvl7pPr>
            <a:lvl8pPr>
              <a:spcAft>
                <a:spcPts val="800"/>
              </a:spcAft>
              <a:defRPr sz="3600">
                <a:solidFill>
                  <a:schemeClr val="accent1"/>
                </a:solidFill>
              </a:defRPr>
            </a:lvl8pPr>
            <a:lvl9pPr>
              <a:spcAft>
                <a:spcPts val="800"/>
              </a:spcAft>
              <a:defRPr sz="5400">
                <a:solidFill>
                  <a:schemeClr val="accent1"/>
                </a:solidFill>
              </a:defRPr>
            </a:lvl9pPr>
          </a:lstStyle>
          <a:p>
            <a:pPr lvl="0"/>
            <a:r>
              <a:rPr lang="en-GB" dirty="0"/>
              <a:t>Click to add text                                                Press ENTER then TAB to view next text style                                                                   Press SHIFT+TAB to view previous text style</a:t>
            </a:r>
          </a:p>
        </p:txBody>
      </p:sp>
      <p:sp>
        <p:nvSpPr>
          <p:cNvPr id="7" name="Date Placeholder 6" hidden="1">
            <a:extLst>
              <a:ext uri="{FF2B5EF4-FFF2-40B4-BE49-F238E27FC236}">
                <a16:creationId xmlns:a16="http://schemas.microsoft.com/office/drawing/2014/main" id="{663102A5-DC9D-8D35-32B3-2F259DD10B78}"/>
              </a:ext>
            </a:extLst>
          </p:cNvPr>
          <p:cNvSpPr>
            <a:spLocks noGrp="1"/>
          </p:cNvSpPr>
          <p:nvPr>
            <p:ph type="dt" sz="half" idx="18"/>
          </p:nvPr>
        </p:nvSpPr>
        <p:spPr/>
        <p:txBody>
          <a:bodyPr/>
          <a:lstStyle/>
          <a:p>
            <a:fld id="{80C1AB3A-9E2F-468C-AF7C-B20B779E4A5C}" type="datetime3">
              <a:rPr lang="en-GB" smtClean="0"/>
              <a:t>21 July, 2026</a:t>
            </a:fld>
            <a:endParaRPr lang="en-GB" dirty="0"/>
          </a:p>
        </p:txBody>
      </p:sp>
      <p:sp>
        <p:nvSpPr>
          <p:cNvPr id="9" name="Footer Placeholder 8">
            <a:extLst>
              <a:ext uri="{FF2B5EF4-FFF2-40B4-BE49-F238E27FC236}">
                <a16:creationId xmlns:a16="http://schemas.microsoft.com/office/drawing/2014/main" id="{04719FD3-8881-B32F-3D91-E153B62ED54A}"/>
              </a:ext>
            </a:extLst>
          </p:cNvPr>
          <p:cNvSpPr>
            <a:spLocks noGrp="1"/>
          </p:cNvSpPr>
          <p:nvPr>
            <p:ph type="ftr" sz="quarter" idx="19"/>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968261214"/>
      </p:ext>
    </p:extLst>
  </p:cSld>
  <p:clrMapOvr>
    <a:masterClrMapping/>
  </p:clrMapOvr>
  <p:extLst>
    <p:ext uri="{DCECCB84-F9BA-43D5-87BE-67443E8EF086}">
      <p15:sldGuideLst xmlns:p15="http://schemas.microsoft.com/office/powerpoint/2012/main">
        <p15:guide id="3" pos="6561" userDrawn="1">
          <p15:clr>
            <a:srgbClr val="A4A3A4"/>
          </p15:clr>
        </p15:guide>
        <p15:guide id="4" pos="3254" userDrawn="1">
          <p15:clr>
            <a:srgbClr val="A4A3A4"/>
          </p15:clr>
        </p15:guide>
        <p15:guide id="5" pos="3526" userDrawn="1">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hree columns">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4"/>
                </a:solidFill>
              </a:defRPr>
            </a:lvl1pPr>
          </a:lstStyle>
          <a:p>
            <a:r>
              <a:rPr lang="en-GB" dirty="0"/>
              <a:t>Click to add title</a:t>
            </a:r>
          </a:p>
        </p:txBody>
      </p:sp>
      <p:sp>
        <p:nvSpPr>
          <p:cNvPr id="3" name="Text Placeholder 6">
            <a:extLst>
              <a:ext uri="{FF2B5EF4-FFF2-40B4-BE49-F238E27FC236}">
                <a16:creationId xmlns:a16="http://schemas.microsoft.com/office/drawing/2014/main" id="{8AAA3DA6-FFAB-8598-D550-E7E6D414AF98}"/>
              </a:ext>
            </a:extLst>
          </p:cNvPr>
          <p:cNvSpPr>
            <a:spLocks noGrp="1"/>
          </p:cNvSpPr>
          <p:nvPr>
            <p:ph type="body" sz="quarter" idx="16" hasCustomPrompt="1"/>
          </p:nvPr>
        </p:nvSpPr>
        <p:spPr>
          <a:xfrm>
            <a:off x="345599" y="1321200"/>
            <a:ext cx="3672000" cy="46800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accent4"/>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D141992D-F9B8-8465-EE76-A49338D2E94B}"/>
              </a:ext>
            </a:extLst>
          </p:cNvPr>
          <p:cNvSpPr>
            <a:spLocks noGrp="1"/>
          </p:cNvSpPr>
          <p:nvPr>
            <p:ph type="body" sz="quarter" idx="17" hasCustomPrompt="1"/>
          </p:nvPr>
        </p:nvSpPr>
        <p:spPr>
          <a:xfrm>
            <a:off x="4258800" y="1321200"/>
            <a:ext cx="3672000" cy="46800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accent4"/>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9" name="Text Placeholder 8">
            <a:extLst>
              <a:ext uri="{FF2B5EF4-FFF2-40B4-BE49-F238E27FC236}">
                <a16:creationId xmlns:a16="http://schemas.microsoft.com/office/drawing/2014/main" id="{E08C94BC-5374-DA61-F85E-B5C801943039}"/>
              </a:ext>
            </a:extLst>
          </p:cNvPr>
          <p:cNvSpPr>
            <a:spLocks noGrp="1"/>
          </p:cNvSpPr>
          <p:nvPr>
            <p:ph type="body" sz="quarter" idx="18" hasCustomPrompt="1"/>
          </p:nvPr>
        </p:nvSpPr>
        <p:spPr>
          <a:xfrm>
            <a:off x="8172000" y="1321200"/>
            <a:ext cx="3672000" cy="4680000"/>
          </a:xfrm>
        </p:spPr>
        <p:txBody>
          <a:bodyPr>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accent4"/>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12" name="tieto logo">
            <a:extLst>
              <a:ext uri="{FF2B5EF4-FFF2-40B4-BE49-F238E27FC236}">
                <a16:creationId xmlns:a16="http://schemas.microsoft.com/office/drawing/2014/main" id="{6AF17A59-6C9E-EC8A-5C60-549E28A32F2F}"/>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10" name="Date Placeholder 9" hidden="1">
            <a:extLst>
              <a:ext uri="{FF2B5EF4-FFF2-40B4-BE49-F238E27FC236}">
                <a16:creationId xmlns:a16="http://schemas.microsoft.com/office/drawing/2014/main" id="{6ED030B6-3157-BB34-9196-5F37F4CC88A9}"/>
              </a:ext>
            </a:extLst>
          </p:cNvPr>
          <p:cNvSpPr>
            <a:spLocks noGrp="1"/>
          </p:cNvSpPr>
          <p:nvPr>
            <p:ph type="dt" sz="half" idx="19"/>
          </p:nvPr>
        </p:nvSpPr>
        <p:spPr/>
        <p:txBody>
          <a:bodyPr/>
          <a:lstStyle>
            <a:lvl1pPr>
              <a:defRPr>
                <a:solidFill>
                  <a:schemeClr val="accent6">
                    <a:lumMod val="60000"/>
                    <a:lumOff val="40000"/>
                  </a:schemeClr>
                </a:solidFill>
              </a:defRPr>
            </a:lvl1pPr>
          </a:lstStyle>
          <a:p>
            <a:fld id="{BCCCB3EA-4FBF-401E-96B0-BE5ACE5600C0}" type="datetime3">
              <a:rPr lang="en-GB" smtClean="0"/>
              <a:t>21 July, 2026</a:t>
            </a:fld>
            <a:endParaRPr lang="en-GB" dirty="0"/>
          </a:p>
        </p:txBody>
      </p:sp>
      <p:sp>
        <p:nvSpPr>
          <p:cNvPr id="11" name="Footer Placeholder 10">
            <a:extLst>
              <a:ext uri="{FF2B5EF4-FFF2-40B4-BE49-F238E27FC236}">
                <a16:creationId xmlns:a16="http://schemas.microsoft.com/office/drawing/2014/main" id="{CC950EDE-6B64-7C09-07EA-39FBFCE38623}"/>
              </a:ext>
            </a:extLst>
          </p:cNvPr>
          <p:cNvSpPr>
            <a:spLocks noGrp="1"/>
          </p:cNvSpPr>
          <p:nvPr>
            <p:ph type="ftr" sz="quarter" idx="20"/>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61166735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682" userDrawn="1">
          <p15:clr>
            <a:srgbClr val="A4A3A4"/>
          </p15:clr>
        </p15:guide>
        <p15:guide id="2" pos="5147" userDrawn="1">
          <p15:clr>
            <a:srgbClr val="A4A3A4"/>
          </p15:clr>
        </p15:guide>
        <p15:guide id="3" pos="2530" userDrawn="1">
          <p15:clr>
            <a:srgbClr val="A4A3A4"/>
          </p15:clr>
        </p15:guide>
        <p15:guide id="4" pos="4995" userDrawn="1">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lumns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3"/>
                </a:solidFill>
              </a:defRPr>
            </a:lvl1pPr>
          </a:lstStyle>
          <a:p>
            <a:r>
              <a:rPr lang="en-GB" dirty="0"/>
              <a:t>Click to add title</a:t>
            </a:r>
          </a:p>
        </p:txBody>
      </p:sp>
      <p:sp>
        <p:nvSpPr>
          <p:cNvPr id="3" name="Text Placeholder 6">
            <a:extLst>
              <a:ext uri="{FF2B5EF4-FFF2-40B4-BE49-F238E27FC236}">
                <a16:creationId xmlns:a16="http://schemas.microsoft.com/office/drawing/2014/main" id="{8AAA3DA6-FFAB-8598-D550-E7E6D414AF98}"/>
              </a:ext>
            </a:extLst>
          </p:cNvPr>
          <p:cNvSpPr>
            <a:spLocks noGrp="1"/>
          </p:cNvSpPr>
          <p:nvPr>
            <p:ph type="body" sz="quarter" idx="16" hasCustomPrompt="1"/>
          </p:nvPr>
        </p:nvSpPr>
        <p:spPr>
          <a:xfrm>
            <a:off x="345599" y="1321200"/>
            <a:ext cx="3672000" cy="4680000"/>
          </a:xfrm>
        </p:spPr>
        <p:txBody>
          <a:bodyPr>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3"/>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D141992D-F9B8-8465-EE76-A49338D2E94B}"/>
              </a:ext>
            </a:extLst>
          </p:cNvPr>
          <p:cNvSpPr>
            <a:spLocks noGrp="1"/>
          </p:cNvSpPr>
          <p:nvPr>
            <p:ph type="body" sz="quarter" idx="17" hasCustomPrompt="1"/>
          </p:nvPr>
        </p:nvSpPr>
        <p:spPr>
          <a:xfrm>
            <a:off x="4258800" y="1321200"/>
            <a:ext cx="3672000" cy="4680000"/>
          </a:xfrm>
        </p:spPr>
        <p:txBody>
          <a:bodyPr>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3"/>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9" name="Text Placeholder 8">
            <a:extLst>
              <a:ext uri="{FF2B5EF4-FFF2-40B4-BE49-F238E27FC236}">
                <a16:creationId xmlns:a16="http://schemas.microsoft.com/office/drawing/2014/main" id="{E08C94BC-5374-DA61-F85E-B5C801943039}"/>
              </a:ext>
            </a:extLst>
          </p:cNvPr>
          <p:cNvSpPr>
            <a:spLocks noGrp="1"/>
          </p:cNvSpPr>
          <p:nvPr>
            <p:ph type="body" sz="quarter" idx="18" hasCustomPrompt="1"/>
          </p:nvPr>
        </p:nvSpPr>
        <p:spPr>
          <a:xfrm>
            <a:off x="8172000" y="1321200"/>
            <a:ext cx="3672000" cy="4680000"/>
          </a:xfrm>
        </p:spPr>
        <p:txBody>
          <a:bodyPr>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3"/>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8" name="Date Placeholder 7" hidden="1">
            <a:extLst>
              <a:ext uri="{FF2B5EF4-FFF2-40B4-BE49-F238E27FC236}">
                <a16:creationId xmlns:a16="http://schemas.microsoft.com/office/drawing/2014/main" id="{E1857B9C-E751-55AB-18CD-D9974FE9C702}"/>
              </a:ext>
            </a:extLst>
          </p:cNvPr>
          <p:cNvSpPr>
            <a:spLocks noGrp="1"/>
          </p:cNvSpPr>
          <p:nvPr>
            <p:ph type="dt" sz="half" idx="19"/>
          </p:nvPr>
        </p:nvSpPr>
        <p:spPr/>
        <p:txBody>
          <a:bodyPr/>
          <a:lstStyle/>
          <a:p>
            <a:fld id="{2152D681-052B-4F1C-AAC1-902492BB46D0}" type="datetime3">
              <a:rPr lang="en-GB" smtClean="0"/>
              <a:t>21 July, 2026</a:t>
            </a:fld>
            <a:endParaRPr lang="en-GB" dirty="0"/>
          </a:p>
        </p:txBody>
      </p:sp>
      <p:sp>
        <p:nvSpPr>
          <p:cNvPr id="10" name="Footer Placeholder 9">
            <a:extLst>
              <a:ext uri="{FF2B5EF4-FFF2-40B4-BE49-F238E27FC236}">
                <a16:creationId xmlns:a16="http://schemas.microsoft.com/office/drawing/2014/main" id="{2E87AE92-8C07-FC9E-9549-3EB5B98D4D3A}"/>
              </a:ext>
            </a:extLst>
          </p:cNvPr>
          <p:cNvSpPr>
            <a:spLocks noGrp="1"/>
          </p:cNvSpPr>
          <p:nvPr>
            <p:ph type="ftr" sz="quarter" idx="20"/>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349364994"/>
      </p:ext>
    </p:extLst>
  </p:cSld>
  <p:clrMapOvr>
    <a:masterClrMapping/>
  </p:clrMapOvr>
  <p:extLst>
    <p:ext uri="{DCECCB84-F9BA-43D5-87BE-67443E8EF086}">
      <p15:sldGuideLst xmlns:p15="http://schemas.microsoft.com/office/powerpoint/2012/main">
        <p15:guide id="1" pos="2682" userDrawn="1">
          <p15:clr>
            <a:srgbClr val="A4A3A4"/>
          </p15:clr>
        </p15:guide>
        <p15:guide id="2" pos="5147" userDrawn="1">
          <p15:clr>
            <a:srgbClr val="A4A3A4"/>
          </p15:clr>
        </p15:guide>
        <p15:guide id="3" pos="2530" userDrawn="1">
          <p15:clr>
            <a:srgbClr val="A4A3A4"/>
          </p15:clr>
        </p15:guide>
        <p15:guide id="4" pos="4995" userDrawn="1">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hree columns 3">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tx1"/>
                </a:solidFill>
              </a:defRPr>
            </a:lvl1pPr>
          </a:lstStyle>
          <a:p>
            <a:r>
              <a:rPr lang="en-GB" dirty="0"/>
              <a:t>Click to add title</a:t>
            </a:r>
          </a:p>
        </p:txBody>
      </p:sp>
      <p:sp>
        <p:nvSpPr>
          <p:cNvPr id="3" name="Text Placeholder 6">
            <a:extLst>
              <a:ext uri="{FF2B5EF4-FFF2-40B4-BE49-F238E27FC236}">
                <a16:creationId xmlns:a16="http://schemas.microsoft.com/office/drawing/2014/main" id="{8AAA3DA6-FFAB-8598-D550-E7E6D414AF98}"/>
              </a:ext>
            </a:extLst>
          </p:cNvPr>
          <p:cNvSpPr>
            <a:spLocks noGrp="1"/>
          </p:cNvSpPr>
          <p:nvPr>
            <p:ph type="body" sz="quarter" idx="16" hasCustomPrompt="1"/>
          </p:nvPr>
        </p:nvSpPr>
        <p:spPr>
          <a:xfrm>
            <a:off x="345599" y="1321200"/>
            <a:ext cx="3672000" cy="4680000"/>
          </a:xfrm>
          <a:prstGeom prst="roundRect">
            <a:avLst>
              <a:gd name="adj" fmla="val 1038"/>
            </a:avLst>
          </a:prstGeom>
          <a:solidFill>
            <a:schemeClr val="accent4"/>
          </a:solidFill>
        </p:spPr>
        <p:txBody>
          <a:bodyPr lIns="180000" tIns="144000" rIns="180000" bIns="144000">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D141992D-F9B8-8465-EE76-A49338D2E94B}"/>
              </a:ext>
            </a:extLst>
          </p:cNvPr>
          <p:cNvSpPr>
            <a:spLocks noGrp="1"/>
          </p:cNvSpPr>
          <p:nvPr>
            <p:ph type="body" sz="quarter" idx="17" hasCustomPrompt="1"/>
          </p:nvPr>
        </p:nvSpPr>
        <p:spPr>
          <a:xfrm>
            <a:off x="4258800" y="1321200"/>
            <a:ext cx="3672000" cy="4680000"/>
          </a:xfrm>
          <a:prstGeom prst="roundRect">
            <a:avLst>
              <a:gd name="adj" fmla="val 1038"/>
            </a:avLst>
          </a:prstGeom>
          <a:solidFill>
            <a:schemeClr val="accent3"/>
          </a:solidFill>
        </p:spPr>
        <p:txBody>
          <a:bodyPr lIns="180000" tIns="144000" rIns="180000" bIns="144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9" name="Text Placeholder 8">
            <a:extLst>
              <a:ext uri="{FF2B5EF4-FFF2-40B4-BE49-F238E27FC236}">
                <a16:creationId xmlns:a16="http://schemas.microsoft.com/office/drawing/2014/main" id="{E08C94BC-5374-DA61-F85E-B5C801943039}"/>
              </a:ext>
            </a:extLst>
          </p:cNvPr>
          <p:cNvSpPr>
            <a:spLocks noGrp="1"/>
          </p:cNvSpPr>
          <p:nvPr>
            <p:ph type="body" sz="quarter" idx="18" hasCustomPrompt="1"/>
          </p:nvPr>
        </p:nvSpPr>
        <p:spPr>
          <a:xfrm>
            <a:off x="8172000" y="1321200"/>
            <a:ext cx="3672000" cy="4680000"/>
          </a:xfrm>
          <a:prstGeom prst="roundRect">
            <a:avLst>
              <a:gd name="adj" fmla="val 1038"/>
            </a:avLst>
          </a:prstGeom>
          <a:solidFill>
            <a:schemeClr val="accent2"/>
          </a:solidFill>
        </p:spPr>
        <p:txBody>
          <a:bodyPr lIns="180000" tIns="144000" rIns="180000" bIns="144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12" name="tieto logo">
            <a:extLst>
              <a:ext uri="{FF2B5EF4-FFF2-40B4-BE49-F238E27FC236}">
                <a16:creationId xmlns:a16="http://schemas.microsoft.com/office/drawing/2014/main" id="{697E0372-6818-8EE4-4044-A26FA47E6F29}"/>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10" name="Date Placeholder 9" hidden="1">
            <a:extLst>
              <a:ext uri="{FF2B5EF4-FFF2-40B4-BE49-F238E27FC236}">
                <a16:creationId xmlns:a16="http://schemas.microsoft.com/office/drawing/2014/main" id="{A4941841-3E2B-ADAF-7631-6E9B5728C3C2}"/>
              </a:ext>
            </a:extLst>
          </p:cNvPr>
          <p:cNvSpPr>
            <a:spLocks noGrp="1"/>
          </p:cNvSpPr>
          <p:nvPr>
            <p:ph type="dt" sz="half" idx="19"/>
          </p:nvPr>
        </p:nvSpPr>
        <p:spPr/>
        <p:txBody>
          <a:bodyPr/>
          <a:lstStyle>
            <a:lvl1pPr>
              <a:defRPr>
                <a:solidFill>
                  <a:schemeClr val="accent6">
                    <a:lumMod val="60000"/>
                    <a:lumOff val="40000"/>
                  </a:schemeClr>
                </a:solidFill>
              </a:defRPr>
            </a:lvl1pPr>
          </a:lstStyle>
          <a:p>
            <a:fld id="{F37C0187-9F96-4C30-8789-FA470517AC8D}" type="datetime3">
              <a:rPr lang="en-GB" smtClean="0"/>
              <a:t>21 July, 2026</a:t>
            </a:fld>
            <a:endParaRPr lang="en-GB" dirty="0"/>
          </a:p>
        </p:txBody>
      </p:sp>
      <p:sp>
        <p:nvSpPr>
          <p:cNvPr id="11" name="Footer Placeholder 10">
            <a:extLst>
              <a:ext uri="{FF2B5EF4-FFF2-40B4-BE49-F238E27FC236}">
                <a16:creationId xmlns:a16="http://schemas.microsoft.com/office/drawing/2014/main" id="{52EBFA8E-AAA6-63E7-862C-16254912796B}"/>
              </a:ext>
            </a:extLst>
          </p:cNvPr>
          <p:cNvSpPr>
            <a:spLocks noGrp="1"/>
          </p:cNvSpPr>
          <p:nvPr>
            <p:ph type="ftr" sz="quarter" idx="20"/>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5448725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682" userDrawn="1">
          <p15:clr>
            <a:srgbClr val="A4A3A4"/>
          </p15:clr>
        </p15:guide>
        <p15:guide id="2" pos="5147" userDrawn="1">
          <p15:clr>
            <a:srgbClr val="A4A3A4"/>
          </p15:clr>
        </p15:guide>
        <p15:guide id="3" pos="2530" userDrawn="1">
          <p15:clr>
            <a:srgbClr val="A4A3A4"/>
          </p15:clr>
        </p15:guide>
        <p15:guide id="4" pos="4995" userDrawn="1">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s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rgbClr val="021E57"/>
                </a:solidFill>
              </a:defRPr>
            </a:lvl1pPr>
          </a:lstStyle>
          <a:p>
            <a:r>
              <a:rPr lang="en-GB" dirty="0"/>
              <a:t>Click to add title</a:t>
            </a:r>
          </a:p>
        </p:txBody>
      </p:sp>
      <p:sp>
        <p:nvSpPr>
          <p:cNvPr id="3" name="Text Placeholder 6">
            <a:extLst>
              <a:ext uri="{FF2B5EF4-FFF2-40B4-BE49-F238E27FC236}">
                <a16:creationId xmlns:a16="http://schemas.microsoft.com/office/drawing/2014/main" id="{8AAA3DA6-FFAB-8598-D550-E7E6D414AF98}"/>
              </a:ext>
            </a:extLst>
          </p:cNvPr>
          <p:cNvSpPr>
            <a:spLocks noGrp="1"/>
          </p:cNvSpPr>
          <p:nvPr>
            <p:ph type="body" sz="quarter" idx="16" hasCustomPrompt="1"/>
          </p:nvPr>
        </p:nvSpPr>
        <p:spPr>
          <a:xfrm>
            <a:off x="345599" y="1321200"/>
            <a:ext cx="3672000" cy="4680000"/>
          </a:xfrm>
          <a:prstGeom prst="roundRect">
            <a:avLst>
              <a:gd name="adj" fmla="val 1038"/>
            </a:avLst>
          </a:prstGeom>
          <a:solidFill>
            <a:srgbClr val="DBE5FF"/>
          </a:solidFill>
        </p:spPr>
        <p:txBody>
          <a:bodyPr lIns="180000" tIns="144000" rIns="180000" bIns="144000">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D141992D-F9B8-8465-EE76-A49338D2E94B}"/>
              </a:ext>
            </a:extLst>
          </p:cNvPr>
          <p:cNvSpPr>
            <a:spLocks noGrp="1"/>
          </p:cNvSpPr>
          <p:nvPr>
            <p:ph type="body" sz="quarter" idx="17" hasCustomPrompt="1"/>
          </p:nvPr>
        </p:nvSpPr>
        <p:spPr>
          <a:xfrm>
            <a:off x="4258800" y="1321200"/>
            <a:ext cx="3672000" cy="4680000"/>
          </a:xfrm>
          <a:prstGeom prst="roundRect">
            <a:avLst>
              <a:gd name="adj" fmla="val 1038"/>
            </a:avLst>
          </a:prstGeom>
          <a:solidFill>
            <a:srgbClr val="C2D3FF"/>
          </a:solidFill>
        </p:spPr>
        <p:txBody>
          <a:bodyPr lIns="180000" tIns="144000" rIns="180000" bIns="144000">
            <a:noAutofit/>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GB" dirty="0"/>
              <a:t>Click to add text                                Press ENTER then TAB to view next text style                                   Press SHIFT+TAB to view previous text style</a:t>
            </a:r>
          </a:p>
        </p:txBody>
      </p:sp>
      <p:sp>
        <p:nvSpPr>
          <p:cNvPr id="9" name="Text Placeholder 8">
            <a:extLst>
              <a:ext uri="{FF2B5EF4-FFF2-40B4-BE49-F238E27FC236}">
                <a16:creationId xmlns:a16="http://schemas.microsoft.com/office/drawing/2014/main" id="{E08C94BC-5374-DA61-F85E-B5C801943039}"/>
              </a:ext>
            </a:extLst>
          </p:cNvPr>
          <p:cNvSpPr>
            <a:spLocks noGrp="1"/>
          </p:cNvSpPr>
          <p:nvPr>
            <p:ph type="body" sz="quarter" idx="18" hasCustomPrompt="1"/>
          </p:nvPr>
        </p:nvSpPr>
        <p:spPr>
          <a:xfrm>
            <a:off x="8172000" y="1321200"/>
            <a:ext cx="3672000" cy="4680000"/>
          </a:xfrm>
          <a:prstGeom prst="roundRect">
            <a:avLst>
              <a:gd name="adj" fmla="val 1038"/>
            </a:avLst>
          </a:prstGeom>
          <a:solidFill>
            <a:schemeClr val="accent4"/>
          </a:solidFill>
        </p:spPr>
        <p:txBody>
          <a:bodyPr lIns="180000" tIns="144000" rIns="180000" bIns="144000">
            <a:noAutofit/>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GB" dirty="0"/>
              <a:t>Click to add text                                  Press ENTER then TAB to view next text style                                      Press SHIFT+TAB to view previous text style</a:t>
            </a:r>
          </a:p>
        </p:txBody>
      </p:sp>
      <p:sp>
        <p:nvSpPr>
          <p:cNvPr id="8" name="Date Placeholder 7" hidden="1">
            <a:extLst>
              <a:ext uri="{FF2B5EF4-FFF2-40B4-BE49-F238E27FC236}">
                <a16:creationId xmlns:a16="http://schemas.microsoft.com/office/drawing/2014/main" id="{977F02A2-3D4D-FF16-2EA5-76F98EF91362}"/>
              </a:ext>
            </a:extLst>
          </p:cNvPr>
          <p:cNvSpPr>
            <a:spLocks noGrp="1"/>
          </p:cNvSpPr>
          <p:nvPr>
            <p:ph type="dt" sz="half" idx="19"/>
          </p:nvPr>
        </p:nvSpPr>
        <p:spPr/>
        <p:txBody>
          <a:bodyPr/>
          <a:lstStyle/>
          <a:p>
            <a:fld id="{8C5C1343-430C-447B-A957-FAF8B613683C}" type="datetime3">
              <a:rPr lang="en-GB" smtClean="0"/>
              <a:t>21 July, 2026</a:t>
            </a:fld>
            <a:endParaRPr lang="en-GB" dirty="0"/>
          </a:p>
        </p:txBody>
      </p:sp>
      <p:sp>
        <p:nvSpPr>
          <p:cNvPr id="10" name="Footer Placeholder 9">
            <a:extLst>
              <a:ext uri="{FF2B5EF4-FFF2-40B4-BE49-F238E27FC236}">
                <a16:creationId xmlns:a16="http://schemas.microsoft.com/office/drawing/2014/main" id="{45BDA6B0-DC52-44AD-49EB-B46307AE2705}"/>
              </a:ext>
            </a:extLst>
          </p:cNvPr>
          <p:cNvSpPr>
            <a:spLocks noGrp="1"/>
          </p:cNvSpPr>
          <p:nvPr>
            <p:ph type="ftr" sz="quarter" idx="20"/>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042334509"/>
      </p:ext>
    </p:extLst>
  </p:cSld>
  <p:clrMapOvr>
    <a:masterClrMapping/>
  </p:clrMapOvr>
  <p:extLst>
    <p:ext uri="{DCECCB84-F9BA-43D5-87BE-67443E8EF086}">
      <p15:sldGuideLst xmlns:p15="http://schemas.microsoft.com/office/powerpoint/2012/main">
        <p15:guide id="1" pos="2682" userDrawn="1">
          <p15:clr>
            <a:srgbClr val="A4A3A4"/>
          </p15:clr>
        </p15:guide>
        <p15:guide id="2" pos="5147" userDrawn="1">
          <p15:clr>
            <a:srgbClr val="A4A3A4"/>
          </p15:clr>
        </p15:guide>
        <p15:guide id="3" pos="2530" userDrawn="1">
          <p15:clr>
            <a:srgbClr val="A4A3A4"/>
          </p15:clr>
        </p15:guide>
        <p15:guide id="4" pos="4995" userDrawn="1">
          <p15:clr>
            <a:srgbClr val="A4A3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hree columns 5">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tx1"/>
                </a:solidFill>
              </a:defRPr>
            </a:lvl1pPr>
          </a:lstStyle>
          <a:p>
            <a:r>
              <a:rPr lang="en-GB" dirty="0"/>
              <a:t>Click to add title</a:t>
            </a:r>
          </a:p>
        </p:txBody>
      </p:sp>
      <p:sp>
        <p:nvSpPr>
          <p:cNvPr id="3" name="Text Placeholder 6">
            <a:extLst>
              <a:ext uri="{FF2B5EF4-FFF2-40B4-BE49-F238E27FC236}">
                <a16:creationId xmlns:a16="http://schemas.microsoft.com/office/drawing/2014/main" id="{8AAA3DA6-FFAB-8598-D550-E7E6D414AF98}"/>
              </a:ext>
            </a:extLst>
          </p:cNvPr>
          <p:cNvSpPr>
            <a:spLocks noGrp="1"/>
          </p:cNvSpPr>
          <p:nvPr>
            <p:ph type="body" sz="quarter" idx="16" hasCustomPrompt="1"/>
          </p:nvPr>
        </p:nvSpPr>
        <p:spPr>
          <a:xfrm>
            <a:off x="345599" y="1321200"/>
            <a:ext cx="3672000" cy="4680000"/>
          </a:xfrm>
          <a:prstGeom prst="roundRect">
            <a:avLst>
              <a:gd name="adj" fmla="val 1038"/>
            </a:avLst>
          </a:prstGeom>
          <a:solidFill>
            <a:schemeClr val="accent5"/>
          </a:solidFill>
        </p:spPr>
        <p:txBody>
          <a:bodyPr lIns="180000" tIns="144000" rIns="180000" bIns="144000">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D141992D-F9B8-8465-EE76-A49338D2E94B}"/>
              </a:ext>
            </a:extLst>
          </p:cNvPr>
          <p:cNvSpPr>
            <a:spLocks noGrp="1"/>
          </p:cNvSpPr>
          <p:nvPr>
            <p:ph type="body" sz="quarter" idx="17" hasCustomPrompt="1"/>
          </p:nvPr>
        </p:nvSpPr>
        <p:spPr>
          <a:xfrm>
            <a:off x="4258800" y="1321200"/>
            <a:ext cx="3672000" cy="4680000"/>
          </a:xfrm>
          <a:prstGeom prst="roundRect">
            <a:avLst>
              <a:gd name="adj" fmla="val 1038"/>
            </a:avLst>
          </a:prstGeom>
          <a:solidFill>
            <a:schemeClr val="accent2"/>
          </a:solidFill>
        </p:spPr>
        <p:txBody>
          <a:bodyPr lIns="180000" tIns="144000" rIns="180000" bIns="144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9" name="Text Placeholder 8">
            <a:extLst>
              <a:ext uri="{FF2B5EF4-FFF2-40B4-BE49-F238E27FC236}">
                <a16:creationId xmlns:a16="http://schemas.microsoft.com/office/drawing/2014/main" id="{E08C94BC-5374-DA61-F85E-B5C801943039}"/>
              </a:ext>
            </a:extLst>
          </p:cNvPr>
          <p:cNvSpPr>
            <a:spLocks noGrp="1"/>
          </p:cNvSpPr>
          <p:nvPr>
            <p:ph type="body" sz="quarter" idx="18" hasCustomPrompt="1"/>
          </p:nvPr>
        </p:nvSpPr>
        <p:spPr>
          <a:xfrm>
            <a:off x="8172000" y="1321200"/>
            <a:ext cx="3672000" cy="4680000"/>
          </a:xfrm>
          <a:prstGeom prst="roundRect">
            <a:avLst>
              <a:gd name="adj" fmla="val 1038"/>
            </a:avLst>
          </a:prstGeom>
          <a:solidFill>
            <a:schemeClr val="accent2"/>
          </a:solidFill>
        </p:spPr>
        <p:txBody>
          <a:bodyPr lIns="180000" tIns="144000" rIns="180000" bIns="144000">
            <a:no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lvl="0"/>
            <a:r>
              <a:rPr lang="en-GB" dirty="0"/>
              <a:t>Click to add text                                  Press ENTER then TAB to view next text style                                      Press SHIFT+TAB to view previous text style</a:t>
            </a:r>
          </a:p>
        </p:txBody>
      </p:sp>
      <p:sp>
        <p:nvSpPr>
          <p:cNvPr id="12" name="tieto logo">
            <a:extLst>
              <a:ext uri="{FF2B5EF4-FFF2-40B4-BE49-F238E27FC236}">
                <a16:creationId xmlns:a16="http://schemas.microsoft.com/office/drawing/2014/main" id="{A9B100F2-E590-5BEB-CAAE-5BF7D062016C}"/>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10" name="Date Placeholder 9" hidden="1">
            <a:extLst>
              <a:ext uri="{FF2B5EF4-FFF2-40B4-BE49-F238E27FC236}">
                <a16:creationId xmlns:a16="http://schemas.microsoft.com/office/drawing/2014/main" id="{04E1D4AD-D3A2-F190-0CB6-277F59E97FF5}"/>
              </a:ext>
            </a:extLst>
          </p:cNvPr>
          <p:cNvSpPr>
            <a:spLocks noGrp="1"/>
          </p:cNvSpPr>
          <p:nvPr>
            <p:ph type="dt" sz="half" idx="19"/>
          </p:nvPr>
        </p:nvSpPr>
        <p:spPr/>
        <p:txBody>
          <a:bodyPr/>
          <a:lstStyle>
            <a:lvl1pPr>
              <a:defRPr>
                <a:solidFill>
                  <a:schemeClr val="accent6">
                    <a:lumMod val="60000"/>
                    <a:lumOff val="40000"/>
                  </a:schemeClr>
                </a:solidFill>
              </a:defRPr>
            </a:lvl1pPr>
          </a:lstStyle>
          <a:p>
            <a:fld id="{AB36224D-1278-4323-961A-70DC531093A1}" type="datetime3">
              <a:rPr lang="en-GB" smtClean="0"/>
              <a:t>21 July, 2026</a:t>
            </a:fld>
            <a:endParaRPr lang="en-GB" dirty="0"/>
          </a:p>
        </p:txBody>
      </p:sp>
      <p:sp>
        <p:nvSpPr>
          <p:cNvPr id="11" name="Footer Placeholder 10">
            <a:extLst>
              <a:ext uri="{FF2B5EF4-FFF2-40B4-BE49-F238E27FC236}">
                <a16:creationId xmlns:a16="http://schemas.microsoft.com/office/drawing/2014/main" id="{5CCD7413-1031-CBAB-227F-9AF79A6FEC0C}"/>
              </a:ext>
            </a:extLst>
          </p:cNvPr>
          <p:cNvSpPr>
            <a:spLocks noGrp="1"/>
          </p:cNvSpPr>
          <p:nvPr>
            <p:ph type="ftr" sz="quarter" idx="20"/>
          </p:nvPr>
        </p:nvSpPr>
        <p:spPr/>
        <p:txBody>
          <a:bodyPr/>
          <a:lstStyle>
            <a:lvl1pPr>
              <a:defRPr>
                <a:solidFill>
                  <a:schemeClr val="accent6">
                    <a:lumMod val="60000"/>
                    <a:lumOff val="40000"/>
                  </a:schemeClr>
                </a:solidFill>
              </a:defRPr>
            </a:lvl1p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3189666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2682" userDrawn="1">
          <p15:clr>
            <a:srgbClr val="A4A3A4"/>
          </p15:clr>
        </p15:guide>
        <p15:guide id="2" pos="5147" userDrawn="1">
          <p15:clr>
            <a:srgbClr val="A4A3A4"/>
          </p15:clr>
        </p15:guide>
        <p15:guide id="3" pos="2530" userDrawn="1">
          <p15:clr>
            <a:srgbClr val="A4A3A4"/>
          </p15:clr>
        </p15:guide>
        <p15:guide id="4" pos="4995" userDrawn="1">
          <p15:clr>
            <a:srgbClr val="A4A3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s 6">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rgbClr val="021E57"/>
                </a:solidFill>
              </a:defRPr>
            </a:lvl1pPr>
          </a:lstStyle>
          <a:p>
            <a:r>
              <a:rPr lang="en-GB" dirty="0"/>
              <a:t>Click to add title</a:t>
            </a:r>
          </a:p>
        </p:txBody>
      </p:sp>
      <p:sp>
        <p:nvSpPr>
          <p:cNvPr id="3" name="Text Placeholder 6">
            <a:extLst>
              <a:ext uri="{FF2B5EF4-FFF2-40B4-BE49-F238E27FC236}">
                <a16:creationId xmlns:a16="http://schemas.microsoft.com/office/drawing/2014/main" id="{8AAA3DA6-FFAB-8598-D550-E7E6D414AF98}"/>
              </a:ext>
            </a:extLst>
          </p:cNvPr>
          <p:cNvSpPr>
            <a:spLocks noGrp="1"/>
          </p:cNvSpPr>
          <p:nvPr>
            <p:ph type="body" sz="quarter" idx="16" hasCustomPrompt="1"/>
          </p:nvPr>
        </p:nvSpPr>
        <p:spPr>
          <a:xfrm>
            <a:off x="345599" y="1321200"/>
            <a:ext cx="3672000" cy="4680000"/>
          </a:xfrm>
          <a:prstGeom prst="roundRect">
            <a:avLst>
              <a:gd name="adj" fmla="val 1038"/>
            </a:avLst>
          </a:prstGeom>
          <a:solidFill>
            <a:schemeClr val="accent5"/>
          </a:solidFill>
        </p:spPr>
        <p:txBody>
          <a:bodyPr lIns="180000" tIns="144000" rIns="180000" bIns="144000">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D141992D-F9B8-8465-EE76-A49338D2E94B}"/>
              </a:ext>
            </a:extLst>
          </p:cNvPr>
          <p:cNvSpPr>
            <a:spLocks noGrp="1"/>
          </p:cNvSpPr>
          <p:nvPr>
            <p:ph type="body" sz="quarter" idx="17" hasCustomPrompt="1"/>
          </p:nvPr>
        </p:nvSpPr>
        <p:spPr>
          <a:xfrm>
            <a:off x="4258800" y="1321200"/>
            <a:ext cx="3672000" cy="4680000"/>
          </a:xfrm>
          <a:prstGeom prst="roundRect">
            <a:avLst>
              <a:gd name="adj" fmla="val 1038"/>
            </a:avLst>
          </a:prstGeom>
          <a:solidFill>
            <a:srgbClr val="F3F0EF"/>
          </a:solidFill>
        </p:spPr>
        <p:txBody>
          <a:bodyPr lIns="180000" tIns="144000" rIns="180000" bIns="144000">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9" name="Text Placeholder 8">
            <a:extLst>
              <a:ext uri="{FF2B5EF4-FFF2-40B4-BE49-F238E27FC236}">
                <a16:creationId xmlns:a16="http://schemas.microsoft.com/office/drawing/2014/main" id="{E08C94BC-5374-DA61-F85E-B5C801943039}"/>
              </a:ext>
            </a:extLst>
          </p:cNvPr>
          <p:cNvSpPr>
            <a:spLocks noGrp="1"/>
          </p:cNvSpPr>
          <p:nvPr>
            <p:ph type="body" sz="quarter" idx="18" hasCustomPrompt="1"/>
          </p:nvPr>
        </p:nvSpPr>
        <p:spPr>
          <a:xfrm>
            <a:off x="8172000" y="1321200"/>
            <a:ext cx="3672000" cy="4680000"/>
          </a:xfrm>
          <a:prstGeom prst="roundRect">
            <a:avLst>
              <a:gd name="adj" fmla="val 1038"/>
            </a:avLst>
          </a:prstGeom>
          <a:solidFill>
            <a:srgbClr val="F3F0EF"/>
          </a:solidFill>
        </p:spPr>
        <p:txBody>
          <a:bodyPr lIns="180000" tIns="144000" rIns="180000" bIns="144000">
            <a:noAutofit/>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dirty="0"/>
              <a:t>Click to add text                                  Press ENTER then TAB to view next text style                                      Press SHIFT+TAB to view previous text style</a:t>
            </a:r>
          </a:p>
        </p:txBody>
      </p:sp>
      <p:sp>
        <p:nvSpPr>
          <p:cNvPr id="8" name="Date Placeholder 7" hidden="1">
            <a:extLst>
              <a:ext uri="{FF2B5EF4-FFF2-40B4-BE49-F238E27FC236}">
                <a16:creationId xmlns:a16="http://schemas.microsoft.com/office/drawing/2014/main" id="{8F8363CB-718F-1A83-557B-458DD910C901}"/>
              </a:ext>
            </a:extLst>
          </p:cNvPr>
          <p:cNvSpPr>
            <a:spLocks noGrp="1"/>
          </p:cNvSpPr>
          <p:nvPr>
            <p:ph type="dt" sz="half" idx="19"/>
          </p:nvPr>
        </p:nvSpPr>
        <p:spPr/>
        <p:txBody>
          <a:bodyPr/>
          <a:lstStyle/>
          <a:p>
            <a:fld id="{DD961176-0521-40AC-AB9E-2674573E076D}" type="datetime3">
              <a:rPr lang="en-GB" smtClean="0"/>
              <a:t>21 July, 2026</a:t>
            </a:fld>
            <a:endParaRPr lang="en-GB" dirty="0"/>
          </a:p>
        </p:txBody>
      </p:sp>
      <p:sp>
        <p:nvSpPr>
          <p:cNvPr id="10" name="Footer Placeholder 9">
            <a:extLst>
              <a:ext uri="{FF2B5EF4-FFF2-40B4-BE49-F238E27FC236}">
                <a16:creationId xmlns:a16="http://schemas.microsoft.com/office/drawing/2014/main" id="{FB6E5DCE-4A95-BEF9-8FD3-06746077EC17}"/>
              </a:ext>
            </a:extLst>
          </p:cNvPr>
          <p:cNvSpPr>
            <a:spLocks noGrp="1"/>
          </p:cNvSpPr>
          <p:nvPr>
            <p:ph type="ftr" sz="quarter" idx="20"/>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189623595"/>
      </p:ext>
    </p:extLst>
  </p:cSld>
  <p:clrMapOvr>
    <a:masterClrMapping/>
  </p:clrMapOvr>
  <p:extLst>
    <p:ext uri="{DCECCB84-F9BA-43D5-87BE-67443E8EF086}">
      <p15:sldGuideLst xmlns:p15="http://schemas.microsoft.com/office/powerpoint/2012/main">
        <p15:guide id="1" pos="2682" userDrawn="1">
          <p15:clr>
            <a:srgbClr val="A4A3A4"/>
          </p15:clr>
        </p15:guide>
        <p15:guide id="2" pos="5147" userDrawn="1">
          <p15:clr>
            <a:srgbClr val="A4A3A4"/>
          </p15:clr>
        </p15:guide>
        <p15:guide id="3" pos="2530" userDrawn="1">
          <p15:clr>
            <a:srgbClr val="A4A3A4"/>
          </p15:clr>
        </p15:guide>
        <p15:guide id="4" pos="4995" userDrawn="1">
          <p15:clr>
            <a:srgbClr val="A4A3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599" y="345600"/>
            <a:ext cx="11498400" cy="802800"/>
          </a:xfrm>
        </p:spPr>
        <p:txBody>
          <a:bodyPr/>
          <a:lstStyle>
            <a:lvl1pPr>
              <a:defRPr sz="3200">
                <a:solidFill>
                  <a:schemeClr val="accent3"/>
                </a:solidFill>
              </a:defRPr>
            </a:lvl1pPr>
          </a:lstStyle>
          <a:p>
            <a:r>
              <a:rPr lang="en-GB" dirty="0"/>
              <a:t>Click to add title</a:t>
            </a:r>
          </a:p>
        </p:txBody>
      </p:sp>
      <p:sp>
        <p:nvSpPr>
          <p:cNvPr id="3" name="Text Placeholder 6">
            <a:extLst>
              <a:ext uri="{FF2B5EF4-FFF2-40B4-BE49-F238E27FC236}">
                <a16:creationId xmlns:a16="http://schemas.microsoft.com/office/drawing/2014/main" id="{7A0780A1-5D49-BF8E-2FB7-EF05CA892D61}"/>
              </a:ext>
            </a:extLst>
          </p:cNvPr>
          <p:cNvSpPr>
            <a:spLocks noGrp="1"/>
          </p:cNvSpPr>
          <p:nvPr>
            <p:ph type="body" sz="quarter" idx="16" hasCustomPrompt="1"/>
          </p:nvPr>
        </p:nvSpPr>
        <p:spPr>
          <a:xfrm>
            <a:off x="345599" y="1321200"/>
            <a:ext cx="2685600" cy="4680000"/>
          </a:xfrm>
        </p:spPr>
        <p:txBody>
          <a:bodyPr>
            <a:noAutofit/>
          </a:bodyPr>
          <a:lstStyle>
            <a:lvl1pPr>
              <a:defRPr/>
            </a:lvl1pPr>
            <a:lvl5pPr>
              <a:defRPr/>
            </a:lvl5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550284C4-9CDF-C39D-9F2C-F7EBC8DA5314}"/>
              </a:ext>
            </a:extLst>
          </p:cNvPr>
          <p:cNvSpPr>
            <a:spLocks noGrp="1"/>
          </p:cNvSpPr>
          <p:nvPr>
            <p:ph type="body" sz="quarter" idx="17" hasCustomPrompt="1"/>
          </p:nvPr>
        </p:nvSpPr>
        <p:spPr>
          <a:xfrm>
            <a:off x="3283199" y="1321200"/>
            <a:ext cx="2685600" cy="4680000"/>
          </a:xfrm>
        </p:spPr>
        <p:txBody>
          <a:bodyPr>
            <a:noAutofit/>
          </a:bodyPr>
          <a:lstStyle>
            <a:lvl1pPr>
              <a:defRPr/>
            </a:lvl1pPr>
          </a:lstStyle>
          <a:p>
            <a:pPr lvl="0"/>
            <a:r>
              <a:rPr lang="en-GB" dirty="0"/>
              <a:t>Click to add text                    Press ENTER then TAB to view next text style           Press SHIFT+TAB to view previous text style</a:t>
            </a:r>
          </a:p>
        </p:txBody>
      </p:sp>
      <p:sp>
        <p:nvSpPr>
          <p:cNvPr id="8" name="Text Placeholder 8">
            <a:extLst>
              <a:ext uri="{FF2B5EF4-FFF2-40B4-BE49-F238E27FC236}">
                <a16:creationId xmlns:a16="http://schemas.microsoft.com/office/drawing/2014/main" id="{76F74C48-04DA-7A70-ABFC-8D5D74391EAE}"/>
              </a:ext>
            </a:extLst>
          </p:cNvPr>
          <p:cNvSpPr>
            <a:spLocks noGrp="1"/>
          </p:cNvSpPr>
          <p:nvPr>
            <p:ph type="body" sz="quarter" idx="18" hasCustomPrompt="1"/>
          </p:nvPr>
        </p:nvSpPr>
        <p:spPr>
          <a:xfrm>
            <a:off x="6220799" y="1321200"/>
            <a:ext cx="2685600" cy="4680000"/>
          </a:xfrm>
        </p:spPr>
        <p:txBody>
          <a:bodyPr>
            <a:noAutofit/>
          </a:bodyPr>
          <a:lstStyle>
            <a:lvl1pPr>
              <a:defRPr/>
            </a:lvl1pPr>
          </a:lstStyle>
          <a:p>
            <a:pPr lvl="0"/>
            <a:r>
              <a:rPr lang="en-GB" dirty="0"/>
              <a:t>Click to add text                    Press ENTER then TAB to view next text style           Press SHIFT+TAB to view previous text style</a:t>
            </a:r>
          </a:p>
        </p:txBody>
      </p:sp>
      <p:sp>
        <p:nvSpPr>
          <p:cNvPr id="10" name="Text Placeholder 9">
            <a:extLst>
              <a:ext uri="{FF2B5EF4-FFF2-40B4-BE49-F238E27FC236}">
                <a16:creationId xmlns:a16="http://schemas.microsoft.com/office/drawing/2014/main" id="{F809EDCF-4254-9864-5184-8692993E0E3F}"/>
              </a:ext>
            </a:extLst>
          </p:cNvPr>
          <p:cNvSpPr>
            <a:spLocks noGrp="1"/>
          </p:cNvSpPr>
          <p:nvPr>
            <p:ph type="body" sz="quarter" idx="19" hasCustomPrompt="1"/>
          </p:nvPr>
        </p:nvSpPr>
        <p:spPr>
          <a:xfrm>
            <a:off x="9158399" y="1321200"/>
            <a:ext cx="2685600" cy="4680000"/>
          </a:xfrm>
        </p:spPr>
        <p:txBody>
          <a:bodyPr>
            <a:noAutofit/>
          </a:bodyPr>
          <a:lstStyle>
            <a:lvl1pPr>
              <a:defRPr/>
            </a:lvl1pPr>
          </a:lstStyle>
          <a:p>
            <a:pPr lvl="0"/>
            <a:r>
              <a:rPr lang="en-GB" dirty="0"/>
              <a:t>Click to add text                    Press ENTER then TAB to view next text style          Press SHIFT+TAB to view previous text style</a:t>
            </a:r>
          </a:p>
        </p:txBody>
      </p:sp>
      <p:sp>
        <p:nvSpPr>
          <p:cNvPr id="9" name="Date Placeholder 8" hidden="1">
            <a:extLst>
              <a:ext uri="{FF2B5EF4-FFF2-40B4-BE49-F238E27FC236}">
                <a16:creationId xmlns:a16="http://schemas.microsoft.com/office/drawing/2014/main" id="{A79F443D-7920-7337-E07E-419FD59F4D33}"/>
              </a:ext>
            </a:extLst>
          </p:cNvPr>
          <p:cNvSpPr>
            <a:spLocks noGrp="1"/>
          </p:cNvSpPr>
          <p:nvPr>
            <p:ph type="dt" sz="half" idx="20"/>
          </p:nvPr>
        </p:nvSpPr>
        <p:spPr/>
        <p:txBody>
          <a:bodyPr/>
          <a:lstStyle/>
          <a:p>
            <a:fld id="{5B28713C-13A7-4B08-901D-DEE28FE89800}" type="datetime3">
              <a:rPr lang="en-GB" smtClean="0"/>
              <a:t>21 July, 2026</a:t>
            </a:fld>
            <a:endParaRPr lang="en-GB" dirty="0"/>
          </a:p>
        </p:txBody>
      </p:sp>
      <p:sp>
        <p:nvSpPr>
          <p:cNvPr id="11" name="Footer Placeholder 10">
            <a:extLst>
              <a:ext uri="{FF2B5EF4-FFF2-40B4-BE49-F238E27FC236}">
                <a16:creationId xmlns:a16="http://schemas.microsoft.com/office/drawing/2014/main" id="{6553226E-0DA0-3B26-AE17-D7A637AA772C}"/>
              </a:ext>
            </a:extLst>
          </p:cNvPr>
          <p:cNvSpPr>
            <a:spLocks noGrp="1"/>
          </p:cNvSpPr>
          <p:nvPr>
            <p:ph type="ftr" sz="quarter" idx="21"/>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p>
            <a:fld id="{61E25E67-CBB9-434B-BBF7-0A5E970272B8}" type="slidenum">
              <a:rPr lang="en-GB" smtClean="0"/>
              <a:t>‹#›</a:t>
            </a:fld>
            <a:endParaRPr lang="en-GB" dirty="0"/>
          </a:p>
        </p:txBody>
      </p:sp>
    </p:spTree>
    <p:extLst>
      <p:ext uri="{BB962C8B-B14F-4D97-AF65-F5344CB8AC3E}">
        <p14:creationId xmlns:p14="http://schemas.microsoft.com/office/powerpoint/2010/main" val="51631070"/>
      </p:ext>
    </p:extLst>
  </p:cSld>
  <p:clrMapOvr>
    <a:masterClrMapping/>
  </p:clrMapOvr>
  <p:extLst>
    <p:ext uri="{DCECCB84-F9BA-43D5-87BE-67443E8EF086}">
      <p15:sldGuideLst xmlns:p15="http://schemas.microsoft.com/office/powerpoint/2012/main">
        <p15:guide id="9" pos="1909" userDrawn="1">
          <p15:clr>
            <a:srgbClr val="A4A3A4"/>
          </p15:clr>
        </p15:guide>
        <p15:guide id="10" pos="2068" userDrawn="1">
          <p15:clr>
            <a:srgbClr val="A4A3A4"/>
          </p15:clr>
        </p15:guide>
        <p15:guide id="11" pos="3759" userDrawn="1">
          <p15:clr>
            <a:srgbClr val="A4A3A4"/>
          </p15:clr>
        </p15:guide>
        <p15:guide id="12" pos="3918" userDrawn="1">
          <p15:clr>
            <a:srgbClr val="A4A3A4"/>
          </p15:clr>
        </p15:guide>
        <p15:guide id="13" pos="5610" userDrawn="1">
          <p15:clr>
            <a:srgbClr val="A4A3A4"/>
          </p15:clr>
        </p15:guide>
        <p15:guide id="14" pos="5769" userDrawn="1">
          <p15:clr>
            <a:srgbClr val="A4A3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ive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599" y="345600"/>
            <a:ext cx="11498400" cy="802800"/>
          </a:xfrm>
        </p:spPr>
        <p:txBody>
          <a:bodyPr/>
          <a:lstStyle>
            <a:lvl1pPr>
              <a:defRPr sz="3200">
                <a:solidFill>
                  <a:schemeClr val="accent3"/>
                </a:solidFill>
              </a:defRPr>
            </a:lvl1pPr>
          </a:lstStyle>
          <a:p>
            <a:r>
              <a:rPr lang="en-GB" dirty="0"/>
              <a:t>Click to add title</a:t>
            </a:r>
          </a:p>
        </p:txBody>
      </p:sp>
      <p:sp>
        <p:nvSpPr>
          <p:cNvPr id="3" name="Text Placeholder 6">
            <a:extLst>
              <a:ext uri="{FF2B5EF4-FFF2-40B4-BE49-F238E27FC236}">
                <a16:creationId xmlns:a16="http://schemas.microsoft.com/office/drawing/2014/main" id="{63EA9506-A233-2FA2-C4CC-3CFB7E4E3317}"/>
              </a:ext>
            </a:extLst>
          </p:cNvPr>
          <p:cNvSpPr>
            <a:spLocks noGrp="1"/>
          </p:cNvSpPr>
          <p:nvPr>
            <p:ph type="body" sz="quarter" idx="16" hasCustomPrompt="1"/>
          </p:nvPr>
        </p:nvSpPr>
        <p:spPr>
          <a:xfrm>
            <a:off x="345599" y="1321200"/>
            <a:ext cx="2109600" cy="4680000"/>
          </a:xfrm>
        </p:spPr>
        <p:txBody>
          <a:bodyPr>
            <a:noAutofit/>
          </a:bodyPr>
          <a:lstStyle>
            <a:lvl1pPr>
              <a:spcAft>
                <a:spcPts val="600"/>
              </a:spcAft>
              <a:defRPr sz="1300"/>
            </a:lvl1pPr>
            <a:lvl2pPr>
              <a:spcAft>
                <a:spcPts val="600"/>
              </a:spcAft>
              <a:defRPr sz="1300"/>
            </a:lvl2pPr>
            <a:lvl3pPr>
              <a:spcAft>
                <a:spcPts val="600"/>
              </a:spcAft>
              <a:defRPr sz="1300"/>
            </a:lvl3pPr>
            <a:lvl4pPr>
              <a:spcAft>
                <a:spcPts val="600"/>
              </a:spcAft>
              <a:defRPr sz="1300"/>
            </a:lvl4pPr>
            <a:lvl5pPr>
              <a:spcAft>
                <a:spcPts val="600"/>
              </a:spcAft>
              <a:defRPr sz="1300"/>
            </a:lvl5pPr>
            <a:lvl6pPr>
              <a:spcAft>
                <a:spcPts val="600"/>
              </a:spcAft>
              <a:defRPr sz="1800"/>
            </a:lvl6pPr>
            <a:lvl7pPr>
              <a:spcAft>
                <a:spcPts val="600"/>
              </a:spcAft>
              <a:defRPr sz="2000"/>
            </a:lvl7pPr>
            <a:lvl8pPr>
              <a:spcAft>
                <a:spcPts val="600"/>
              </a:spcAft>
              <a:defRPr sz="2800"/>
            </a:lvl8pPr>
            <a:lvl9pPr>
              <a:spcAft>
                <a:spcPts val="600"/>
              </a:spcAft>
              <a:defRPr sz="4400"/>
            </a:lvl9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A7AE9B0B-75B2-3627-3C39-4AADAB64F6F7}"/>
              </a:ext>
            </a:extLst>
          </p:cNvPr>
          <p:cNvSpPr>
            <a:spLocks noGrp="1"/>
          </p:cNvSpPr>
          <p:nvPr>
            <p:ph type="body" sz="quarter" idx="17" hasCustomPrompt="1"/>
          </p:nvPr>
        </p:nvSpPr>
        <p:spPr>
          <a:xfrm>
            <a:off x="2692799" y="1321200"/>
            <a:ext cx="2109600" cy="4680000"/>
          </a:xfrm>
        </p:spPr>
        <p:txBody>
          <a:bodyPr>
            <a:noAutofit/>
          </a:bodyPr>
          <a:lstStyle>
            <a:lvl1pPr>
              <a:spcAft>
                <a:spcPts val="600"/>
              </a:spcAft>
              <a:defRPr sz="1300"/>
            </a:lvl1pPr>
            <a:lvl2pPr>
              <a:spcAft>
                <a:spcPts val="600"/>
              </a:spcAft>
              <a:defRPr sz="1300"/>
            </a:lvl2pPr>
            <a:lvl3pPr>
              <a:spcAft>
                <a:spcPts val="600"/>
              </a:spcAft>
              <a:defRPr sz="1300"/>
            </a:lvl3pPr>
            <a:lvl4pPr>
              <a:spcAft>
                <a:spcPts val="600"/>
              </a:spcAft>
              <a:defRPr sz="1300"/>
            </a:lvl4pPr>
            <a:lvl5pPr>
              <a:spcAft>
                <a:spcPts val="600"/>
              </a:spcAft>
              <a:defRPr sz="1300"/>
            </a:lvl5pPr>
            <a:lvl6pPr>
              <a:spcAft>
                <a:spcPts val="600"/>
              </a:spcAft>
              <a:defRPr sz="1800"/>
            </a:lvl6pPr>
            <a:lvl7pPr>
              <a:spcAft>
                <a:spcPts val="600"/>
              </a:spcAft>
              <a:defRPr sz="2000"/>
            </a:lvl7pPr>
            <a:lvl8pPr>
              <a:spcAft>
                <a:spcPts val="600"/>
              </a:spcAft>
              <a:defRPr sz="2800"/>
            </a:lvl8pPr>
            <a:lvl9pPr>
              <a:spcAft>
                <a:spcPts val="600"/>
              </a:spcAft>
              <a:defRPr sz="4400"/>
            </a:lvl9pPr>
          </a:lstStyle>
          <a:p>
            <a:pPr lvl="0"/>
            <a:r>
              <a:rPr lang="en-GB" dirty="0"/>
              <a:t>Click to add text                Press ENTER then TAB to view next text style    Press SHIFT+TAB to view previous text style</a:t>
            </a:r>
          </a:p>
        </p:txBody>
      </p:sp>
      <p:sp>
        <p:nvSpPr>
          <p:cNvPr id="8" name="Text Placeholder 8">
            <a:extLst>
              <a:ext uri="{FF2B5EF4-FFF2-40B4-BE49-F238E27FC236}">
                <a16:creationId xmlns:a16="http://schemas.microsoft.com/office/drawing/2014/main" id="{162651CC-6103-D6B0-3621-E03B22D10700}"/>
              </a:ext>
            </a:extLst>
          </p:cNvPr>
          <p:cNvSpPr>
            <a:spLocks noGrp="1"/>
          </p:cNvSpPr>
          <p:nvPr>
            <p:ph type="body" sz="quarter" idx="18" hasCustomPrompt="1"/>
          </p:nvPr>
        </p:nvSpPr>
        <p:spPr>
          <a:xfrm>
            <a:off x="5039999" y="1321200"/>
            <a:ext cx="2109600" cy="4680000"/>
          </a:xfrm>
        </p:spPr>
        <p:txBody>
          <a:bodyPr>
            <a:noAutofit/>
          </a:bodyPr>
          <a:lstStyle>
            <a:lvl1pPr>
              <a:spcAft>
                <a:spcPts val="600"/>
              </a:spcAft>
              <a:defRPr sz="1300"/>
            </a:lvl1pPr>
            <a:lvl2pPr>
              <a:spcAft>
                <a:spcPts val="600"/>
              </a:spcAft>
              <a:defRPr sz="1300"/>
            </a:lvl2pPr>
            <a:lvl3pPr>
              <a:spcAft>
                <a:spcPts val="600"/>
              </a:spcAft>
              <a:defRPr sz="1300"/>
            </a:lvl3pPr>
            <a:lvl4pPr>
              <a:spcAft>
                <a:spcPts val="600"/>
              </a:spcAft>
              <a:defRPr sz="1300"/>
            </a:lvl4pPr>
            <a:lvl5pPr>
              <a:spcAft>
                <a:spcPts val="600"/>
              </a:spcAft>
              <a:defRPr sz="1300"/>
            </a:lvl5pPr>
            <a:lvl6pPr>
              <a:spcAft>
                <a:spcPts val="600"/>
              </a:spcAft>
              <a:defRPr sz="1800"/>
            </a:lvl6pPr>
            <a:lvl7pPr>
              <a:spcAft>
                <a:spcPts val="600"/>
              </a:spcAft>
              <a:defRPr sz="2000"/>
            </a:lvl7pPr>
            <a:lvl8pPr>
              <a:spcAft>
                <a:spcPts val="600"/>
              </a:spcAft>
              <a:defRPr sz="2800"/>
            </a:lvl8pPr>
            <a:lvl9pPr>
              <a:spcAft>
                <a:spcPts val="600"/>
              </a:spcAft>
              <a:defRPr sz="4400"/>
            </a:lvl9pPr>
          </a:lstStyle>
          <a:p>
            <a:pPr lvl="0"/>
            <a:r>
              <a:rPr lang="en-GB" dirty="0"/>
              <a:t>Click to add text               Press ENTER then TAB to view next text style    Press SHIFT+TAB to view previous text style</a:t>
            </a:r>
          </a:p>
        </p:txBody>
      </p:sp>
      <p:sp>
        <p:nvSpPr>
          <p:cNvPr id="9" name="Text Placeholder 9">
            <a:extLst>
              <a:ext uri="{FF2B5EF4-FFF2-40B4-BE49-F238E27FC236}">
                <a16:creationId xmlns:a16="http://schemas.microsoft.com/office/drawing/2014/main" id="{785A872B-FDFE-A910-808E-37AAC332D284}"/>
              </a:ext>
            </a:extLst>
          </p:cNvPr>
          <p:cNvSpPr>
            <a:spLocks noGrp="1"/>
          </p:cNvSpPr>
          <p:nvPr>
            <p:ph type="body" sz="quarter" idx="19" hasCustomPrompt="1"/>
          </p:nvPr>
        </p:nvSpPr>
        <p:spPr>
          <a:xfrm>
            <a:off x="7387199" y="1321200"/>
            <a:ext cx="2109600" cy="4680000"/>
          </a:xfrm>
        </p:spPr>
        <p:txBody>
          <a:bodyPr>
            <a:noAutofit/>
          </a:bodyPr>
          <a:lstStyle>
            <a:lvl1pPr>
              <a:spcAft>
                <a:spcPts val="600"/>
              </a:spcAft>
              <a:defRPr sz="1300"/>
            </a:lvl1pPr>
            <a:lvl2pPr>
              <a:spcAft>
                <a:spcPts val="600"/>
              </a:spcAft>
              <a:defRPr sz="1300"/>
            </a:lvl2pPr>
            <a:lvl3pPr>
              <a:spcAft>
                <a:spcPts val="600"/>
              </a:spcAft>
              <a:defRPr sz="1300"/>
            </a:lvl3pPr>
            <a:lvl4pPr>
              <a:spcAft>
                <a:spcPts val="600"/>
              </a:spcAft>
              <a:defRPr sz="1300"/>
            </a:lvl4pPr>
            <a:lvl5pPr>
              <a:spcAft>
                <a:spcPts val="600"/>
              </a:spcAft>
              <a:defRPr sz="1300"/>
            </a:lvl5pPr>
            <a:lvl6pPr>
              <a:spcAft>
                <a:spcPts val="600"/>
              </a:spcAft>
              <a:defRPr sz="1800"/>
            </a:lvl6pPr>
            <a:lvl7pPr>
              <a:spcAft>
                <a:spcPts val="600"/>
              </a:spcAft>
              <a:defRPr sz="2000"/>
            </a:lvl7pPr>
            <a:lvl8pPr>
              <a:spcAft>
                <a:spcPts val="600"/>
              </a:spcAft>
              <a:defRPr sz="2800"/>
            </a:lvl8pPr>
            <a:lvl9pPr>
              <a:spcAft>
                <a:spcPts val="600"/>
              </a:spcAft>
              <a:defRPr sz="4400"/>
            </a:lvl9pPr>
          </a:lstStyle>
          <a:p>
            <a:pPr lvl="0"/>
            <a:r>
              <a:rPr lang="en-GB" dirty="0"/>
              <a:t>Click to add text               Press ENTER then TAB to view next text style    Press SHIFT+TAB to view previous text style</a:t>
            </a:r>
          </a:p>
        </p:txBody>
      </p:sp>
      <p:sp>
        <p:nvSpPr>
          <p:cNvPr id="11" name="Text Placeholder 10">
            <a:extLst>
              <a:ext uri="{FF2B5EF4-FFF2-40B4-BE49-F238E27FC236}">
                <a16:creationId xmlns:a16="http://schemas.microsoft.com/office/drawing/2014/main" id="{0F569B7A-D49B-F095-2912-BE29FADAAF1C}"/>
              </a:ext>
            </a:extLst>
          </p:cNvPr>
          <p:cNvSpPr>
            <a:spLocks noGrp="1"/>
          </p:cNvSpPr>
          <p:nvPr>
            <p:ph type="body" sz="quarter" idx="20" hasCustomPrompt="1"/>
          </p:nvPr>
        </p:nvSpPr>
        <p:spPr>
          <a:xfrm>
            <a:off x="9734399" y="1321200"/>
            <a:ext cx="2109600" cy="4680000"/>
          </a:xfrm>
        </p:spPr>
        <p:txBody>
          <a:bodyPr>
            <a:noAutofit/>
          </a:bodyPr>
          <a:lstStyle>
            <a:lvl1pPr>
              <a:spcAft>
                <a:spcPts val="600"/>
              </a:spcAft>
              <a:defRPr sz="1300"/>
            </a:lvl1pPr>
            <a:lvl2pPr>
              <a:spcAft>
                <a:spcPts val="600"/>
              </a:spcAft>
              <a:defRPr sz="1300"/>
            </a:lvl2pPr>
            <a:lvl3pPr>
              <a:spcAft>
                <a:spcPts val="600"/>
              </a:spcAft>
              <a:defRPr sz="1300"/>
            </a:lvl3pPr>
            <a:lvl4pPr>
              <a:spcAft>
                <a:spcPts val="600"/>
              </a:spcAft>
              <a:defRPr sz="1300"/>
            </a:lvl4pPr>
            <a:lvl5pPr>
              <a:spcAft>
                <a:spcPts val="600"/>
              </a:spcAft>
              <a:defRPr sz="1300"/>
            </a:lvl5pPr>
            <a:lvl6pPr>
              <a:spcAft>
                <a:spcPts val="600"/>
              </a:spcAft>
              <a:defRPr sz="1800"/>
            </a:lvl6pPr>
            <a:lvl7pPr>
              <a:spcAft>
                <a:spcPts val="600"/>
              </a:spcAft>
              <a:defRPr sz="2000"/>
            </a:lvl7pPr>
            <a:lvl8pPr>
              <a:spcAft>
                <a:spcPts val="600"/>
              </a:spcAft>
              <a:defRPr sz="2800"/>
            </a:lvl8pPr>
            <a:lvl9pPr>
              <a:spcAft>
                <a:spcPts val="600"/>
              </a:spcAft>
              <a:defRPr sz="4400"/>
            </a:lvl9pPr>
          </a:lstStyle>
          <a:p>
            <a:pPr lvl="0"/>
            <a:r>
              <a:rPr lang="en-GB" dirty="0"/>
              <a:t>Click to add text              Press ENTER then TAB to view next text style       Press SHIFT+TAB to view previous text style</a:t>
            </a:r>
          </a:p>
        </p:txBody>
      </p:sp>
      <p:sp>
        <p:nvSpPr>
          <p:cNvPr id="10" name="Date Placeholder 9" hidden="1">
            <a:extLst>
              <a:ext uri="{FF2B5EF4-FFF2-40B4-BE49-F238E27FC236}">
                <a16:creationId xmlns:a16="http://schemas.microsoft.com/office/drawing/2014/main" id="{E1AC99E2-8007-CEB5-5767-10990FF10544}"/>
              </a:ext>
            </a:extLst>
          </p:cNvPr>
          <p:cNvSpPr>
            <a:spLocks noGrp="1"/>
          </p:cNvSpPr>
          <p:nvPr>
            <p:ph type="dt" sz="half" idx="21"/>
          </p:nvPr>
        </p:nvSpPr>
        <p:spPr/>
        <p:txBody>
          <a:bodyPr/>
          <a:lstStyle/>
          <a:p>
            <a:fld id="{D3302B2A-6455-474E-97E8-857889C3ADD0}" type="datetime3">
              <a:rPr lang="en-GB" smtClean="0"/>
              <a:t>21 July, 2026</a:t>
            </a:fld>
            <a:endParaRPr lang="en-GB" dirty="0"/>
          </a:p>
        </p:txBody>
      </p:sp>
      <p:sp>
        <p:nvSpPr>
          <p:cNvPr id="12" name="Footer Placeholder 11">
            <a:extLst>
              <a:ext uri="{FF2B5EF4-FFF2-40B4-BE49-F238E27FC236}">
                <a16:creationId xmlns:a16="http://schemas.microsoft.com/office/drawing/2014/main" id="{4F6244AC-3B74-EA17-937F-0A31B450C502}"/>
              </a:ext>
            </a:extLst>
          </p:cNvPr>
          <p:cNvSpPr>
            <a:spLocks noGrp="1"/>
          </p:cNvSpPr>
          <p:nvPr>
            <p:ph type="ftr" sz="quarter" idx="22"/>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p>
            <a:fld id="{61E25E67-CBB9-434B-BBF7-0A5E970272B8}" type="slidenum">
              <a:rPr lang="en-GB" smtClean="0"/>
              <a:t>‹#›</a:t>
            </a:fld>
            <a:endParaRPr lang="en-GB" dirty="0"/>
          </a:p>
        </p:txBody>
      </p:sp>
    </p:spTree>
    <p:extLst>
      <p:ext uri="{BB962C8B-B14F-4D97-AF65-F5344CB8AC3E}">
        <p14:creationId xmlns:p14="http://schemas.microsoft.com/office/powerpoint/2010/main" val="3075792471"/>
      </p:ext>
    </p:extLst>
  </p:cSld>
  <p:clrMapOvr>
    <a:masterClrMapping/>
  </p:clrMapOvr>
  <p:extLst>
    <p:ext uri="{DCECCB84-F9BA-43D5-87BE-67443E8EF086}">
      <p15:sldGuideLst xmlns:p15="http://schemas.microsoft.com/office/powerpoint/2012/main">
        <p15:guide id="1" pos="1696" userDrawn="1">
          <p15:clr>
            <a:srgbClr val="A4A3A4"/>
          </p15:clr>
        </p15:guide>
        <p15:guide id="2" pos="3174" userDrawn="1">
          <p15:clr>
            <a:srgbClr val="A4A3A4"/>
          </p15:clr>
        </p15:guide>
        <p15:guide id="3" pos="4653" userDrawn="1">
          <p15:clr>
            <a:srgbClr val="A4A3A4"/>
          </p15:clr>
        </p15:guide>
        <p15:guide id="4" pos="6131" userDrawn="1">
          <p15:clr>
            <a:srgbClr val="A4A3A4"/>
          </p15:clr>
        </p15:guide>
        <p15:guide id="5" pos="1546" userDrawn="1">
          <p15:clr>
            <a:srgbClr val="A4A3A4"/>
          </p15:clr>
        </p15:guide>
        <p15:guide id="6" pos="3025" userDrawn="1">
          <p15:clr>
            <a:srgbClr val="A4A3A4"/>
          </p15:clr>
        </p15:guide>
        <p15:guide id="7" pos="4503" userDrawn="1">
          <p15:clr>
            <a:srgbClr val="A4A3A4"/>
          </p15:clr>
        </p15:guide>
        <p15:guide id="8" pos="5982" userDrawn="1">
          <p15:clr>
            <a:srgbClr val="A4A3A4"/>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ix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599" y="345600"/>
            <a:ext cx="11498400" cy="802800"/>
          </a:xfrm>
        </p:spPr>
        <p:txBody>
          <a:bodyPr/>
          <a:lstStyle>
            <a:lvl1pPr>
              <a:defRPr sz="3200">
                <a:solidFill>
                  <a:schemeClr val="accent3"/>
                </a:solidFill>
              </a:defRPr>
            </a:lvl1pPr>
          </a:lstStyle>
          <a:p>
            <a:r>
              <a:rPr lang="en-GB" dirty="0"/>
              <a:t>Click to add title</a:t>
            </a:r>
          </a:p>
        </p:txBody>
      </p:sp>
      <p:sp>
        <p:nvSpPr>
          <p:cNvPr id="3" name="Text Placeholder 6">
            <a:extLst>
              <a:ext uri="{FF2B5EF4-FFF2-40B4-BE49-F238E27FC236}">
                <a16:creationId xmlns:a16="http://schemas.microsoft.com/office/drawing/2014/main" id="{D94FAE30-3AFD-2623-76CF-E27D66012559}"/>
              </a:ext>
            </a:extLst>
          </p:cNvPr>
          <p:cNvSpPr>
            <a:spLocks noGrp="1"/>
          </p:cNvSpPr>
          <p:nvPr>
            <p:ph type="body" sz="quarter" idx="16" hasCustomPrompt="1"/>
          </p:nvPr>
        </p:nvSpPr>
        <p:spPr>
          <a:xfrm>
            <a:off x="345599" y="1321200"/>
            <a:ext cx="1720800" cy="4680000"/>
          </a:xfrm>
        </p:spPr>
        <p:txBody>
          <a:bodyPr>
            <a:noAutofit/>
          </a:bodyPr>
          <a:lstStyle>
            <a:lvl1pPr>
              <a:spcAft>
                <a:spcPts val="600"/>
              </a:spcAft>
              <a:defRPr sz="1200"/>
            </a:lvl1pPr>
            <a:lvl2pPr>
              <a:spcAft>
                <a:spcPts val="600"/>
              </a:spcAft>
              <a:defRPr sz="1200"/>
            </a:lvl2pPr>
            <a:lvl3pPr>
              <a:spcAft>
                <a:spcPts val="600"/>
              </a:spcAft>
              <a:defRPr sz="1200"/>
            </a:lvl3pPr>
            <a:lvl4pPr>
              <a:spcAft>
                <a:spcPts val="600"/>
              </a:spcAft>
              <a:defRPr sz="1200"/>
            </a:lvl4pPr>
            <a:lvl5pPr>
              <a:spcAft>
                <a:spcPts val="600"/>
              </a:spcAft>
              <a:defRPr sz="1200"/>
            </a:lvl5pPr>
            <a:lvl6pPr>
              <a:spcAft>
                <a:spcPts val="600"/>
              </a:spcAft>
              <a:defRPr sz="1600"/>
            </a:lvl6pPr>
            <a:lvl7pPr>
              <a:spcAft>
                <a:spcPts val="600"/>
              </a:spcAft>
              <a:defRPr sz="1800"/>
            </a:lvl7pPr>
            <a:lvl8pPr>
              <a:spcAft>
                <a:spcPts val="600"/>
              </a:spcAft>
              <a:defRPr sz="2400"/>
            </a:lvl8pPr>
            <a:lvl9pPr>
              <a:spcAft>
                <a:spcPts val="600"/>
              </a:spcAft>
              <a:defRPr sz="4000"/>
            </a:lvl9pPr>
          </a:lstStyle>
          <a:p>
            <a:pPr lvl="0"/>
            <a:r>
              <a:rPr lang="en-GB" dirty="0"/>
              <a:t>Click to add text   Press ENTER then TAB to view next text style Press SHIFT+TAB to view previous text style</a:t>
            </a:r>
          </a:p>
        </p:txBody>
      </p:sp>
      <p:sp>
        <p:nvSpPr>
          <p:cNvPr id="7" name="Text Placeholder 7">
            <a:extLst>
              <a:ext uri="{FF2B5EF4-FFF2-40B4-BE49-F238E27FC236}">
                <a16:creationId xmlns:a16="http://schemas.microsoft.com/office/drawing/2014/main" id="{6967F4A1-A236-ADEC-7A71-20F3A1D76142}"/>
              </a:ext>
            </a:extLst>
          </p:cNvPr>
          <p:cNvSpPr>
            <a:spLocks noGrp="1"/>
          </p:cNvSpPr>
          <p:nvPr>
            <p:ph type="body" sz="quarter" idx="17" hasCustomPrompt="1"/>
          </p:nvPr>
        </p:nvSpPr>
        <p:spPr>
          <a:xfrm>
            <a:off x="2301119" y="1321200"/>
            <a:ext cx="1720800" cy="4680000"/>
          </a:xfrm>
        </p:spPr>
        <p:txBody>
          <a:bodyPr>
            <a:noAutofit/>
          </a:bodyPr>
          <a:lstStyle>
            <a:lvl1pPr>
              <a:spcAft>
                <a:spcPts val="600"/>
              </a:spcAft>
              <a:defRPr sz="1200"/>
            </a:lvl1pPr>
            <a:lvl2pPr>
              <a:spcAft>
                <a:spcPts val="600"/>
              </a:spcAft>
              <a:defRPr sz="1200"/>
            </a:lvl2pPr>
            <a:lvl3pPr>
              <a:spcAft>
                <a:spcPts val="600"/>
              </a:spcAft>
              <a:defRPr sz="1200"/>
            </a:lvl3pPr>
            <a:lvl4pPr>
              <a:spcAft>
                <a:spcPts val="600"/>
              </a:spcAft>
              <a:defRPr sz="1200"/>
            </a:lvl4pPr>
            <a:lvl5pPr>
              <a:spcAft>
                <a:spcPts val="600"/>
              </a:spcAft>
              <a:defRPr sz="1200"/>
            </a:lvl5pPr>
            <a:lvl6pPr>
              <a:spcAft>
                <a:spcPts val="600"/>
              </a:spcAft>
              <a:defRPr sz="1600"/>
            </a:lvl6pPr>
            <a:lvl7pPr>
              <a:spcAft>
                <a:spcPts val="600"/>
              </a:spcAft>
              <a:defRPr sz="1800"/>
            </a:lvl7pPr>
            <a:lvl8pPr>
              <a:spcAft>
                <a:spcPts val="600"/>
              </a:spcAft>
              <a:defRPr sz="2400"/>
            </a:lvl8pPr>
            <a:lvl9pPr>
              <a:spcAft>
                <a:spcPts val="600"/>
              </a:spcAft>
              <a:defRPr sz="4000"/>
            </a:lvl9pPr>
          </a:lstStyle>
          <a:p>
            <a:pPr lvl="0"/>
            <a:r>
              <a:rPr lang="en-GB" dirty="0"/>
              <a:t>Click to add text  Press ENTER then TAB to view next text style Press SHIFT+TAB to view previous text style</a:t>
            </a:r>
          </a:p>
        </p:txBody>
      </p:sp>
      <p:sp>
        <p:nvSpPr>
          <p:cNvPr id="8" name="Text Placeholder 8">
            <a:extLst>
              <a:ext uri="{FF2B5EF4-FFF2-40B4-BE49-F238E27FC236}">
                <a16:creationId xmlns:a16="http://schemas.microsoft.com/office/drawing/2014/main" id="{4E9188F5-18BE-39D6-3055-ED075D7B8A62}"/>
              </a:ext>
            </a:extLst>
          </p:cNvPr>
          <p:cNvSpPr>
            <a:spLocks noGrp="1"/>
          </p:cNvSpPr>
          <p:nvPr>
            <p:ph type="body" sz="quarter" idx="18" hasCustomPrompt="1"/>
          </p:nvPr>
        </p:nvSpPr>
        <p:spPr>
          <a:xfrm>
            <a:off x="4256639" y="1321200"/>
            <a:ext cx="1720800" cy="4680000"/>
          </a:xfrm>
        </p:spPr>
        <p:txBody>
          <a:bodyPr>
            <a:noAutofit/>
          </a:bodyPr>
          <a:lstStyle>
            <a:lvl1pPr>
              <a:spcAft>
                <a:spcPts val="600"/>
              </a:spcAft>
              <a:defRPr sz="1200"/>
            </a:lvl1pPr>
            <a:lvl2pPr>
              <a:spcAft>
                <a:spcPts val="600"/>
              </a:spcAft>
              <a:defRPr sz="1200"/>
            </a:lvl2pPr>
            <a:lvl3pPr>
              <a:spcAft>
                <a:spcPts val="600"/>
              </a:spcAft>
              <a:defRPr sz="1200"/>
            </a:lvl3pPr>
            <a:lvl4pPr>
              <a:spcAft>
                <a:spcPts val="600"/>
              </a:spcAft>
              <a:defRPr sz="1200"/>
            </a:lvl4pPr>
            <a:lvl5pPr>
              <a:spcAft>
                <a:spcPts val="600"/>
              </a:spcAft>
              <a:defRPr sz="1200"/>
            </a:lvl5pPr>
            <a:lvl6pPr>
              <a:spcAft>
                <a:spcPts val="600"/>
              </a:spcAft>
              <a:defRPr sz="1600"/>
            </a:lvl6pPr>
            <a:lvl7pPr>
              <a:spcAft>
                <a:spcPts val="600"/>
              </a:spcAft>
              <a:defRPr sz="1800"/>
            </a:lvl7pPr>
            <a:lvl8pPr>
              <a:spcAft>
                <a:spcPts val="600"/>
              </a:spcAft>
              <a:defRPr sz="2400"/>
            </a:lvl8pPr>
            <a:lvl9pPr>
              <a:spcAft>
                <a:spcPts val="600"/>
              </a:spcAft>
              <a:defRPr sz="4000"/>
            </a:lvl9pPr>
          </a:lstStyle>
          <a:p>
            <a:pPr lvl="0"/>
            <a:r>
              <a:rPr lang="en-GB" dirty="0"/>
              <a:t>Click to add text  Press ENTER then TAB to view next text style Press SHIFT+TAB to view previous text style</a:t>
            </a:r>
          </a:p>
        </p:txBody>
      </p:sp>
      <p:sp>
        <p:nvSpPr>
          <p:cNvPr id="9" name="Text Placeholder 9">
            <a:extLst>
              <a:ext uri="{FF2B5EF4-FFF2-40B4-BE49-F238E27FC236}">
                <a16:creationId xmlns:a16="http://schemas.microsoft.com/office/drawing/2014/main" id="{5D571FD4-41B0-AEA6-7CD6-8EA941A86EDE}"/>
              </a:ext>
            </a:extLst>
          </p:cNvPr>
          <p:cNvSpPr>
            <a:spLocks noGrp="1"/>
          </p:cNvSpPr>
          <p:nvPr>
            <p:ph type="body" sz="quarter" idx="19" hasCustomPrompt="1"/>
          </p:nvPr>
        </p:nvSpPr>
        <p:spPr>
          <a:xfrm>
            <a:off x="6212159" y="1321200"/>
            <a:ext cx="1720800" cy="4680000"/>
          </a:xfrm>
        </p:spPr>
        <p:txBody>
          <a:bodyPr>
            <a:noAutofit/>
          </a:bodyPr>
          <a:lstStyle>
            <a:lvl1pPr>
              <a:spcAft>
                <a:spcPts val="600"/>
              </a:spcAft>
              <a:defRPr sz="1200"/>
            </a:lvl1pPr>
            <a:lvl2pPr>
              <a:spcAft>
                <a:spcPts val="600"/>
              </a:spcAft>
              <a:defRPr sz="1200"/>
            </a:lvl2pPr>
            <a:lvl3pPr>
              <a:spcAft>
                <a:spcPts val="600"/>
              </a:spcAft>
              <a:defRPr sz="1200"/>
            </a:lvl3pPr>
            <a:lvl4pPr>
              <a:spcAft>
                <a:spcPts val="600"/>
              </a:spcAft>
              <a:defRPr sz="1200"/>
            </a:lvl4pPr>
            <a:lvl5pPr>
              <a:spcAft>
                <a:spcPts val="600"/>
              </a:spcAft>
              <a:defRPr sz="1200"/>
            </a:lvl5pPr>
            <a:lvl6pPr>
              <a:spcAft>
                <a:spcPts val="600"/>
              </a:spcAft>
              <a:defRPr sz="1600"/>
            </a:lvl6pPr>
            <a:lvl7pPr>
              <a:spcAft>
                <a:spcPts val="600"/>
              </a:spcAft>
              <a:defRPr sz="1800"/>
            </a:lvl7pPr>
            <a:lvl8pPr>
              <a:spcAft>
                <a:spcPts val="600"/>
              </a:spcAft>
              <a:defRPr sz="2400"/>
            </a:lvl8pPr>
            <a:lvl9pPr>
              <a:spcAft>
                <a:spcPts val="600"/>
              </a:spcAft>
              <a:defRPr sz="4000"/>
            </a:lvl9pPr>
          </a:lstStyle>
          <a:p>
            <a:pPr lvl="0"/>
            <a:r>
              <a:rPr lang="en-GB" dirty="0"/>
              <a:t>Click to add text  Press ENTER then TAB to view next text style Press SHIFT+TAB to view previous text style</a:t>
            </a:r>
          </a:p>
        </p:txBody>
      </p:sp>
      <p:sp>
        <p:nvSpPr>
          <p:cNvPr id="11" name="Text Placeholder 10">
            <a:extLst>
              <a:ext uri="{FF2B5EF4-FFF2-40B4-BE49-F238E27FC236}">
                <a16:creationId xmlns:a16="http://schemas.microsoft.com/office/drawing/2014/main" id="{B389A2A0-A6E2-E02F-AF8B-CCEE6CE4FF78}"/>
              </a:ext>
            </a:extLst>
          </p:cNvPr>
          <p:cNvSpPr>
            <a:spLocks noGrp="1"/>
          </p:cNvSpPr>
          <p:nvPr>
            <p:ph type="body" sz="quarter" idx="20" hasCustomPrompt="1"/>
          </p:nvPr>
        </p:nvSpPr>
        <p:spPr>
          <a:xfrm>
            <a:off x="8167679" y="1321200"/>
            <a:ext cx="1720800" cy="4680000"/>
          </a:xfrm>
        </p:spPr>
        <p:txBody>
          <a:bodyPr>
            <a:noAutofit/>
          </a:bodyPr>
          <a:lstStyle>
            <a:lvl1pPr>
              <a:spcAft>
                <a:spcPts val="600"/>
              </a:spcAft>
              <a:defRPr sz="1200"/>
            </a:lvl1pPr>
            <a:lvl2pPr>
              <a:spcAft>
                <a:spcPts val="600"/>
              </a:spcAft>
              <a:defRPr sz="1200"/>
            </a:lvl2pPr>
            <a:lvl3pPr>
              <a:spcAft>
                <a:spcPts val="600"/>
              </a:spcAft>
              <a:defRPr sz="1200"/>
            </a:lvl3pPr>
            <a:lvl4pPr>
              <a:spcAft>
                <a:spcPts val="600"/>
              </a:spcAft>
              <a:defRPr sz="1200"/>
            </a:lvl4pPr>
            <a:lvl5pPr>
              <a:spcAft>
                <a:spcPts val="600"/>
              </a:spcAft>
              <a:defRPr sz="1200"/>
            </a:lvl5pPr>
            <a:lvl6pPr>
              <a:spcAft>
                <a:spcPts val="600"/>
              </a:spcAft>
              <a:defRPr sz="1600"/>
            </a:lvl6pPr>
            <a:lvl7pPr>
              <a:spcAft>
                <a:spcPts val="600"/>
              </a:spcAft>
              <a:defRPr sz="1800"/>
            </a:lvl7pPr>
            <a:lvl8pPr>
              <a:spcAft>
                <a:spcPts val="600"/>
              </a:spcAft>
              <a:defRPr sz="2400"/>
            </a:lvl8pPr>
            <a:lvl9pPr>
              <a:spcAft>
                <a:spcPts val="600"/>
              </a:spcAft>
              <a:defRPr sz="4000"/>
            </a:lvl9pPr>
          </a:lstStyle>
          <a:p>
            <a:pPr lvl="0"/>
            <a:r>
              <a:rPr lang="en-GB" dirty="0"/>
              <a:t>Click to add text  Press ENTER then TAB to view next text style Press SHIFT+TAB to view previous text style</a:t>
            </a:r>
          </a:p>
        </p:txBody>
      </p:sp>
      <p:sp>
        <p:nvSpPr>
          <p:cNvPr id="13" name="Text Placeholder 12">
            <a:extLst>
              <a:ext uri="{FF2B5EF4-FFF2-40B4-BE49-F238E27FC236}">
                <a16:creationId xmlns:a16="http://schemas.microsoft.com/office/drawing/2014/main" id="{8243B55F-A105-1D9B-0649-214939575752}"/>
              </a:ext>
            </a:extLst>
          </p:cNvPr>
          <p:cNvSpPr>
            <a:spLocks noGrp="1"/>
          </p:cNvSpPr>
          <p:nvPr>
            <p:ph type="body" sz="quarter" idx="21" hasCustomPrompt="1"/>
          </p:nvPr>
        </p:nvSpPr>
        <p:spPr>
          <a:xfrm>
            <a:off x="10123200" y="1321200"/>
            <a:ext cx="1720800" cy="4680000"/>
          </a:xfrm>
        </p:spPr>
        <p:txBody>
          <a:bodyPr>
            <a:noAutofit/>
          </a:bodyPr>
          <a:lstStyle>
            <a:lvl1pPr>
              <a:spcAft>
                <a:spcPts val="600"/>
              </a:spcAft>
              <a:defRPr sz="1200"/>
            </a:lvl1pPr>
            <a:lvl2pPr>
              <a:spcAft>
                <a:spcPts val="600"/>
              </a:spcAft>
              <a:defRPr sz="1200"/>
            </a:lvl2pPr>
            <a:lvl3pPr>
              <a:spcAft>
                <a:spcPts val="600"/>
              </a:spcAft>
              <a:defRPr sz="1200"/>
            </a:lvl3pPr>
            <a:lvl4pPr>
              <a:spcAft>
                <a:spcPts val="600"/>
              </a:spcAft>
              <a:defRPr sz="1200"/>
            </a:lvl4pPr>
            <a:lvl5pPr>
              <a:spcAft>
                <a:spcPts val="600"/>
              </a:spcAft>
              <a:defRPr sz="1200"/>
            </a:lvl5pPr>
            <a:lvl6pPr>
              <a:spcAft>
                <a:spcPts val="600"/>
              </a:spcAft>
              <a:defRPr sz="1600"/>
            </a:lvl6pPr>
            <a:lvl7pPr>
              <a:spcAft>
                <a:spcPts val="600"/>
              </a:spcAft>
              <a:defRPr sz="1800"/>
            </a:lvl7pPr>
            <a:lvl8pPr>
              <a:spcAft>
                <a:spcPts val="600"/>
              </a:spcAft>
              <a:defRPr sz="2400"/>
            </a:lvl8pPr>
            <a:lvl9pPr>
              <a:spcAft>
                <a:spcPts val="600"/>
              </a:spcAft>
              <a:defRPr sz="4000"/>
            </a:lvl9pPr>
          </a:lstStyle>
          <a:p>
            <a:pPr lvl="0"/>
            <a:r>
              <a:rPr lang="en-GB" dirty="0"/>
              <a:t>Click to add text  Press ENTER then TAB to view next text style Press SHIFT+TAB to view previous text style</a:t>
            </a:r>
          </a:p>
        </p:txBody>
      </p:sp>
      <p:sp>
        <p:nvSpPr>
          <p:cNvPr id="10" name="Date Placeholder 9" hidden="1">
            <a:extLst>
              <a:ext uri="{FF2B5EF4-FFF2-40B4-BE49-F238E27FC236}">
                <a16:creationId xmlns:a16="http://schemas.microsoft.com/office/drawing/2014/main" id="{76ECF765-1525-99CD-3DD3-91ABE35A4CFE}"/>
              </a:ext>
            </a:extLst>
          </p:cNvPr>
          <p:cNvSpPr>
            <a:spLocks noGrp="1"/>
          </p:cNvSpPr>
          <p:nvPr>
            <p:ph type="dt" sz="half" idx="22"/>
          </p:nvPr>
        </p:nvSpPr>
        <p:spPr/>
        <p:txBody>
          <a:bodyPr/>
          <a:lstStyle/>
          <a:p>
            <a:fld id="{DE9D2CBD-562D-48CD-B7AF-D222B16F45A5}" type="datetime3">
              <a:rPr lang="en-GB" smtClean="0"/>
              <a:t>21 July, 2026</a:t>
            </a:fld>
            <a:endParaRPr lang="en-GB" dirty="0"/>
          </a:p>
        </p:txBody>
      </p:sp>
      <p:sp>
        <p:nvSpPr>
          <p:cNvPr id="12" name="Footer Placeholder 11">
            <a:extLst>
              <a:ext uri="{FF2B5EF4-FFF2-40B4-BE49-F238E27FC236}">
                <a16:creationId xmlns:a16="http://schemas.microsoft.com/office/drawing/2014/main" id="{9F82F61E-4F1F-DC7C-7C3C-B1A4B2031F1E}"/>
              </a:ext>
            </a:extLst>
          </p:cNvPr>
          <p:cNvSpPr>
            <a:spLocks noGrp="1"/>
          </p:cNvSpPr>
          <p:nvPr>
            <p:ph type="ftr" sz="quarter" idx="23"/>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p>
            <a:fld id="{61E25E67-CBB9-434B-BBF7-0A5E970272B8}" type="slidenum">
              <a:rPr lang="en-GB" smtClean="0"/>
              <a:t>‹#›</a:t>
            </a:fld>
            <a:endParaRPr lang="en-GB" dirty="0"/>
          </a:p>
        </p:txBody>
      </p:sp>
    </p:spTree>
    <p:extLst>
      <p:ext uri="{BB962C8B-B14F-4D97-AF65-F5344CB8AC3E}">
        <p14:creationId xmlns:p14="http://schemas.microsoft.com/office/powerpoint/2010/main" val="1250485192"/>
      </p:ext>
    </p:extLst>
  </p:cSld>
  <p:clrMapOvr>
    <a:masterClrMapping/>
  </p:clrMapOvr>
  <p:extLst>
    <p:ext uri="{DCECCB84-F9BA-43D5-87BE-67443E8EF086}">
      <p15:sldGuideLst xmlns:p15="http://schemas.microsoft.com/office/powerpoint/2012/main">
        <p15:guide id="1" pos="1301" userDrawn="1">
          <p15:clr>
            <a:srgbClr val="A4A3A4"/>
          </p15:clr>
        </p15:guide>
        <p15:guide id="2" pos="1449" userDrawn="1">
          <p15:clr>
            <a:srgbClr val="A4A3A4"/>
          </p15:clr>
        </p15:guide>
        <p15:guide id="3" pos="2533" userDrawn="1">
          <p15:clr>
            <a:srgbClr val="A4A3A4"/>
          </p15:clr>
        </p15:guide>
        <p15:guide id="4" pos="2680" userDrawn="1">
          <p15:clr>
            <a:srgbClr val="A4A3A4"/>
          </p15:clr>
        </p15:guide>
        <p15:guide id="5" pos="3764" userDrawn="1">
          <p15:clr>
            <a:srgbClr val="A4A3A4"/>
          </p15:clr>
        </p15:guide>
        <p15:guide id="6" pos="3914" userDrawn="1">
          <p15:clr>
            <a:srgbClr val="A4A3A4"/>
          </p15:clr>
        </p15:guide>
        <p15:guide id="7" pos="4998" userDrawn="1">
          <p15:clr>
            <a:srgbClr val="A4A3A4"/>
          </p15:clr>
        </p15:guide>
        <p15:guide id="8" pos="5145" userDrawn="1">
          <p15:clr>
            <a:srgbClr val="A4A3A4"/>
          </p15:clr>
        </p15:guide>
        <p15:guide id="9" pos="6229" userDrawn="1">
          <p15:clr>
            <a:srgbClr val="A4A3A4"/>
          </p15:clr>
        </p15:guide>
        <p15:guide id="10" pos="6376" userDrawn="1">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Four images and text 1">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4879"/>
            <a:ext cx="11498400" cy="802800"/>
          </a:xfrm>
        </p:spPr>
        <p:txBody>
          <a:bodyPr/>
          <a:lstStyle>
            <a:lvl1pPr>
              <a:defRPr sz="3200">
                <a:solidFill>
                  <a:schemeClr val="accent4"/>
                </a:solidFill>
              </a:defRPr>
            </a:lvl1pPr>
          </a:lstStyle>
          <a:p>
            <a:r>
              <a:rPr lang="en-GB" dirty="0"/>
              <a:t>Click to add title</a:t>
            </a:r>
          </a:p>
        </p:txBody>
      </p:sp>
      <p:sp>
        <p:nvSpPr>
          <p:cNvPr id="12" name="Text Placeholder 14">
            <a:extLst>
              <a:ext uri="{FF2B5EF4-FFF2-40B4-BE49-F238E27FC236}">
                <a16:creationId xmlns:a16="http://schemas.microsoft.com/office/drawing/2014/main" id="{E9B8376A-3F2F-4D41-BC8B-1C25749381A6}"/>
              </a:ext>
            </a:extLst>
          </p:cNvPr>
          <p:cNvSpPr>
            <a:spLocks noGrp="1"/>
          </p:cNvSpPr>
          <p:nvPr>
            <p:ph type="body" sz="quarter" idx="17" hasCustomPrompt="1"/>
          </p:nvPr>
        </p:nvSpPr>
        <p:spPr>
          <a:xfrm>
            <a:off x="345599" y="2692079"/>
            <a:ext cx="2685600" cy="612000"/>
          </a:xfrm>
        </p:spPr>
        <p:txBody>
          <a:bodyPr>
            <a:noAutofit/>
          </a:bodyPr>
          <a:lstStyle>
            <a:lvl1pPr marL="0" indent="0">
              <a:lnSpc>
                <a:spcPct val="100000"/>
              </a:lnSpc>
              <a:spcBef>
                <a:spcPts val="0"/>
              </a:spcBef>
              <a:buNone/>
              <a:defRPr sz="1800">
                <a:solidFill>
                  <a:schemeClr val="tx1"/>
                </a:solidFill>
              </a:defRPr>
            </a:lvl1pPr>
            <a:lvl2pPr marL="0" indent="0">
              <a:lnSpc>
                <a:spcPct val="100000"/>
              </a:lnSpc>
              <a:spcBef>
                <a:spcPts val="0"/>
              </a:spcBef>
              <a:buNone/>
              <a:defRPr sz="2000">
                <a:solidFill>
                  <a:schemeClr val="tx1"/>
                </a:solidFill>
              </a:defRPr>
            </a:lvl2pPr>
            <a:lvl3pPr marL="0" indent="0">
              <a:buNone/>
              <a:defRPr sz="2000">
                <a:solidFill>
                  <a:schemeClr val="tx1"/>
                </a:solidFill>
              </a:defRPr>
            </a:lvl3pPr>
            <a:lvl4pPr marL="0" indent="0">
              <a:buNone/>
              <a:defRPr sz="2000">
                <a:solidFill>
                  <a:schemeClr val="tx1"/>
                </a:solidFill>
              </a:defRPr>
            </a:lvl4pPr>
            <a:lvl5pPr marL="0" indent="0">
              <a:buNone/>
              <a:defRPr sz="2000">
                <a:solidFill>
                  <a:schemeClr val="tx1"/>
                </a:solidFill>
              </a:defRPr>
            </a:lvl5pPr>
            <a:lvl6pPr marL="0" indent="0">
              <a:defRPr sz="2000">
                <a:solidFill>
                  <a:schemeClr val="tx1"/>
                </a:solidFill>
              </a:defRPr>
            </a:lvl6pPr>
            <a:lvl7pPr marL="0" indent="0">
              <a:defRPr sz="2000">
                <a:solidFill>
                  <a:schemeClr val="tx1"/>
                </a:solidFill>
              </a:defRPr>
            </a:lvl7pPr>
            <a:lvl8pPr marL="0" indent="0">
              <a:defRPr sz="2000">
                <a:solidFill>
                  <a:schemeClr val="tx1"/>
                </a:solidFill>
              </a:defRPr>
            </a:lvl8pPr>
            <a:lvl9pPr marL="0" indent="0">
              <a:defRPr sz="2000">
                <a:solidFill>
                  <a:schemeClr val="tx1"/>
                </a:solidFill>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17" name="Text Placeholder 14">
            <a:extLst>
              <a:ext uri="{FF2B5EF4-FFF2-40B4-BE49-F238E27FC236}">
                <a16:creationId xmlns:a16="http://schemas.microsoft.com/office/drawing/2014/main" id="{44C88DCC-E2CF-4C92-BB09-0F1056975759}"/>
              </a:ext>
            </a:extLst>
          </p:cNvPr>
          <p:cNvSpPr>
            <a:spLocks noGrp="1"/>
          </p:cNvSpPr>
          <p:nvPr>
            <p:ph type="body" sz="quarter" idx="18" hasCustomPrompt="1"/>
          </p:nvPr>
        </p:nvSpPr>
        <p:spPr>
          <a:xfrm>
            <a:off x="345599" y="3405957"/>
            <a:ext cx="2685600" cy="2595600"/>
          </a:xfrm>
        </p:spPr>
        <p:txBody>
          <a:bodyPr>
            <a:noAutofit/>
          </a:bodyPr>
          <a:lstStyle>
            <a:lvl1pPr marL="0" indent="0">
              <a:lnSpc>
                <a:spcPct val="100000"/>
              </a:lnSpc>
              <a:spcBef>
                <a:spcPts val="800"/>
              </a:spcBef>
              <a:spcAft>
                <a:spcPts val="0"/>
              </a:spcAft>
              <a:buNone/>
              <a:defRPr sz="1400">
                <a:solidFill>
                  <a:schemeClr val="tx1"/>
                </a:solidFill>
              </a:defRPr>
            </a:lvl1pPr>
            <a:lvl2pPr marL="239178" indent="0">
              <a:buNone/>
              <a:defRPr sz="1400">
                <a:solidFill>
                  <a:schemeClr val="tx1"/>
                </a:solidFill>
              </a:defRPr>
            </a:lvl2pPr>
            <a:lvl3pPr marL="480471" indent="0">
              <a:buNone/>
              <a:defRPr sz="1400">
                <a:solidFill>
                  <a:schemeClr val="tx1"/>
                </a:solidFill>
              </a:defRPr>
            </a:lvl3pPr>
            <a:lvl4pPr marL="719649" indent="0">
              <a:buNone/>
              <a:defRPr sz="1400">
                <a:solidFill>
                  <a:schemeClr val="tx1"/>
                </a:solidFill>
              </a:defRPr>
            </a:lvl4pPr>
            <a:lvl5pPr marL="958825" indent="0">
              <a:buNone/>
              <a:defRPr sz="140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5" name="Picture Placeholder 4">
            <a:extLst>
              <a:ext uri="{FF2B5EF4-FFF2-40B4-BE49-F238E27FC236}">
                <a16:creationId xmlns:a16="http://schemas.microsoft.com/office/drawing/2014/main" id="{6AD58F12-3A40-4AD6-B65A-AAC2F3E79D69}"/>
              </a:ext>
            </a:extLst>
          </p:cNvPr>
          <p:cNvSpPr>
            <a:spLocks noGrp="1" noChangeAspect="1"/>
          </p:cNvSpPr>
          <p:nvPr>
            <p:ph type="pic" sz="quarter" idx="19"/>
          </p:nvPr>
        </p:nvSpPr>
        <p:spPr>
          <a:xfrm>
            <a:off x="345600" y="1684079"/>
            <a:ext cx="814916" cy="698500"/>
          </a:xfrm>
          <a:noFill/>
        </p:spPr>
        <p:txBody>
          <a:bodyPr bIns="1404000" anchor="t" anchorCtr="0">
            <a:noAutofit/>
          </a:bodyPr>
          <a:lstStyle>
            <a:lvl1pPr marL="0" indent="0" algn="ctr">
              <a:buNone/>
              <a:defRPr sz="1067">
                <a:solidFill>
                  <a:schemeClr val="tx1"/>
                </a:solidFill>
              </a:defRPr>
            </a:lvl1pPr>
          </a:lstStyle>
          <a:p>
            <a:r>
              <a:rPr lang="en-GB" dirty="0"/>
              <a:t>Click icon to add picture</a:t>
            </a:r>
          </a:p>
        </p:txBody>
      </p:sp>
      <p:sp>
        <p:nvSpPr>
          <p:cNvPr id="18" name="Picture Placeholder 4">
            <a:extLst>
              <a:ext uri="{FF2B5EF4-FFF2-40B4-BE49-F238E27FC236}">
                <a16:creationId xmlns:a16="http://schemas.microsoft.com/office/drawing/2014/main" id="{A68EE013-AE2A-4248-8BCF-2E64E6BABDD7}"/>
              </a:ext>
            </a:extLst>
          </p:cNvPr>
          <p:cNvSpPr>
            <a:spLocks noGrp="1" noChangeAspect="1"/>
          </p:cNvSpPr>
          <p:nvPr>
            <p:ph type="pic" sz="quarter" idx="20"/>
          </p:nvPr>
        </p:nvSpPr>
        <p:spPr>
          <a:xfrm>
            <a:off x="3283199" y="1684079"/>
            <a:ext cx="814916" cy="698500"/>
          </a:xfrm>
          <a:noFill/>
        </p:spPr>
        <p:txBody>
          <a:bodyPr bIns="1404000" anchor="t" anchorCtr="0">
            <a:noAutofit/>
          </a:bodyPr>
          <a:lstStyle>
            <a:lvl1pPr marL="0" indent="0" algn="ctr">
              <a:buNone/>
              <a:defRPr sz="1067">
                <a:solidFill>
                  <a:schemeClr val="tx1"/>
                </a:solidFill>
              </a:defRPr>
            </a:lvl1pPr>
          </a:lstStyle>
          <a:p>
            <a:r>
              <a:rPr lang="en-GB" dirty="0"/>
              <a:t>Click icon to add picture</a:t>
            </a:r>
          </a:p>
        </p:txBody>
      </p:sp>
      <p:sp>
        <p:nvSpPr>
          <p:cNvPr id="19" name="Picture Placeholder 4">
            <a:extLst>
              <a:ext uri="{FF2B5EF4-FFF2-40B4-BE49-F238E27FC236}">
                <a16:creationId xmlns:a16="http://schemas.microsoft.com/office/drawing/2014/main" id="{D11CE9E7-F377-4DD8-A11A-DDDEDEC0BC68}"/>
              </a:ext>
            </a:extLst>
          </p:cNvPr>
          <p:cNvSpPr>
            <a:spLocks noGrp="1" noChangeAspect="1"/>
          </p:cNvSpPr>
          <p:nvPr>
            <p:ph type="pic" sz="quarter" idx="21"/>
          </p:nvPr>
        </p:nvSpPr>
        <p:spPr>
          <a:xfrm>
            <a:off x="6220799" y="1684079"/>
            <a:ext cx="814916" cy="698500"/>
          </a:xfrm>
          <a:noFill/>
        </p:spPr>
        <p:txBody>
          <a:bodyPr bIns="1404000" anchor="t" anchorCtr="0">
            <a:noAutofit/>
          </a:bodyPr>
          <a:lstStyle>
            <a:lvl1pPr marL="0" indent="0" algn="ctr">
              <a:buNone/>
              <a:defRPr sz="1067">
                <a:solidFill>
                  <a:schemeClr val="tx1"/>
                </a:solidFill>
              </a:defRPr>
            </a:lvl1pPr>
          </a:lstStyle>
          <a:p>
            <a:r>
              <a:rPr lang="en-GB" dirty="0"/>
              <a:t>Click icon to add picture</a:t>
            </a:r>
          </a:p>
        </p:txBody>
      </p:sp>
      <p:sp>
        <p:nvSpPr>
          <p:cNvPr id="20" name="Picture Placeholder 4">
            <a:extLst>
              <a:ext uri="{FF2B5EF4-FFF2-40B4-BE49-F238E27FC236}">
                <a16:creationId xmlns:a16="http://schemas.microsoft.com/office/drawing/2014/main" id="{C5781105-3433-4B25-8A2C-71205B96E3F9}"/>
              </a:ext>
            </a:extLst>
          </p:cNvPr>
          <p:cNvSpPr>
            <a:spLocks noGrp="1" noChangeAspect="1"/>
          </p:cNvSpPr>
          <p:nvPr>
            <p:ph type="pic" sz="quarter" idx="22"/>
          </p:nvPr>
        </p:nvSpPr>
        <p:spPr>
          <a:xfrm>
            <a:off x="9158400" y="1684079"/>
            <a:ext cx="814916" cy="698500"/>
          </a:xfrm>
          <a:noFill/>
        </p:spPr>
        <p:txBody>
          <a:bodyPr bIns="1404000" anchor="t" anchorCtr="0">
            <a:noAutofit/>
          </a:bodyPr>
          <a:lstStyle>
            <a:lvl1pPr marL="0" indent="0" algn="ctr">
              <a:buNone/>
              <a:defRPr sz="1067">
                <a:solidFill>
                  <a:schemeClr val="tx1"/>
                </a:solidFill>
              </a:defRPr>
            </a:lvl1pPr>
          </a:lstStyle>
          <a:p>
            <a:r>
              <a:rPr lang="en-GB" dirty="0"/>
              <a:t>Click icon to add picture</a:t>
            </a:r>
          </a:p>
        </p:txBody>
      </p:sp>
      <p:sp>
        <p:nvSpPr>
          <p:cNvPr id="21" name="Text Placeholder 14">
            <a:extLst>
              <a:ext uri="{FF2B5EF4-FFF2-40B4-BE49-F238E27FC236}">
                <a16:creationId xmlns:a16="http://schemas.microsoft.com/office/drawing/2014/main" id="{E390B699-9829-4C4D-9271-54B5879B36A4}"/>
              </a:ext>
            </a:extLst>
          </p:cNvPr>
          <p:cNvSpPr>
            <a:spLocks noGrp="1"/>
          </p:cNvSpPr>
          <p:nvPr>
            <p:ph type="body" sz="quarter" idx="23" hasCustomPrompt="1"/>
          </p:nvPr>
        </p:nvSpPr>
        <p:spPr>
          <a:xfrm>
            <a:off x="3283199" y="2692079"/>
            <a:ext cx="2685600" cy="612000"/>
          </a:xfrm>
        </p:spPr>
        <p:txBody>
          <a:bodyPr>
            <a:noAutofit/>
          </a:bodyPr>
          <a:lstStyle>
            <a:lvl1pPr marL="0" indent="0">
              <a:lnSpc>
                <a:spcPct val="100000"/>
              </a:lnSpc>
              <a:spcBef>
                <a:spcPts val="0"/>
              </a:spcBef>
              <a:buNone/>
              <a:defRPr sz="1800">
                <a:solidFill>
                  <a:schemeClr val="tx1"/>
                </a:solidFill>
                <a:latin typeface="+mn-lt"/>
              </a:defRPr>
            </a:lvl1pPr>
            <a:lvl2pPr marL="0" indent="0">
              <a:lnSpc>
                <a:spcPct val="100000"/>
              </a:lnSpc>
              <a:spcBef>
                <a:spcPts val="0"/>
              </a:spcBef>
              <a:buNone/>
              <a:defRPr sz="2000">
                <a:solidFill>
                  <a:schemeClr val="tx1"/>
                </a:solidFill>
                <a:latin typeface="+mn-lt"/>
              </a:defRPr>
            </a:lvl2pPr>
            <a:lvl3pPr marL="0" indent="0">
              <a:buNone/>
              <a:defRPr sz="2000">
                <a:solidFill>
                  <a:schemeClr val="tx1"/>
                </a:solidFill>
                <a:latin typeface="+mn-lt"/>
              </a:defRPr>
            </a:lvl3pPr>
            <a:lvl4pPr marL="0" indent="0">
              <a:buNone/>
              <a:defRPr sz="2000">
                <a:solidFill>
                  <a:schemeClr val="tx1"/>
                </a:solidFill>
                <a:latin typeface="+mn-lt"/>
              </a:defRPr>
            </a:lvl4pPr>
            <a:lvl5pPr marL="0" indent="0">
              <a:buNone/>
              <a:defRPr sz="2000">
                <a:solidFill>
                  <a:schemeClr val="tx1"/>
                </a:solidFill>
                <a:latin typeface="+mn-lt"/>
              </a:defRPr>
            </a:lvl5pPr>
            <a:lvl6pPr marL="0" indent="0">
              <a:defRPr sz="2000">
                <a:solidFill>
                  <a:schemeClr val="tx1"/>
                </a:solidFill>
                <a:latin typeface="+mn-lt"/>
              </a:defRPr>
            </a:lvl6pPr>
            <a:lvl7pPr marL="0" indent="0">
              <a:defRPr sz="2000">
                <a:solidFill>
                  <a:schemeClr val="tx1"/>
                </a:solidFill>
                <a:latin typeface="+mn-lt"/>
              </a:defRPr>
            </a:lvl7pPr>
            <a:lvl8pPr marL="0" indent="0">
              <a:defRPr sz="2000">
                <a:solidFill>
                  <a:schemeClr val="tx1"/>
                </a:solidFill>
                <a:latin typeface="+mn-lt"/>
              </a:defRPr>
            </a:lvl8pPr>
            <a:lvl9pPr marL="0" indent="0">
              <a:defRPr sz="2000">
                <a:solidFill>
                  <a:schemeClr val="tx1"/>
                </a:solidFill>
                <a:latin typeface="+mn-lt"/>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2" name="Text Placeholder 14">
            <a:extLst>
              <a:ext uri="{FF2B5EF4-FFF2-40B4-BE49-F238E27FC236}">
                <a16:creationId xmlns:a16="http://schemas.microsoft.com/office/drawing/2014/main" id="{63A6803F-D4D2-4ED2-A99D-780C639CA58B}"/>
              </a:ext>
            </a:extLst>
          </p:cNvPr>
          <p:cNvSpPr>
            <a:spLocks noGrp="1"/>
          </p:cNvSpPr>
          <p:nvPr>
            <p:ph type="body" sz="quarter" idx="24" hasCustomPrompt="1"/>
          </p:nvPr>
        </p:nvSpPr>
        <p:spPr>
          <a:xfrm>
            <a:off x="3283199" y="3405957"/>
            <a:ext cx="2685600" cy="2595600"/>
          </a:xfrm>
        </p:spPr>
        <p:txBody>
          <a:bodyPr>
            <a:noAutofit/>
          </a:bodyPr>
          <a:lstStyle>
            <a:lvl1pPr marL="0" indent="0">
              <a:lnSpc>
                <a:spcPct val="100000"/>
              </a:lnSpc>
              <a:spcBef>
                <a:spcPts val="800"/>
              </a:spcBef>
              <a:spcAft>
                <a:spcPts val="0"/>
              </a:spcAft>
              <a:buNone/>
              <a:defRPr sz="1400">
                <a:solidFill>
                  <a:schemeClr val="tx1"/>
                </a:solidFill>
              </a:defRPr>
            </a:lvl1pPr>
            <a:lvl2pPr marL="239178" indent="0">
              <a:buNone/>
              <a:defRPr sz="1400">
                <a:solidFill>
                  <a:schemeClr val="tx1"/>
                </a:solidFill>
              </a:defRPr>
            </a:lvl2pPr>
            <a:lvl3pPr marL="480471" indent="0">
              <a:buNone/>
              <a:defRPr sz="1400">
                <a:solidFill>
                  <a:schemeClr val="tx1"/>
                </a:solidFill>
              </a:defRPr>
            </a:lvl3pPr>
            <a:lvl4pPr marL="719649" indent="0">
              <a:buNone/>
              <a:defRPr sz="1400">
                <a:solidFill>
                  <a:schemeClr val="tx1"/>
                </a:solidFill>
              </a:defRPr>
            </a:lvl4pPr>
            <a:lvl5pPr marL="958825" indent="0">
              <a:buNone/>
              <a:defRPr sz="140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3" name="Text Placeholder 14">
            <a:extLst>
              <a:ext uri="{FF2B5EF4-FFF2-40B4-BE49-F238E27FC236}">
                <a16:creationId xmlns:a16="http://schemas.microsoft.com/office/drawing/2014/main" id="{EF14BB3F-0B6E-49DE-98D5-69F9B40A1CCF}"/>
              </a:ext>
            </a:extLst>
          </p:cNvPr>
          <p:cNvSpPr>
            <a:spLocks noGrp="1"/>
          </p:cNvSpPr>
          <p:nvPr>
            <p:ph type="body" sz="quarter" idx="25" hasCustomPrompt="1"/>
          </p:nvPr>
        </p:nvSpPr>
        <p:spPr>
          <a:xfrm>
            <a:off x="6220799" y="2692079"/>
            <a:ext cx="2685600" cy="612000"/>
          </a:xfrm>
        </p:spPr>
        <p:txBody>
          <a:bodyPr>
            <a:noAutofit/>
          </a:bodyPr>
          <a:lstStyle>
            <a:lvl1pPr marL="0" indent="0">
              <a:lnSpc>
                <a:spcPct val="100000"/>
              </a:lnSpc>
              <a:spcBef>
                <a:spcPts val="0"/>
              </a:spcBef>
              <a:buNone/>
              <a:defRPr sz="1800">
                <a:solidFill>
                  <a:schemeClr val="tx1"/>
                </a:solidFill>
                <a:latin typeface="+mn-lt"/>
              </a:defRPr>
            </a:lvl1pPr>
            <a:lvl2pPr marL="239178" indent="0">
              <a:lnSpc>
                <a:spcPct val="100000"/>
              </a:lnSpc>
              <a:spcBef>
                <a:spcPts val="0"/>
              </a:spcBef>
              <a:buNone/>
              <a:defRPr sz="2000">
                <a:solidFill>
                  <a:schemeClr val="tx1"/>
                </a:solidFill>
                <a:latin typeface="+mn-lt"/>
              </a:defRPr>
            </a:lvl2pPr>
            <a:lvl3pPr marL="480471" indent="0">
              <a:buNone/>
              <a:defRPr sz="2000">
                <a:solidFill>
                  <a:schemeClr val="tx1"/>
                </a:solidFill>
                <a:latin typeface="+mn-lt"/>
              </a:defRPr>
            </a:lvl3pPr>
            <a:lvl4pPr marL="719649" indent="0">
              <a:buNone/>
              <a:defRPr sz="2000">
                <a:solidFill>
                  <a:schemeClr val="tx1"/>
                </a:solidFill>
                <a:latin typeface="+mn-lt"/>
              </a:defRPr>
            </a:lvl4pPr>
            <a:lvl5pPr marL="958825" indent="0">
              <a:buNone/>
              <a:defRPr sz="2000">
                <a:solidFill>
                  <a:schemeClr val="tx1"/>
                </a:solidFill>
                <a:latin typeface="+mn-lt"/>
              </a:defRPr>
            </a:lvl5pPr>
            <a:lvl6pPr>
              <a:defRPr sz="2000">
                <a:solidFill>
                  <a:schemeClr val="tx1"/>
                </a:solidFill>
                <a:latin typeface="+mn-lt"/>
              </a:defRPr>
            </a:lvl6pPr>
            <a:lvl7pPr>
              <a:defRPr sz="2000">
                <a:solidFill>
                  <a:schemeClr val="tx1"/>
                </a:solidFill>
                <a:latin typeface="+mn-lt"/>
              </a:defRPr>
            </a:lvl7pPr>
            <a:lvl8pPr>
              <a:defRPr sz="2000">
                <a:solidFill>
                  <a:schemeClr val="tx1"/>
                </a:solidFill>
                <a:latin typeface="+mn-lt"/>
              </a:defRPr>
            </a:lvl8pPr>
            <a:lvl9pPr>
              <a:defRPr sz="2000">
                <a:solidFill>
                  <a:schemeClr val="tx1"/>
                </a:solidFill>
                <a:latin typeface="+mn-lt"/>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4" name="Text Placeholder 14">
            <a:extLst>
              <a:ext uri="{FF2B5EF4-FFF2-40B4-BE49-F238E27FC236}">
                <a16:creationId xmlns:a16="http://schemas.microsoft.com/office/drawing/2014/main" id="{FE678802-AB38-4C6E-AE7F-BDD84189529D}"/>
              </a:ext>
            </a:extLst>
          </p:cNvPr>
          <p:cNvSpPr>
            <a:spLocks noGrp="1"/>
          </p:cNvSpPr>
          <p:nvPr>
            <p:ph type="body" sz="quarter" idx="26" hasCustomPrompt="1"/>
          </p:nvPr>
        </p:nvSpPr>
        <p:spPr>
          <a:xfrm>
            <a:off x="6220799" y="3405957"/>
            <a:ext cx="2685600" cy="2595600"/>
          </a:xfrm>
        </p:spPr>
        <p:txBody>
          <a:bodyPr>
            <a:noAutofit/>
          </a:bodyPr>
          <a:lstStyle>
            <a:lvl1pPr marL="0" indent="0">
              <a:lnSpc>
                <a:spcPct val="100000"/>
              </a:lnSpc>
              <a:spcBef>
                <a:spcPts val="800"/>
              </a:spcBef>
              <a:spcAft>
                <a:spcPts val="0"/>
              </a:spcAft>
              <a:buNone/>
              <a:defRPr sz="1400">
                <a:solidFill>
                  <a:schemeClr val="tx1"/>
                </a:solidFill>
              </a:defRPr>
            </a:lvl1pPr>
            <a:lvl2pPr marL="239178" indent="0">
              <a:buNone/>
              <a:defRPr sz="1400">
                <a:solidFill>
                  <a:schemeClr val="tx1"/>
                </a:solidFill>
              </a:defRPr>
            </a:lvl2pPr>
            <a:lvl3pPr marL="480471" indent="0">
              <a:buNone/>
              <a:defRPr sz="1400">
                <a:solidFill>
                  <a:schemeClr val="tx1"/>
                </a:solidFill>
              </a:defRPr>
            </a:lvl3pPr>
            <a:lvl4pPr marL="719649" indent="0">
              <a:buNone/>
              <a:defRPr sz="1400">
                <a:solidFill>
                  <a:schemeClr val="tx1"/>
                </a:solidFill>
              </a:defRPr>
            </a:lvl4pPr>
            <a:lvl5pPr marL="958825" indent="0">
              <a:buNone/>
              <a:defRPr sz="140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5" name="Text Placeholder 14">
            <a:extLst>
              <a:ext uri="{FF2B5EF4-FFF2-40B4-BE49-F238E27FC236}">
                <a16:creationId xmlns:a16="http://schemas.microsoft.com/office/drawing/2014/main" id="{92B200A8-A390-4184-A558-D2CFC7EE0D33}"/>
              </a:ext>
            </a:extLst>
          </p:cNvPr>
          <p:cNvSpPr>
            <a:spLocks noGrp="1"/>
          </p:cNvSpPr>
          <p:nvPr>
            <p:ph type="body" sz="quarter" idx="27" hasCustomPrompt="1"/>
          </p:nvPr>
        </p:nvSpPr>
        <p:spPr>
          <a:xfrm>
            <a:off x="9158400" y="2692079"/>
            <a:ext cx="2685600" cy="612000"/>
          </a:xfrm>
        </p:spPr>
        <p:txBody>
          <a:bodyPr>
            <a:noAutofit/>
          </a:bodyPr>
          <a:lstStyle>
            <a:lvl1pPr marL="0" indent="0">
              <a:lnSpc>
                <a:spcPct val="100000"/>
              </a:lnSpc>
              <a:spcBef>
                <a:spcPts val="0"/>
              </a:spcBef>
              <a:buNone/>
              <a:defRPr sz="1800">
                <a:solidFill>
                  <a:schemeClr val="tx1"/>
                </a:solidFill>
                <a:latin typeface="+mn-lt"/>
              </a:defRPr>
            </a:lvl1pPr>
            <a:lvl2pPr marL="239178" indent="0">
              <a:lnSpc>
                <a:spcPct val="100000"/>
              </a:lnSpc>
              <a:spcBef>
                <a:spcPts val="0"/>
              </a:spcBef>
              <a:buNone/>
              <a:defRPr sz="2000">
                <a:solidFill>
                  <a:schemeClr val="tx1"/>
                </a:solidFill>
                <a:latin typeface="+mn-lt"/>
              </a:defRPr>
            </a:lvl2pPr>
            <a:lvl3pPr marL="480471" indent="0">
              <a:buNone/>
              <a:defRPr sz="2000">
                <a:solidFill>
                  <a:schemeClr val="tx1"/>
                </a:solidFill>
                <a:latin typeface="+mn-lt"/>
              </a:defRPr>
            </a:lvl3pPr>
            <a:lvl4pPr marL="719649" indent="0">
              <a:buNone/>
              <a:defRPr sz="2000">
                <a:solidFill>
                  <a:schemeClr val="tx1"/>
                </a:solidFill>
                <a:latin typeface="+mn-lt"/>
              </a:defRPr>
            </a:lvl4pPr>
            <a:lvl5pPr marL="958825" indent="0">
              <a:buNone/>
              <a:defRPr sz="2000">
                <a:solidFill>
                  <a:schemeClr val="tx1"/>
                </a:solidFill>
                <a:latin typeface="+mn-lt"/>
              </a:defRPr>
            </a:lvl5pPr>
            <a:lvl6pPr>
              <a:defRPr sz="2000">
                <a:solidFill>
                  <a:schemeClr val="tx1"/>
                </a:solidFill>
                <a:latin typeface="+mn-lt"/>
              </a:defRPr>
            </a:lvl6pPr>
            <a:lvl7pPr>
              <a:defRPr sz="2000">
                <a:solidFill>
                  <a:schemeClr val="tx1"/>
                </a:solidFill>
                <a:latin typeface="+mn-lt"/>
              </a:defRPr>
            </a:lvl7pPr>
            <a:lvl8pPr>
              <a:defRPr sz="2000">
                <a:solidFill>
                  <a:schemeClr val="tx1"/>
                </a:solidFill>
                <a:latin typeface="+mn-lt"/>
              </a:defRPr>
            </a:lvl8pPr>
            <a:lvl9pPr>
              <a:defRPr sz="2000">
                <a:solidFill>
                  <a:schemeClr val="tx1"/>
                </a:solidFill>
                <a:latin typeface="+mn-lt"/>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6" name="Text Placeholder 14">
            <a:extLst>
              <a:ext uri="{FF2B5EF4-FFF2-40B4-BE49-F238E27FC236}">
                <a16:creationId xmlns:a16="http://schemas.microsoft.com/office/drawing/2014/main" id="{A3730497-CA66-4CCE-9128-3C544C7579BE}"/>
              </a:ext>
            </a:extLst>
          </p:cNvPr>
          <p:cNvSpPr>
            <a:spLocks noGrp="1"/>
          </p:cNvSpPr>
          <p:nvPr>
            <p:ph type="body" sz="quarter" idx="28" hasCustomPrompt="1"/>
          </p:nvPr>
        </p:nvSpPr>
        <p:spPr>
          <a:xfrm>
            <a:off x="9158400" y="3405957"/>
            <a:ext cx="2685600" cy="2595600"/>
          </a:xfrm>
        </p:spPr>
        <p:txBody>
          <a:bodyPr>
            <a:noAutofit/>
          </a:bodyPr>
          <a:lstStyle>
            <a:lvl1pPr marL="0" indent="0">
              <a:lnSpc>
                <a:spcPct val="100000"/>
              </a:lnSpc>
              <a:spcBef>
                <a:spcPts val="800"/>
              </a:spcBef>
              <a:spcAft>
                <a:spcPts val="0"/>
              </a:spcAft>
              <a:buNone/>
              <a:defRPr sz="1400">
                <a:solidFill>
                  <a:schemeClr val="tx1"/>
                </a:solidFill>
              </a:defRPr>
            </a:lvl1pPr>
            <a:lvl2pPr marL="239178" indent="0">
              <a:buNone/>
              <a:defRPr sz="1400">
                <a:solidFill>
                  <a:schemeClr val="tx1"/>
                </a:solidFill>
              </a:defRPr>
            </a:lvl2pPr>
            <a:lvl3pPr marL="480471" indent="0">
              <a:buNone/>
              <a:defRPr sz="1400">
                <a:solidFill>
                  <a:schemeClr val="tx1"/>
                </a:solidFill>
              </a:defRPr>
            </a:lvl3pPr>
            <a:lvl4pPr marL="719649" indent="0">
              <a:buNone/>
              <a:defRPr sz="1400">
                <a:solidFill>
                  <a:schemeClr val="tx1"/>
                </a:solidFill>
              </a:defRPr>
            </a:lvl4pPr>
            <a:lvl5pPr marL="958825" indent="0">
              <a:buNone/>
              <a:defRPr sz="1400">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4" name="tieto logo">
            <a:extLst>
              <a:ext uri="{FF2B5EF4-FFF2-40B4-BE49-F238E27FC236}">
                <a16:creationId xmlns:a16="http://schemas.microsoft.com/office/drawing/2014/main" id="{51E8AA89-9A55-A144-FB9A-A6B12DD9E1E4}"/>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8" name="Date Placeholder 7" hidden="1">
            <a:extLst>
              <a:ext uri="{FF2B5EF4-FFF2-40B4-BE49-F238E27FC236}">
                <a16:creationId xmlns:a16="http://schemas.microsoft.com/office/drawing/2014/main" id="{16E74D56-F0A3-4B2C-EB1B-37045DF99E55}"/>
              </a:ext>
            </a:extLst>
          </p:cNvPr>
          <p:cNvSpPr>
            <a:spLocks noGrp="1"/>
          </p:cNvSpPr>
          <p:nvPr>
            <p:ph type="dt" sz="half" idx="29"/>
          </p:nvPr>
        </p:nvSpPr>
        <p:spPr/>
        <p:txBody>
          <a:bodyPr/>
          <a:lstStyle>
            <a:lvl1pPr>
              <a:defRPr>
                <a:solidFill>
                  <a:schemeClr val="accent6">
                    <a:lumMod val="60000"/>
                    <a:lumOff val="40000"/>
                  </a:schemeClr>
                </a:solidFill>
              </a:defRPr>
            </a:lvl1pPr>
          </a:lstStyle>
          <a:p>
            <a:fld id="{A7FAAAC6-6C2E-485D-86F4-CF0D88AD3775}" type="datetime3">
              <a:rPr lang="en-GB" smtClean="0"/>
              <a:t>21 July, 2026</a:t>
            </a:fld>
            <a:endParaRPr lang="en-GB" dirty="0"/>
          </a:p>
        </p:txBody>
      </p:sp>
      <p:sp>
        <p:nvSpPr>
          <p:cNvPr id="10" name="Footer Placeholder 9">
            <a:extLst>
              <a:ext uri="{FF2B5EF4-FFF2-40B4-BE49-F238E27FC236}">
                <a16:creationId xmlns:a16="http://schemas.microsoft.com/office/drawing/2014/main" id="{6F48C9C5-CDCF-EDE3-CB7A-8E16608B1818}"/>
              </a:ext>
            </a:extLst>
          </p:cNvPr>
          <p:cNvSpPr>
            <a:spLocks noGrp="1"/>
          </p:cNvSpPr>
          <p:nvPr>
            <p:ph type="ftr" sz="quarter" idx="30"/>
          </p:nvPr>
        </p:nvSpPr>
        <p:spPr/>
        <p:txBody>
          <a:bodyPr/>
          <a:lstStyle>
            <a:lvl1pPr>
              <a:defRPr>
                <a:solidFill>
                  <a:schemeClr val="accent6">
                    <a:lumMod val="60000"/>
                    <a:lumOff val="40000"/>
                  </a:schemeClr>
                </a:solidFill>
              </a:defRPr>
            </a:lvl1pPr>
          </a:lstStyle>
          <a:p>
            <a:r>
              <a:rPr lang="en-GB" dirty="0"/>
              <a:t>Confidential</a:t>
            </a:r>
          </a:p>
        </p:txBody>
      </p:sp>
      <p:sp>
        <p:nvSpPr>
          <p:cNvPr id="9" name="Slide Number Placeholder 8">
            <a:extLst>
              <a:ext uri="{FF2B5EF4-FFF2-40B4-BE49-F238E27FC236}">
                <a16:creationId xmlns:a16="http://schemas.microsoft.com/office/drawing/2014/main" id="{535FA7A1-11B4-40F4-A8CD-4F86F2596675}"/>
              </a:ext>
            </a:extLst>
          </p:cNvPr>
          <p:cNvSpPr>
            <a:spLocks noGrp="1"/>
          </p:cNvSpPr>
          <p:nvPr>
            <p:ph type="sldNum" sz="quarter" idx="16"/>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810925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09" userDrawn="1">
          <p15:clr>
            <a:srgbClr val="A4A3A4"/>
          </p15:clr>
        </p15:guide>
        <p15:guide id="2" pos="2068" userDrawn="1">
          <p15:clr>
            <a:srgbClr val="A4A3A4"/>
          </p15:clr>
        </p15:guide>
        <p15:guide id="3" pos="3918" userDrawn="1">
          <p15:clr>
            <a:srgbClr val="A4A3A4"/>
          </p15:clr>
        </p15:guide>
        <p15:guide id="4" pos="5769" userDrawn="1">
          <p15:clr>
            <a:srgbClr val="A4A3A4"/>
          </p15:clr>
        </p15:guide>
        <p15:guide id="5" pos="3759" userDrawn="1">
          <p15:clr>
            <a:srgbClr val="A4A3A4"/>
          </p15:clr>
        </p15:guide>
        <p15:guide id="6" pos="5610" userDrawn="1">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images and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384"/>
            <a:ext cx="11498400" cy="802800"/>
          </a:xfrm>
        </p:spPr>
        <p:txBody>
          <a:bodyPr/>
          <a:lstStyle>
            <a:lvl1pPr>
              <a:defRPr sz="3200">
                <a:solidFill>
                  <a:schemeClr val="accent3"/>
                </a:solidFill>
              </a:defRPr>
            </a:lvl1pPr>
          </a:lstStyle>
          <a:p>
            <a:r>
              <a:rPr lang="en-GB" dirty="0"/>
              <a:t>Click to add title</a:t>
            </a:r>
          </a:p>
        </p:txBody>
      </p:sp>
      <p:sp>
        <p:nvSpPr>
          <p:cNvPr id="12" name="Text Placeholder 14">
            <a:extLst>
              <a:ext uri="{FF2B5EF4-FFF2-40B4-BE49-F238E27FC236}">
                <a16:creationId xmlns:a16="http://schemas.microsoft.com/office/drawing/2014/main" id="{E9B8376A-3F2F-4D41-BC8B-1C25749381A6}"/>
              </a:ext>
            </a:extLst>
          </p:cNvPr>
          <p:cNvSpPr>
            <a:spLocks noGrp="1"/>
          </p:cNvSpPr>
          <p:nvPr>
            <p:ph type="body" sz="quarter" idx="17" hasCustomPrompt="1"/>
          </p:nvPr>
        </p:nvSpPr>
        <p:spPr>
          <a:xfrm>
            <a:off x="345600" y="2692584"/>
            <a:ext cx="2685600" cy="612000"/>
          </a:xfrm>
        </p:spPr>
        <p:txBody>
          <a:bodyPr>
            <a:noAutofit/>
          </a:bodyPr>
          <a:lstStyle>
            <a:lvl1pPr marL="0" indent="0">
              <a:lnSpc>
                <a:spcPct val="100000"/>
              </a:lnSpc>
              <a:spcBef>
                <a:spcPts val="0"/>
              </a:spcBef>
              <a:buNone/>
              <a:defRPr sz="1800">
                <a:solidFill>
                  <a:schemeClr val="tx1"/>
                </a:solidFill>
                <a:latin typeface="+mn-lt"/>
              </a:defRPr>
            </a:lvl1pPr>
            <a:lvl2pPr marL="0" indent="0">
              <a:lnSpc>
                <a:spcPct val="100000"/>
              </a:lnSpc>
              <a:spcBef>
                <a:spcPts val="0"/>
              </a:spcBef>
              <a:buNone/>
              <a:defRPr sz="2000">
                <a:solidFill>
                  <a:schemeClr val="tx1"/>
                </a:solidFill>
                <a:latin typeface="+mn-lt"/>
              </a:defRPr>
            </a:lvl2pPr>
            <a:lvl3pPr marL="0" indent="0">
              <a:spcBef>
                <a:spcPts val="0"/>
              </a:spcBef>
              <a:buNone/>
              <a:defRPr sz="2000">
                <a:solidFill>
                  <a:schemeClr val="tx1"/>
                </a:solidFill>
                <a:latin typeface="+mn-lt"/>
              </a:defRPr>
            </a:lvl3pPr>
            <a:lvl4pPr marL="0" indent="0">
              <a:spcBef>
                <a:spcPts val="0"/>
              </a:spcBef>
              <a:buNone/>
              <a:defRPr sz="2000">
                <a:solidFill>
                  <a:schemeClr val="tx1"/>
                </a:solidFill>
                <a:latin typeface="+mn-lt"/>
              </a:defRPr>
            </a:lvl4pPr>
            <a:lvl5pPr marL="0" indent="0">
              <a:spcBef>
                <a:spcPts val="0"/>
              </a:spcBef>
              <a:buNone/>
              <a:defRPr sz="2000">
                <a:solidFill>
                  <a:schemeClr val="tx1"/>
                </a:solidFill>
                <a:latin typeface="+mn-lt"/>
              </a:defRPr>
            </a:lvl5pPr>
            <a:lvl6pPr marL="0">
              <a:spcBef>
                <a:spcPts val="0"/>
              </a:spcBef>
              <a:defRPr sz="2000">
                <a:solidFill>
                  <a:schemeClr val="tx1"/>
                </a:solidFill>
                <a:latin typeface="+mn-lt"/>
              </a:defRPr>
            </a:lvl6pPr>
            <a:lvl7pPr marL="0">
              <a:spcBef>
                <a:spcPts val="0"/>
              </a:spcBef>
              <a:defRPr sz="2000">
                <a:solidFill>
                  <a:schemeClr val="tx1"/>
                </a:solidFill>
                <a:latin typeface="+mn-lt"/>
              </a:defRPr>
            </a:lvl7pPr>
            <a:lvl8pPr marL="0">
              <a:spcBef>
                <a:spcPts val="0"/>
              </a:spcBef>
              <a:defRPr sz="2000">
                <a:solidFill>
                  <a:schemeClr val="tx1"/>
                </a:solidFill>
                <a:latin typeface="+mn-lt"/>
              </a:defRPr>
            </a:lvl8pPr>
            <a:lvl9pPr marL="0">
              <a:spcBef>
                <a:spcPts val="0"/>
              </a:spcBef>
              <a:defRPr sz="2000">
                <a:solidFill>
                  <a:schemeClr val="tx1"/>
                </a:solidFill>
                <a:latin typeface="+mn-lt"/>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17" name="Text Placeholder 14">
            <a:extLst>
              <a:ext uri="{FF2B5EF4-FFF2-40B4-BE49-F238E27FC236}">
                <a16:creationId xmlns:a16="http://schemas.microsoft.com/office/drawing/2014/main" id="{44C88DCC-E2CF-4C92-BB09-0F1056975759}"/>
              </a:ext>
            </a:extLst>
          </p:cNvPr>
          <p:cNvSpPr>
            <a:spLocks noGrp="1"/>
          </p:cNvSpPr>
          <p:nvPr>
            <p:ph type="body" sz="quarter" idx="18" hasCustomPrompt="1"/>
          </p:nvPr>
        </p:nvSpPr>
        <p:spPr>
          <a:xfrm>
            <a:off x="345599" y="3406462"/>
            <a:ext cx="2685600" cy="2595600"/>
          </a:xfrm>
        </p:spPr>
        <p:txBody>
          <a:bodyPr>
            <a:noAutofit/>
          </a:bodyPr>
          <a:lstStyle>
            <a:lvl1pPr marL="0" indent="0">
              <a:lnSpc>
                <a:spcPct val="100000"/>
              </a:lnSpc>
              <a:spcBef>
                <a:spcPts val="800"/>
              </a:spcBef>
              <a:buNone/>
              <a:defRPr sz="1400">
                <a:solidFill>
                  <a:schemeClr val="tx1"/>
                </a:solidFill>
              </a:defRPr>
            </a:lvl1pPr>
            <a:lvl2pPr marL="239178" indent="0">
              <a:buNone/>
              <a:defRPr sz="1400"/>
            </a:lvl2pPr>
            <a:lvl3pPr marL="480471" indent="0">
              <a:buNone/>
              <a:defRPr sz="1400"/>
            </a:lvl3pPr>
            <a:lvl4pPr marL="719649" indent="0">
              <a:buNone/>
              <a:defRPr sz="1400"/>
            </a:lvl4pPr>
            <a:lvl5pPr marL="958825" indent="0">
              <a:buNone/>
              <a:defRPr sz="1400"/>
            </a:lvl5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5" name="Picture Placeholder 4">
            <a:extLst>
              <a:ext uri="{FF2B5EF4-FFF2-40B4-BE49-F238E27FC236}">
                <a16:creationId xmlns:a16="http://schemas.microsoft.com/office/drawing/2014/main" id="{6AD58F12-3A40-4AD6-B65A-AAC2F3E79D69}"/>
              </a:ext>
            </a:extLst>
          </p:cNvPr>
          <p:cNvSpPr>
            <a:spLocks noGrp="1" noChangeAspect="1"/>
          </p:cNvSpPr>
          <p:nvPr>
            <p:ph type="pic" sz="quarter" idx="19"/>
          </p:nvPr>
        </p:nvSpPr>
        <p:spPr>
          <a:xfrm>
            <a:off x="345600" y="1684584"/>
            <a:ext cx="814916" cy="698500"/>
          </a:xfrm>
          <a:noFill/>
        </p:spPr>
        <p:txBody>
          <a:bodyPr bIns="1404000" anchor="t" anchorCtr="0">
            <a:noAutofit/>
          </a:bodyPr>
          <a:lstStyle>
            <a:lvl1pPr marL="0" indent="0" algn="ctr">
              <a:buNone/>
              <a:defRPr sz="1067">
                <a:solidFill>
                  <a:schemeClr val="tx1"/>
                </a:solidFill>
              </a:defRPr>
            </a:lvl1pPr>
          </a:lstStyle>
          <a:p>
            <a:r>
              <a:rPr lang="en-GB" dirty="0"/>
              <a:t>Click icon to add picture</a:t>
            </a:r>
          </a:p>
        </p:txBody>
      </p:sp>
      <p:sp>
        <p:nvSpPr>
          <p:cNvPr id="18" name="Picture Placeholder 4">
            <a:extLst>
              <a:ext uri="{FF2B5EF4-FFF2-40B4-BE49-F238E27FC236}">
                <a16:creationId xmlns:a16="http://schemas.microsoft.com/office/drawing/2014/main" id="{A68EE013-AE2A-4248-8BCF-2E64E6BABDD7}"/>
              </a:ext>
            </a:extLst>
          </p:cNvPr>
          <p:cNvSpPr>
            <a:spLocks noGrp="1" noChangeAspect="1"/>
          </p:cNvSpPr>
          <p:nvPr>
            <p:ph type="pic" sz="quarter" idx="20"/>
          </p:nvPr>
        </p:nvSpPr>
        <p:spPr>
          <a:xfrm>
            <a:off x="3283200" y="1684584"/>
            <a:ext cx="814916" cy="698500"/>
          </a:xfrm>
          <a:noFill/>
        </p:spPr>
        <p:txBody>
          <a:bodyPr bIns="1404000" anchor="t" anchorCtr="0">
            <a:noAutofit/>
          </a:bodyPr>
          <a:lstStyle>
            <a:lvl1pPr marL="0" indent="0" algn="ctr">
              <a:buNone/>
              <a:defRPr sz="1067">
                <a:solidFill>
                  <a:schemeClr val="tx1"/>
                </a:solidFill>
              </a:defRPr>
            </a:lvl1pPr>
          </a:lstStyle>
          <a:p>
            <a:r>
              <a:rPr lang="en-GB" dirty="0"/>
              <a:t>Click icon to add picture</a:t>
            </a:r>
          </a:p>
        </p:txBody>
      </p:sp>
      <p:sp>
        <p:nvSpPr>
          <p:cNvPr id="19" name="Picture Placeholder 4">
            <a:extLst>
              <a:ext uri="{FF2B5EF4-FFF2-40B4-BE49-F238E27FC236}">
                <a16:creationId xmlns:a16="http://schemas.microsoft.com/office/drawing/2014/main" id="{D11CE9E7-F377-4DD8-A11A-DDDEDEC0BC68}"/>
              </a:ext>
            </a:extLst>
          </p:cNvPr>
          <p:cNvSpPr>
            <a:spLocks noGrp="1" noChangeAspect="1"/>
          </p:cNvSpPr>
          <p:nvPr>
            <p:ph type="pic" sz="quarter" idx="21"/>
          </p:nvPr>
        </p:nvSpPr>
        <p:spPr>
          <a:xfrm>
            <a:off x="6220800" y="1684584"/>
            <a:ext cx="814916" cy="698500"/>
          </a:xfrm>
          <a:noFill/>
        </p:spPr>
        <p:txBody>
          <a:bodyPr bIns="1404000" anchor="t" anchorCtr="0">
            <a:noAutofit/>
          </a:bodyPr>
          <a:lstStyle>
            <a:lvl1pPr marL="0" indent="0" algn="ctr">
              <a:buNone/>
              <a:defRPr sz="1067">
                <a:solidFill>
                  <a:schemeClr val="tx1"/>
                </a:solidFill>
              </a:defRPr>
            </a:lvl1pPr>
          </a:lstStyle>
          <a:p>
            <a:r>
              <a:rPr lang="en-GB" dirty="0"/>
              <a:t>Click icon to add picture</a:t>
            </a:r>
          </a:p>
        </p:txBody>
      </p:sp>
      <p:sp>
        <p:nvSpPr>
          <p:cNvPr id="20" name="Picture Placeholder 4">
            <a:extLst>
              <a:ext uri="{FF2B5EF4-FFF2-40B4-BE49-F238E27FC236}">
                <a16:creationId xmlns:a16="http://schemas.microsoft.com/office/drawing/2014/main" id="{C5781105-3433-4B25-8A2C-71205B96E3F9}"/>
              </a:ext>
            </a:extLst>
          </p:cNvPr>
          <p:cNvSpPr>
            <a:spLocks noGrp="1" noChangeAspect="1"/>
          </p:cNvSpPr>
          <p:nvPr>
            <p:ph type="pic" sz="quarter" idx="22"/>
          </p:nvPr>
        </p:nvSpPr>
        <p:spPr>
          <a:xfrm>
            <a:off x="9158400" y="1684584"/>
            <a:ext cx="814916" cy="698500"/>
          </a:xfrm>
          <a:noFill/>
        </p:spPr>
        <p:txBody>
          <a:bodyPr bIns="1404000" anchor="t" anchorCtr="0">
            <a:noAutofit/>
          </a:bodyPr>
          <a:lstStyle>
            <a:lvl1pPr marL="0" indent="0" algn="ctr">
              <a:buNone/>
              <a:defRPr sz="1067">
                <a:solidFill>
                  <a:schemeClr val="tx1"/>
                </a:solidFill>
              </a:defRPr>
            </a:lvl1pPr>
          </a:lstStyle>
          <a:p>
            <a:r>
              <a:rPr lang="en-GB" dirty="0"/>
              <a:t>Click icon to add picture</a:t>
            </a:r>
          </a:p>
        </p:txBody>
      </p:sp>
      <p:sp>
        <p:nvSpPr>
          <p:cNvPr id="21" name="Text Placeholder 14">
            <a:extLst>
              <a:ext uri="{FF2B5EF4-FFF2-40B4-BE49-F238E27FC236}">
                <a16:creationId xmlns:a16="http://schemas.microsoft.com/office/drawing/2014/main" id="{E390B699-9829-4C4D-9271-54B5879B36A4}"/>
              </a:ext>
            </a:extLst>
          </p:cNvPr>
          <p:cNvSpPr>
            <a:spLocks noGrp="1"/>
          </p:cNvSpPr>
          <p:nvPr>
            <p:ph type="body" sz="quarter" idx="23" hasCustomPrompt="1"/>
          </p:nvPr>
        </p:nvSpPr>
        <p:spPr>
          <a:xfrm>
            <a:off x="3283200" y="2692584"/>
            <a:ext cx="2685600" cy="612000"/>
          </a:xfrm>
        </p:spPr>
        <p:txBody>
          <a:bodyPr>
            <a:noAutofit/>
          </a:bodyPr>
          <a:lstStyle>
            <a:lvl1pPr marL="0" indent="0">
              <a:lnSpc>
                <a:spcPct val="100000"/>
              </a:lnSpc>
              <a:spcBef>
                <a:spcPts val="0"/>
              </a:spcBef>
              <a:buNone/>
              <a:defRPr sz="1800">
                <a:solidFill>
                  <a:schemeClr val="tx1"/>
                </a:solidFill>
                <a:latin typeface="+mn-lt"/>
              </a:defRPr>
            </a:lvl1pPr>
            <a:lvl2pPr marL="0" indent="0">
              <a:lnSpc>
                <a:spcPct val="100000"/>
              </a:lnSpc>
              <a:spcBef>
                <a:spcPts val="0"/>
              </a:spcBef>
              <a:buNone/>
              <a:defRPr sz="2000">
                <a:solidFill>
                  <a:schemeClr val="tx1"/>
                </a:solidFill>
                <a:latin typeface="+mn-lt"/>
              </a:defRPr>
            </a:lvl2pPr>
            <a:lvl3pPr marL="0" indent="0">
              <a:spcBef>
                <a:spcPts val="0"/>
              </a:spcBef>
              <a:buNone/>
              <a:defRPr sz="2000">
                <a:solidFill>
                  <a:schemeClr val="tx1"/>
                </a:solidFill>
                <a:latin typeface="+mn-lt"/>
              </a:defRPr>
            </a:lvl3pPr>
            <a:lvl4pPr marL="0" indent="0">
              <a:spcBef>
                <a:spcPts val="0"/>
              </a:spcBef>
              <a:buNone/>
              <a:defRPr sz="2000">
                <a:solidFill>
                  <a:schemeClr val="tx1"/>
                </a:solidFill>
                <a:latin typeface="+mn-lt"/>
              </a:defRPr>
            </a:lvl4pPr>
            <a:lvl5pPr marL="0" indent="0">
              <a:spcBef>
                <a:spcPts val="0"/>
              </a:spcBef>
              <a:buNone/>
              <a:defRPr sz="2000">
                <a:solidFill>
                  <a:schemeClr val="tx1"/>
                </a:solidFill>
                <a:latin typeface="+mn-lt"/>
              </a:defRPr>
            </a:lvl5pPr>
            <a:lvl6pPr marL="0">
              <a:spcBef>
                <a:spcPts val="0"/>
              </a:spcBef>
              <a:defRPr sz="2000">
                <a:solidFill>
                  <a:schemeClr val="tx1"/>
                </a:solidFill>
                <a:latin typeface="+mn-lt"/>
              </a:defRPr>
            </a:lvl6pPr>
            <a:lvl7pPr marL="0">
              <a:spcBef>
                <a:spcPts val="0"/>
              </a:spcBef>
              <a:defRPr sz="2000">
                <a:solidFill>
                  <a:schemeClr val="tx1"/>
                </a:solidFill>
                <a:latin typeface="+mn-lt"/>
              </a:defRPr>
            </a:lvl7pPr>
            <a:lvl8pPr marL="0">
              <a:spcBef>
                <a:spcPts val="0"/>
              </a:spcBef>
              <a:defRPr sz="2000">
                <a:solidFill>
                  <a:schemeClr val="tx1"/>
                </a:solidFill>
                <a:latin typeface="+mn-lt"/>
              </a:defRPr>
            </a:lvl8pPr>
            <a:lvl9pPr marL="0">
              <a:spcBef>
                <a:spcPts val="0"/>
              </a:spcBef>
              <a:defRPr sz="2000">
                <a:solidFill>
                  <a:schemeClr val="tx1"/>
                </a:solidFill>
                <a:latin typeface="+mn-lt"/>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2" name="Text Placeholder 14">
            <a:extLst>
              <a:ext uri="{FF2B5EF4-FFF2-40B4-BE49-F238E27FC236}">
                <a16:creationId xmlns:a16="http://schemas.microsoft.com/office/drawing/2014/main" id="{63A6803F-D4D2-4ED2-A99D-780C639CA58B}"/>
              </a:ext>
            </a:extLst>
          </p:cNvPr>
          <p:cNvSpPr>
            <a:spLocks noGrp="1"/>
          </p:cNvSpPr>
          <p:nvPr>
            <p:ph type="body" sz="quarter" idx="24" hasCustomPrompt="1"/>
          </p:nvPr>
        </p:nvSpPr>
        <p:spPr>
          <a:xfrm>
            <a:off x="3283200" y="3406462"/>
            <a:ext cx="2685600" cy="2595600"/>
          </a:xfrm>
        </p:spPr>
        <p:txBody>
          <a:bodyPr>
            <a:noAutofit/>
          </a:bodyPr>
          <a:lstStyle>
            <a:lvl1pPr marL="0" indent="0">
              <a:lnSpc>
                <a:spcPct val="100000"/>
              </a:lnSpc>
              <a:spcBef>
                <a:spcPts val="800"/>
              </a:spcBef>
              <a:buNone/>
              <a:defRPr sz="1400">
                <a:solidFill>
                  <a:schemeClr val="tx1"/>
                </a:solidFill>
              </a:defRPr>
            </a:lvl1pPr>
            <a:lvl2pPr marL="239178" indent="0">
              <a:buNone/>
              <a:defRPr sz="1400"/>
            </a:lvl2pPr>
            <a:lvl3pPr marL="480471" indent="0">
              <a:buNone/>
              <a:defRPr sz="1400"/>
            </a:lvl3pPr>
            <a:lvl4pPr marL="719649" indent="0">
              <a:buNone/>
              <a:defRPr sz="1400"/>
            </a:lvl4pPr>
            <a:lvl5pPr marL="958825" indent="0">
              <a:buNone/>
              <a:defRPr sz="1400"/>
            </a:lvl5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3" name="Text Placeholder 14">
            <a:extLst>
              <a:ext uri="{FF2B5EF4-FFF2-40B4-BE49-F238E27FC236}">
                <a16:creationId xmlns:a16="http://schemas.microsoft.com/office/drawing/2014/main" id="{EF14BB3F-0B6E-49DE-98D5-69F9B40A1CCF}"/>
              </a:ext>
            </a:extLst>
          </p:cNvPr>
          <p:cNvSpPr>
            <a:spLocks noGrp="1"/>
          </p:cNvSpPr>
          <p:nvPr>
            <p:ph type="body" sz="quarter" idx="25" hasCustomPrompt="1"/>
          </p:nvPr>
        </p:nvSpPr>
        <p:spPr>
          <a:xfrm>
            <a:off x="6220800" y="2692584"/>
            <a:ext cx="2685600" cy="612000"/>
          </a:xfrm>
        </p:spPr>
        <p:txBody>
          <a:bodyPr>
            <a:noAutofit/>
          </a:bodyPr>
          <a:lstStyle>
            <a:lvl1pPr marL="0" indent="0">
              <a:lnSpc>
                <a:spcPct val="100000"/>
              </a:lnSpc>
              <a:spcBef>
                <a:spcPts val="0"/>
              </a:spcBef>
              <a:buNone/>
              <a:defRPr sz="1800">
                <a:solidFill>
                  <a:schemeClr val="tx1"/>
                </a:solidFill>
                <a:latin typeface="+mn-lt"/>
              </a:defRPr>
            </a:lvl1pPr>
            <a:lvl2pPr marL="0" indent="0">
              <a:lnSpc>
                <a:spcPct val="100000"/>
              </a:lnSpc>
              <a:spcBef>
                <a:spcPts val="0"/>
              </a:spcBef>
              <a:buNone/>
              <a:defRPr sz="2000">
                <a:solidFill>
                  <a:schemeClr val="tx1"/>
                </a:solidFill>
                <a:latin typeface="+mn-lt"/>
              </a:defRPr>
            </a:lvl2pPr>
            <a:lvl3pPr marL="0" indent="0">
              <a:spcBef>
                <a:spcPts val="0"/>
              </a:spcBef>
              <a:buNone/>
              <a:defRPr sz="2000">
                <a:solidFill>
                  <a:schemeClr val="tx1"/>
                </a:solidFill>
                <a:latin typeface="+mn-lt"/>
              </a:defRPr>
            </a:lvl3pPr>
            <a:lvl4pPr marL="0" indent="0">
              <a:spcBef>
                <a:spcPts val="0"/>
              </a:spcBef>
              <a:buNone/>
              <a:defRPr sz="2000">
                <a:solidFill>
                  <a:schemeClr val="tx1"/>
                </a:solidFill>
                <a:latin typeface="+mn-lt"/>
              </a:defRPr>
            </a:lvl4pPr>
            <a:lvl5pPr marL="0" indent="0">
              <a:spcBef>
                <a:spcPts val="0"/>
              </a:spcBef>
              <a:buNone/>
              <a:defRPr sz="2000">
                <a:solidFill>
                  <a:schemeClr val="tx1"/>
                </a:solidFill>
                <a:latin typeface="+mn-lt"/>
              </a:defRPr>
            </a:lvl5pPr>
            <a:lvl6pPr marL="0">
              <a:spcBef>
                <a:spcPts val="0"/>
              </a:spcBef>
              <a:defRPr sz="2000">
                <a:solidFill>
                  <a:schemeClr val="tx1"/>
                </a:solidFill>
                <a:latin typeface="+mn-lt"/>
              </a:defRPr>
            </a:lvl6pPr>
            <a:lvl7pPr marL="0">
              <a:spcBef>
                <a:spcPts val="0"/>
              </a:spcBef>
              <a:defRPr sz="2000">
                <a:solidFill>
                  <a:schemeClr val="tx1"/>
                </a:solidFill>
                <a:latin typeface="+mn-lt"/>
              </a:defRPr>
            </a:lvl7pPr>
            <a:lvl8pPr marL="0">
              <a:spcBef>
                <a:spcPts val="0"/>
              </a:spcBef>
              <a:defRPr sz="2000">
                <a:solidFill>
                  <a:schemeClr val="tx1"/>
                </a:solidFill>
                <a:latin typeface="+mn-lt"/>
              </a:defRPr>
            </a:lvl8pPr>
            <a:lvl9pPr marL="0">
              <a:spcBef>
                <a:spcPts val="0"/>
              </a:spcBef>
              <a:defRPr sz="2000">
                <a:solidFill>
                  <a:schemeClr val="tx1"/>
                </a:solidFill>
                <a:latin typeface="+mn-lt"/>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4" name="Text Placeholder 14">
            <a:extLst>
              <a:ext uri="{FF2B5EF4-FFF2-40B4-BE49-F238E27FC236}">
                <a16:creationId xmlns:a16="http://schemas.microsoft.com/office/drawing/2014/main" id="{FE678802-AB38-4C6E-AE7F-BDD84189529D}"/>
              </a:ext>
            </a:extLst>
          </p:cNvPr>
          <p:cNvSpPr>
            <a:spLocks noGrp="1"/>
          </p:cNvSpPr>
          <p:nvPr>
            <p:ph type="body" sz="quarter" idx="26" hasCustomPrompt="1"/>
          </p:nvPr>
        </p:nvSpPr>
        <p:spPr>
          <a:xfrm>
            <a:off x="6220800" y="3406462"/>
            <a:ext cx="2685600" cy="2595600"/>
          </a:xfrm>
        </p:spPr>
        <p:txBody>
          <a:bodyPr>
            <a:noAutofit/>
          </a:bodyPr>
          <a:lstStyle>
            <a:lvl1pPr marL="0" indent="0">
              <a:lnSpc>
                <a:spcPct val="100000"/>
              </a:lnSpc>
              <a:spcBef>
                <a:spcPts val="800"/>
              </a:spcBef>
              <a:buNone/>
              <a:defRPr sz="1400">
                <a:solidFill>
                  <a:schemeClr val="tx1"/>
                </a:solidFill>
              </a:defRPr>
            </a:lvl1pPr>
            <a:lvl2pPr marL="239178" indent="0">
              <a:buNone/>
              <a:defRPr sz="1400"/>
            </a:lvl2pPr>
            <a:lvl3pPr marL="480471" indent="0">
              <a:buNone/>
              <a:defRPr sz="1400"/>
            </a:lvl3pPr>
            <a:lvl4pPr marL="719649" indent="0">
              <a:buNone/>
              <a:defRPr sz="1400"/>
            </a:lvl4pPr>
            <a:lvl5pPr marL="958825" indent="0">
              <a:buNone/>
              <a:defRPr sz="1400"/>
            </a:lvl5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5" name="Text Placeholder 14">
            <a:extLst>
              <a:ext uri="{FF2B5EF4-FFF2-40B4-BE49-F238E27FC236}">
                <a16:creationId xmlns:a16="http://schemas.microsoft.com/office/drawing/2014/main" id="{92B200A8-A390-4184-A558-D2CFC7EE0D33}"/>
              </a:ext>
            </a:extLst>
          </p:cNvPr>
          <p:cNvSpPr>
            <a:spLocks noGrp="1"/>
          </p:cNvSpPr>
          <p:nvPr>
            <p:ph type="body" sz="quarter" idx="27" hasCustomPrompt="1"/>
          </p:nvPr>
        </p:nvSpPr>
        <p:spPr>
          <a:xfrm>
            <a:off x="9158400" y="2692584"/>
            <a:ext cx="2685600" cy="612000"/>
          </a:xfrm>
        </p:spPr>
        <p:txBody>
          <a:bodyPr>
            <a:noAutofit/>
          </a:bodyPr>
          <a:lstStyle>
            <a:lvl1pPr marL="0" indent="0">
              <a:lnSpc>
                <a:spcPct val="100000"/>
              </a:lnSpc>
              <a:spcBef>
                <a:spcPts val="0"/>
              </a:spcBef>
              <a:buNone/>
              <a:defRPr sz="1800">
                <a:solidFill>
                  <a:schemeClr val="tx1"/>
                </a:solidFill>
                <a:latin typeface="+mn-lt"/>
              </a:defRPr>
            </a:lvl1pPr>
            <a:lvl2pPr marL="0" indent="0">
              <a:lnSpc>
                <a:spcPct val="100000"/>
              </a:lnSpc>
              <a:spcBef>
                <a:spcPts val="0"/>
              </a:spcBef>
              <a:buNone/>
              <a:defRPr sz="2000">
                <a:solidFill>
                  <a:schemeClr val="tx1"/>
                </a:solidFill>
                <a:latin typeface="+mn-lt"/>
              </a:defRPr>
            </a:lvl2pPr>
            <a:lvl3pPr marL="0" indent="0">
              <a:spcBef>
                <a:spcPts val="0"/>
              </a:spcBef>
              <a:buNone/>
              <a:defRPr sz="2000">
                <a:solidFill>
                  <a:schemeClr val="tx1"/>
                </a:solidFill>
                <a:latin typeface="+mn-lt"/>
              </a:defRPr>
            </a:lvl3pPr>
            <a:lvl4pPr marL="0" indent="0">
              <a:spcBef>
                <a:spcPts val="0"/>
              </a:spcBef>
              <a:buNone/>
              <a:defRPr sz="2000">
                <a:solidFill>
                  <a:schemeClr val="tx1"/>
                </a:solidFill>
                <a:latin typeface="+mn-lt"/>
              </a:defRPr>
            </a:lvl4pPr>
            <a:lvl5pPr marL="0" indent="0">
              <a:spcBef>
                <a:spcPts val="0"/>
              </a:spcBef>
              <a:buNone/>
              <a:defRPr sz="2000">
                <a:solidFill>
                  <a:schemeClr val="tx1"/>
                </a:solidFill>
                <a:latin typeface="+mn-lt"/>
              </a:defRPr>
            </a:lvl5pPr>
            <a:lvl6pPr marL="0">
              <a:spcBef>
                <a:spcPts val="0"/>
              </a:spcBef>
              <a:defRPr sz="2000">
                <a:solidFill>
                  <a:schemeClr val="tx1"/>
                </a:solidFill>
                <a:latin typeface="+mn-lt"/>
              </a:defRPr>
            </a:lvl6pPr>
            <a:lvl7pPr marL="0">
              <a:spcBef>
                <a:spcPts val="0"/>
              </a:spcBef>
              <a:defRPr sz="2000">
                <a:solidFill>
                  <a:schemeClr val="tx1"/>
                </a:solidFill>
                <a:latin typeface="+mn-lt"/>
              </a:defRPr>
            </a:lvl7pPr>
            <a:lvl8pPr marL="0">
              <a:spcBef>
                <a:spcPts val="0"/>
              </a:spcBef>
              <a:defRPr sz="2000">
                <a:solidFill>
                  <a:schemeClr val="tx1"/>
                </a:solidFill>
                <a:latin typeface="+mn-lt"/>
              </a:defRPr>
            </a:lvl8pPr>
            <a:lvl9pPr marL="0">
              <a:spcBef>
                <a:spcPts val="0"/>
              </a:spcBef>
              <a:defRPr sz="2000">
                <a:solidFill>
                  <a:schemeClr val="tx1"/>
                </a:solidFill>
                <a:latin typeface="+mn-lt"/>
              </a:defRPr>
            </a:lvl9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27" name="Text Placeholder 14">
            <a:extLst>
              <a:ext uri="{FF2B5EF4-FFF2-40B4-BE49-F238E27FC236}">
                <a16:creationId xmlns:a16="http://schemas.microsoft.com/office/drawing/2014/main" id="{8B535D04-089D-4C0C-B8F6-D5DF48A1F415}"/>
              </a:ext>
            </a:extLst>
          </p:cNvPr>
          <p:cNvSpPr>
            <a:spLocks noGrp="1"/>
          </p:cNvSpPr>
          <p:nvPr>
            <p:ph type="body" sz="quarter" idx="28" hasCustomPrompt="1"/>
          </p:nvPr>
        </p:nvSpPr>
        <p:spPr>
          <a:xfrm>
            <a:off x="9158400" y="3406462"/>
            <a:ext cx="2685600" cy="2595600"/>
          </a:xfrm>
        </p:spPr>
        <p:txBody>
          <a:bodyPr>
            <a:noAutofit/>
          </a:bodyPr>
          <a:lstStyle>
            <a:lvl1pPr marL="0" indent="0">
              <a:lnSpc>
                <a:spcPct val="100000"/>
              </a:lnSpc>
              <a:spcBef>
                <a:spcPts val="800"/>
              </a:spcBef>
              <a:buNone/>
              <a:defRPr sz="1400">
                <a:solidFill>
                  <a:schemeClr val="tx1"/>
                </a:solidFill>
              </a:defRPr>
            </a:lvl1pPr>
            <a:lvl2pPr marL="239178" indent="0">
              <a:buNone/>
              <a:defRPr sz="1400"/>
            </a:lvl2pPr>
            <a:lvl3pPr marL="480471" indent="0">
              <a:buNone/>
              <a:defRPr sz="1400"/>
            </a:lvl3pPr>
            <a:lvl4pPr marL="719649" indent="0">
              <a:buNone/>
              <a:defRPr sz="1400"/>
            </a:lvl4pPr>
            <a:lvl5pPr marL="958825" indent="0">
              <a:buNone/>
              <a:defRPr sz="1400"/>
            </a:lvl5pPr>
          </a:lstStyle>
          <a:p>
            <a:pPr marL="0" marR="0" lvl="0" indent="0" algn="l"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text</a:t>
            </a:r>
          </a:p>
        </p:txBody>
      </p:sp>
      <p:sp>
        <p:nvSpPr>
          <p:cNvPr id="4" name="Date Placeholder 3" hidden="1">
            <a:extLst>
              <a:ext uri="{FF2B5EF4-FFF2-40B4-BE49-F238E27FC236}">
                <a16:creationId xmlns:a16="http://schemas.microsoft.com/office/drawing/2014/main" id="{E5E2E1D7-950D-9B25-1996-2242380EE2D1}"/>
              </a:ext>
            </a:extLst>
          </p:cNvPr>
          <p:cNvSpPr>
            <a:spLocks noGrp="1"/>
          </p:cNvSpPr>
          <p:nvPr>
            <p:ph type="dt" sz="half" idx="29"/>
          </p:nvPr>
        </p:nvSpPr>
        <p:spPr/>
        <p:txBody>
          <a:bodyPr/>
          <a:lstStyle/>
          <a:p>
            <a:fld id="{7C720DFF-49D7-48F6-B085-C76F059EE51D}" type="datetime3">
              <a:rPr lang="en-GB" smtClean="0"/>
              <a:t>21 July, 2026</a:t>
            </a:fld>
            <a:endParaRPr lang="en-GB" dirty="0"/>
          </a:p>
        </p:txBody>
      </p:sp>
      <p:sp>
        <p:nvSpPr>
          <p:cNvPr id="6" name="Footer Placeholder 5">
            <a:extLst>
              <a:ext uri="{FF2B5EF4-FFF2-40B4-BE49-F238E27FC236}">
                <a16:creationId xmlns:a16="http://schemas.microsoft.com/office/drawing/2014/main" id="{9E586413-4F25-B47B-A6CE-D195EFAC253A}"/>
              </a:ext>
            </a:extLst>
          </p:cNvPr>
          <p:cNvSpPr>
            <a:spLocks noGrp="1"/>
          </p:cNvSpPr>
          <p:nvPr>
            <p:ph type="ftr" sz="quarter" idx="30"/>
          </p:nvPr>
        </p:nvSpPr>
        <p:spPr/>
        <p:txBody>
          <a:bodyPr/>
          <a:lstStyle/>
          <a:p>
            <a:r>
              <a:rPr lang="en-GB" dirty="0"/>
              <a:t>Confidential</a:t>
            </a:r>
          </a:p>
        </p:txBody>
      </p:sp>
      <p:sp>
        <p:nvSpPr>
          <p:cNvPr id="9" name="Slide Number Placeholder 8">
            <a:extLst>
              <a:ext uri="{FF2B5EF4-FFF2-40B4-BE49-F238E27FC236}">
                <a16:creationId xmlns:a16="http://schemas.microsoft.com/office/drawing/2014/main" id="{535FA7A1-11B4-40F4-A8CD-4F86F2596675}"/>
              </a:ext>
            </a:extLst>
          </p:cNvPr>
          <p:cNvSpPr>
            <a:spLocks noGrp="1"/>
          </p:cNvSpPr>
          <p:nvPr>
            <p:ph type="sldNum" sz="quarter" idx="16"/>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5390509"/>
      </p:ext>
    </p:extLst>
  </p:cSld>
  <p:clrMapOvr>
    <a:masterClrMapping/>
  </p:clrMapOvr>
  <p:extLst>
    <p:ext uri="{DCECCB84-F9BA-43D5-87BE-67443E8EF086}">
      <p15:sldGuideLst xmlns:p15="http://schemas.microsoft.com/office/powerpoint/2012/main">
        <p15:guide id="1" pos="1909" userDrawn="1">
          <p15:clr>
            <a:srgbClr val="A4A3A4"/>
          </p15:clr>
        </p15:guide>
        <p15:guide id="2" pos="2068" userDrawn="1">
          <p15:clr>
            <a:srgbClr val="A4A3A4"/>
          </p15:clr>
        </p15:guide>
        <p15:guide id="3" pos="3759" userDrawn="1">
          <p15:clr>
            <a:srgbClr val="A4A3A4"/>
          </p15:clr>
        </p15:guide>
        <p15:guide id="4" pos="3918" userDrawn="1">
          <p15:clr>
            <a:srgbClr val="A4A3A4"/>
          </p15:clr>
        </p15:guide>
        <p15:guide id="5" pos="5610" userDrawn="1">
          <p15:clr>
            <a:srgbClr val="A4A3A4"/>
          </p15:clr>
        </p15:guide>
        <p15:guide id="6" pos="5769" userDrawn="1">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e column and picture 1">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EFD8556-0AB6-4925-BC1F-6A8D224BE8A2}"/>
              </a:ext>
            </a:extLst>
          </p:cNvPr>
          <p:cNvSpPr>
            <a:spLocks noGrp="1"/>
          </p:cNvSpPr>
          <p:nvPr>
            <p:ph type="pic" sz="quarter" idx="19" hasCustomPrompt="1"/>
          </p:nvPr>
        </p:nvSpPr>
        <p:spPr>
          <a:xfrm>
            <a:off x="6096000" y="0"/>
            <a:ext cx="6096000" cy="6858000"/>
          </a:xfrm>
          <a:solidFill>
            <a:schemeClr val="bg1">
              <a:lumMod val="75000"/>
            </a:schemeClr>
          </a:solidFill>
        </p:spPr>
        <p:txBody>
          <a:bodyPr tIns="72000" anchor="t" anchorCtr="0">
            <a:normAutofit/>
          </a:bodyPr>
          <a:lstStyle>
            <a:lvl1pPr marL="0" indent="0" algn="ctr">
              <a:buNone/>
              <a:defRPr sz="1400">
                <a:solidFill>
                  <a:schemeClr val="bg1"/>
                </a:solidFill>
              </a:defRPr>
            </a:lvl1pPr>
          </a:lstStyle>
          <a:p>
            <a:r>
              <a:rPr lang="en-GB" dirty="0"/>
              <a:t>Click to add picture</a:t>
            </a:r>
          </a:p>
        </p:txBody>
      </p:sp>
      <p:sp>
        <p:nvSpPr>
          <p:cNvPr id="2" name="Title 1"/>
          <p:cNvSpPr>
            <a:spLocks noGrp="1"/>
          </p:cNvSpPr>
          <p:nvPr>
            <p:ph type="title" hasCustomPrompt="1"/>
          </p:nvPr>
        </p:nvSpPr>
        <p:spPr>
          <a:xfrm>
            <a:off x="345600" y="345600"/>
            <a:ext cx="5126400" cy="802800"/>
          </a:xfrm>
        </p:spPr>
        <p:txBody>
          <a:bodyPr/>
          <a:lstStyle>
            <a:lvl1pPr>
              <a:defRPr sz="3200">
                <a:solidFill>
                  <a:schemeClr val="accent3"/>
                </a:solidFill>
              </a:defRPr>
            </a:lvl1pPr>
          </a:lstStyle>
          <a:p>
            <a:r>
              <a:rPr lang="en-GB" dirty="0"/>
              <a:t>Click to add title</a:t>
            </a:r>
          </a:p>
        </p:txBody>
      </p:sp>
      <p:sp>
        <p:nvSpPr>
          <p:cNvPr id="4" name="Text Placeholder 6">
            <a:extLst>
              <a:ext uri="{FF2B5EF4-FFF2-40B4-BE49-F238E27FC236}">
                <a16:creationId xmlns:a16="http://schemas.microsoft.com/office/drawing/2014/main" id="{92A6F489-9E7E-06F8-A257-C4E8A191B67B}"/>
              </a:ext>
            </a:extLst>
          </p:cNvPr>
          <p:cNvSpPr>
            <a:spLocks noGrp="1"/>
          </p:cNvSpPr>
          <p:nvPr>
            <p:ph type="body" sz="quarter" idx="18" hasCustomPrompt="1"/>
          </p:nvPr>
        </p:nvSpPr>
        <p:spPr>
          <a:xfrm>
            <a:off x="345600" y="1321200"/>
            <a:ext cx="5126400" cy="4676400"/>
          </a:xfrm>
        </p:spPr>
        <p:txBody>
          <a:bodyPr>
            <a:noAutofit/>
          </a:bodyPr>
          <a:lstStyle>
            <a:lvl1pPr>
              <a:defRPr/>
            </a:lvl1pPr>
          </a:lstStyle>
          <a:p>
            <a:pPr lvl="0"/>
            <a:r>
              <a:rPr lang="en-GB" dirty="0"/>
              <a:t>Click to add text                                                                        Press ENTER then TAB to view next text style                  Press SHIFT+TAB to view previous text style</a:t>
            </a:r>
          </a:p>
        </p:txBody>
      </p:sp>
      <p:sp>
        <p:nvSpPr>
          <p:cNvPr id="3" name="Date Placeholder 2" hidden="1">
            <a:extLst>
              <a:ext uri="{FF2B5EF4-FFF2-40B4-BE49-F238E27FC236}">
                <a16:creationId xmlns:a16="http://schemas.microsoft.com/office/drawing/2014/main" id="{5D06EADC-B032-96AC-0823-1105680535FF}"/>
              </a:ext>
            </a:extLst>
          </p:cNvPr>
          <p:cNvSpPr>
            <a:spLocks noGrp="1"/>
          </p:cNvSpPr>
          <p:nvPr>
            <p:ph type="dt" sz="half" idx="23"/>
          </p:nvPr>
        </p:nvSpPr>
        <p:spPr/>
        <p:txBody>
          <a:bodyPr/>
          <a:lstStyle>
            <a:lvl1pPr>
              <a:defRPr>
                <a:solidFill>
                  <a:schemeClr val="bg1"/>
                </a:solidFill>
              </a:defRPr>
            </a:lvl1pPr>
          </a:lstStyle>
          <a:p>
            <a:fld id="{B28D6BD9-E416-47CA-86D8-98F7FEA5A591}" type="datetime3">
              <a:rPr lang="en-GB" smtClean="0"/>
              <a:t>21 July, 2026</a:t>
            </a:fld>
            <a:endParaRPr lang="en-GB" dirty="0"/>
          </a:p>
        </p:txBody>
      </p:sp>
      <p:sp>
        <p:nvSpPr>
          <p:cNvPr id="7" name="Footer Placeholder 6">
            <a:extLst>
              <a:ext uri="{FF2B5EF4-FFF2-40B4-BE49-F238E27FC236}">
                <a16:creationId xmlns:a16="http://schemas.microsoft.com/office/drawing/2014/main" id="{93C2E6CA-C87F-C704-2529-F70D3115BB23}"/>
              </a:ext>
            </a:extLst>
          </p:cNvPr>
          <p:cNvSpPr>
            <a:spLocks noGrp="1"/>
          </p:cNvSpPr>
          <p:nvPr>
            <p:ph type="ftr" sz="quarter" idx="24"/>
          </p:nvPr>
        </p:nvSpPr>
        <p:spPr/>
        <p:txBody>
          <a:bodyPr/>
          <a:lstStyle/>
          <a:p>
            <a:r>
              <a:rPr lang="en-GB" dirty="0"/>
              <a:t>Confidential</a:t>
            </a:r>
          </a:p>
        </p:txBody>
      </p:sp>
      <p:sp>
        <p:nvSpPr>
          <p:cNvPr id="8" name="Slide Number Placeholder 7">
            <a:extLst>
              <a:ext uri="{FF2B5EF4-FFF2-40B4-BE49-F238E27FC236}">
                <a16:creationId xmlns:a16="http://schemas.microsoft.com/office/drawing/2014/main" id="{17933F71-F64F-7C99-FEE2-6893CC30E96B}"/>
              </a:ext>
            </a:extLst>
          </p:cNvPr>
          <p:cNvSpPr>
            <a:spLocks noGrp="1"/>
          </p:cNvSpPr>
          <p:nvPr>
            <p:ph type="sldNum" sz="quarter" idx="22"/>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11689285"/>
      </p:ext>
    </p:extLst>
  </p:cSld>
  <p:clrMapOvr>
    <a:masterClrMapping/>
  </p:clrMapOvr>
  <p:extLst>
    <p:ext uri="{DCECCB84-F9BA-43D5-87BE-67443E8EF086}">
      <p15:sldGuideLst xmlns:p15="http://schemas.microsoft.com/office/powerpoint/2012/main">
        <p15:guide id="5" pos="3446" userDrawn="1">
          <p15:clr>
            <a:srgbClr val="A4A3A4"/>
          </p15:clr>
        </p15:guide>
        <p15:guide id="6" pos="3839" userDrawn="1">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e column and picture 2">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EFD8556-0AB6-4925-BC1F-6A8D224BE8A2}"/>
              </a:ext>
            </a:extLst>
          </p:cNvPr>
          <p:cNvSpPr>
            <a:spLocks noGrp="1"/>
          </p:cNvSpPr>
          <p:nvPr>
            <p:ph type="pic" sz="quarter" idx="19" hasCustomPrompt="1"/>
          </p:nvPr>
        </p:nvSpPr>
        <p:spPr>
          <a:xfrm>
            <a:off x="4271434" y="0"/>
            <a:ext cx="7920567" cy="6858000"/>
          </a:xfrm>
          <a:solidFill>
            <a:schemeClr val="bg1">
              <a:lumMod val="75000"/>
            </a:schemeClr>
          </a:solidFill>
        </p:spPr>
        <p:txBody>
          <a:bodyPr tIns="72000" anchor="t" anchorCtr="0">
            <a:normAutofit/>
          </a:bodyPr>
          <a:lstStyle>
            <a:lvl1pPr marL="0" indent="0" algn="ctr">
              <a:buNone/>
              <a:defRPr sz="1400">
                <a:solidFill>
                  <a:schemeClr val="bg1"/>
                </a:solidFill>
              </a:defRPr>
            </a:lvl1pPr>
          </a:lstStyle>
          <a:p>
            <a:r>
              <a:rPr lang="en-GB" dirty="0"/>
              <a:t>Click to add picture</a:t>
            </a:r>
          </a:p>
        </p:txBody>
      </p:sp>
      <p:sp>
        <p:nvSpPr>
          <p:cNvPr id="2" name="Title 1"/>
          <p:cNvSpPr>
            <a:spLocks noGrp="1"/>
          </p:cNvSpPr>
          <p:nvPr>
            <p:ph type="title" hasCustomPrompt="1"/>
          </p:nvPr>
        </p:nvSpPr>
        <p:spPr>
          <a:xfrm>
            <a:off x="345600" y="345600"/>
            <a:ext cx="3589813" cy="802800"/>
          </a:xfrm>
        </p:spPr>
        <p:txBody>
          <a:bodyPr/>
          <a:lstStyle>
            <a:lvl1pPr>
              <a:defRPr sz="3200">
                <a:solidFill>
                  <a:schemeClr val="accent3"/>
                </a:solidFill>
              </a:defRPr>
            </a:lvl1pPr>
          </a:lstStyle>
          <a:p>
            <a:r>
              <a:rPr lang="en-GB" dirty="0"/>
              <a:t>Click to add title</a:t>
            </a:r>
          </a:p>
        </p:txBody>
      </p:sp>
      <p:sp>
        <p:nvSpPr>
          <p:cNvPr id="4" name="Text Placeholder 6">
            <a:extLst>
              <a:ext uri="{FF2B5EF4-FFF2-40B4-BE49-F238E27FC236}">
                <a16:creationId xmlns:a16="http://schemas.microsoft.com/office/drawing/2014/main" id="{63900FFE-3876-DD64-F500-799DA81E7D43}"/>
              </a:ext>
            </a:extLst>
          </p:cNvPr>
          <p:cNvSpPr>
            <a:spLocks noGrp="1"/>
          </p:cNvSpPr>
          <p:nvPr>
            <p:ph type="body" sz="quarter" idx="18" hasCustomPrompt="1"/>
          </p:nvPr>
        </p:nvSpPr>
        <p:spPr>
          <a:xfrm>
            <a:off x="345600" y="1321200"/>
            <a:ext cx="3589813" cy="4680000"/>
          </a:xfrm>
        </p:spPr>
        <p:txBody>
          <a:bodyPr>
            <a:noAutofit/>
          </a:bodyPr>
          <a:lstStyle>
            <a:lvl1pPr>
              <a:defRPr sz="1400"/>
            </a:lvl1pPr>
            <a:lvl2pPr>
              <a:defRPr sz="1400"/>
            </a:lvl2pPr>
            <a:lvl3pPr>
              <a:defRPr sz="1400"/>
            </a:lvl3pPr>
            <a:lvl4pPr>
              <a:defRPr sz="1400"/>
            </a:lvl4pPr>
            <a:lvl5pPr>
              <a:defRPr sz="1400"/>
            </a:lvl5pPr>
            <a:lvl6pPr>
              <a:defRPr sz="1800"/>
            </a:lvl6pPr>
            <a:lvl7pPr>
              <a:defRPr sz="2200"/>
            </a:lvl7pPr>
            <a:lvl8pPr>
              <a:defRPr sz="2800"/>
            </a:lvl8pPr>
            <a:lvl9pPr>
              <a:defRPr sz="4400"/>
            </a:lvl9pPr>
          </a:lstStyle>
          <a:p>
            <a:pPr lvl="0"/>
            <a:r>
              <a:rPr lang="en-GB" dirty="0"/>
              <a:t>Click to add text                                               Press ENTER then TAB to view next text style                                                                       Press SHIFT+TAB to view previous text style</a:t>
            </a:r>
          </a:p>
        </p:txBody>
      </p:sp>
      <p:sp>
        <p:nvSpPr>
          <p:cNvPr id="3" name="Date Placeholder 2" hidden="1">
            <a:extLst>
              <a:ext uri="{FF2B5EF4-FFF2-40B4-BE49-F238E27FC236}">
                <a16:creationId xmlns:a16="http://schemas.microsoft.com/office/drawing/2014/main" id="{EC6901AC-54B5-8B7A-337E-22C26E9FD9AF}"/>
              </a:ext>
            </a:extLst>
          </p:cNvPr>
          <p:cNvSpPr>
            <a:spLocks noGrp="1"/>
          </p:cNvSpPr>
          <p:nvPr>
            <p:ph type="dt" sz="half" idx="23"/>
          </p:nvPr>
        </p:nvSpPr>
        <p:spPr/>
        <p:txBody>
          <a:bodyPr/>
          <a:lstStyle>
            <a:lvl1pPr>
              <a:defRPr>
                <a:solidFill>
                  <a:schemeClr val="bg1"/>
                </a:solidFill>
              </a:defRPr>
            </a:lvl1pPr>
          </a:lstStyle>
          <a:p>
            <a:fld id="{17E128BE-6FFA-4B4D-AB98-8118C66B5E70}" type="datetime3">
              <a:rPr lang="en-GB" smtClean="0"/>
              <a:t>21 July, 2026</a:t>
            </a:fld>
            <a:endParaRPr lang="en-GB" dirty="0"/>
          </a:p>
        </p:txBody>
      </p:sp>
      <p:sp>
        <p:nvSpPr>
          <p:cNvPr id="7" name="Footer Placeholder 6">
            <a:extLst>
              <a:ext uri="{FF2B5EF4-FFF2-40B4-BE49-F238E27FC236}">
                <a16:creationId xmlns:a16="http://schemas.microsoft.com/office/drawing/2014/main" id="{7C8A99DA-206A-A228-AEF6-C9B24F9BFFC0}"/>
              </a:ext>
            </a:extLst>
          </p:cNvPr>
          <p:cNvSpPr>
            <a:spLocks noGrp="1"/>
          </p:cNvSpPr>
          <p:nvPr>
            <p:ph type="ftr" sz="quarter" idx="24"/>
          </p:nvPr>
        </p:nvSpPr>
        <p:spPr/>
        <p:txBody>
          <a:bodyPr/>
          <a:lstStyle/>
          <a:p>
            <a:r>
              <a:rPr lang="en-GB" dirty="0"/>
              <a:t>Confidential</a:t>
            </a:r>
          </a:p>
        </p:txBody>
      </p:sp>
      <p:sp>
        <p:nvSpPr>
          <p:cNvPr id="8" name="Slide Number Placeholder 7">
            <a:extLst>
              <a:ext uri="{FF2B5EF4-FFF2-40B4-BE49-F238E27FC236}">
                <a16:creationId xmlns:a16="http://schemas.microsoft.com/office/drawing/2014/main" id="{364979F3-30C5-879A-A3A8-171F613ACF99}"/>
              </a:ext>
            </a:extLst>
          </p:cNvPr>
          <p:cNvSpPr>
            <a:spLocks noGrp="1"/>
          </p:cNvSpPr>
          <p:nvPr>
            <p:ph type="sldNum" sz="quarter" idx="22"/>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368142743"/>
      </p:ext>
    </p:extLst>
  </p:cSld>
  <p:clrMapOvr>
    <a:masterClrMapping/>
  </p:clrMapOvr>
  <p:extLst>
    <p:ext uri="{DCECCB84-F9BA-43D5-87BE-67443E8EF086}">
      <p15:sldGuideLst xmlns:p15="http://schemas.microsoft.com/office/powerpoint/2012/main">
        <p15:guide id="1" pos="2479" userDrawn="1">
          <p15:clr>
            <a:srgbClr val="A4A3A4"/>
          </p15:clr>
        </p15:guide>
        <p15:guide id="4" pos="2691" userDrawn="1">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columns and picture">
    <p:bg>
      <p:bgPr>
        <a:solidFill>
          <a:schemeClr val="bg1"/>
        </a:solidFill>
        <a:effectLst/>
      </p:bgPr>
    </p:bg>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C1A66733-51BD-4A1B-A1E1-2EA7AEFEDF64}"/>
              </a:ext>
            </a:extLst>
          </p:cNvPr>
          <p:cNvSpPr>
            <a:spLocks noGrp="1"/>
          </p:cNvSpPr>
          <p:nvPr>
            <p:ph type="pic" sz="quarter" idx="17" hasCustomPrompt="1"/>
          </p:nvPr>
        </p:nvSpPr>
        <p:spPr>
          <a:xfrm>
            <a:off x="8151224" y="0"/>
            <a:ext cx="4040776" cy="6858000"/>
          </a:xfrm>
          <a:solidFill>
            <a:schemeClr val="bg1">
              <a:lumMod val="75000"/>
            </a:schemeClr>
          </a:solidFill>
        </p:spPr>
        <p:txBody>
          <a:bodyPr tIns="72000" anchor="t" anchorCtr="0">
            <a:normAutofit/>
          </a:bodyPr>
          <a:lstStyle>
            <a:lvl1pPr marL="0" indent="0" algn="ctr">
              <a:buNone/>
              <a:defRPr sz="1400">
                <a:solidFill>
                  <a:schemeClr val="bg1"/>
                </a:solidFill>
              </a:defRPr>
            </a:lvl1pPr>
          </a:lstStyle>
          <a:p>
            <a:pPr marL="0" marR="0" lvl="0" indent="0" algn="ctr"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picture</a:t>
            </a:r>
          </a:p>
        </p:txBody>
      </p:sp>
      <p:sp>
        <p:nvSpPr>
          <p:cNvPr id="2" name="Title 1"/>
          <p:cNvSpPr>
            <a:spLocks noGrp="1"/>
          </p:cNvSpPr>
          <p:nvPr>
            <p:ph type="title" hasCustomPrompt="1"/>
          </p:nvPr>
        </p:nvSpPr>
        <p:spPr>
          <a:xfrm>
            <a:off x="345600" y="345600"/>
            <a:ext cx="7257600" cy="802800"/>
          </a:xfrm>
        </p:spPr>
        <p:txBody>
          <a:bodyPr/>
          <a:lstStyle>
            <a:lvl1pPr>
              <a:defRPr sz="3200">
                <a:solidFill>
                  <a:schemeClr val="accent3"/>
                </a:solidFill>
              </a:defRPr>
            </a:lvl1pPr>
          </a:lstStyle>
          <a:p>
            <a:r>
              <a:rPr lang="en-GB" dirty="0"/>
              <a:t>Click to add title</a:t>
            </a:r>
          </a:p>
        </p:txBody>
      </p:sp>
      <p:sp>
        <p:nvSpPr>
          <p:cNvPr id="4" name="Text Placeholder 6">
            <a:extLst>
              <a:ext uri="{FF2B5EF4-FFF2-40B4-BE49-F238E27FC236}">
                <a16:creationId xmlns:a16="http://schemas.microsoft.com/office/drawing/2014/main" id="{464F4DFE-FB0A-B5A1-E66B-F67EF5EF49C6}"/>
              </a:ext>
            </a:extLst>
          </p:cNvPr>
          <p:cNvSpPr>
            <a:spLocks noGrp="1"/>
          </p:cNvSpPr>
          <p:nvPr>
            <p:ph type="body" sz="quarter" idx="18" hasCustomPrompt="1"/>
          </p:nvPr>
        </p:nvSpPr>
        <p:spPr>
          <a:xfrm>
            <a:off x="345600" y="1321200"/>
            <a:ext cx="3459600" cy="4680000"/>
          </a:xfrm>
        </p:spPr>
        <p:txBody>
          <a:bodyPr>
            <a:noAutofit/>
          </a:bodyPr>
          <a:lstStyle/>
          <a:p>
            <a:pPr lvl="0"/>
            <a:r>
              <a:rPr lang="en-GB" dirty="0"/>
              <a:t>Click to add text                                             Press ENTER then TAB to view next text style                                                                    Press SHIFT+TAB to view previous text style</a:t>
            </a:r>
          </a:p>
        </p:txBody>
      </p:sp>
      <p:sp>
        <p:nvSpPr>
          <p:cNvPr id="5" name="Text Placeholder 7">
            <a:extLst>
              <a:ext uri="{FF2B5EF4-FFF2-40B4-BE49-F238E27FC236}">
                <a16:creationId xmlns:a16="http://schemas.microsoft.com/office/drawing/2014/main" id="{E8FF44A2-CE83-8C47-172B-8563FB396F4D}"/>
              </a:ext>
            </a:extLst>
          </p:cNvPr>
          <p:cNvSpPr>
            <a:spLocks noGrp="1"/>
          </p:cNvSpPr>
          <p:nvPr>
            <p:ph type="body" sz="quarter" idx="19" hasCustomPrompt="1"/>
          </p:nvPr>
        </p:nvSpPr>
        <p:spPr>
          <a:xfrm>
            <a:off x="4143600" y="1321200"/>
            <a:ext cx="3459600" cy="4680000"/>
          </a:xfrm>
        </p:spPr>
        <p:txBody>
          <a:bodyPr>
            <a:noAutofit/>
          </a:bodyPr>
          <a:lstStyle/>
          <a:p>
            <a:pPr lvl="0"/>
            <a:r>
              <a:rPr lang="en-GB" dirty="0"/>
              <a:t>Click to add text                                             Press ENTER then TAB to view next text style                                                                    Press SHIFT+TAB to view previous text style</a:t>
            </a:r>
          </a:p>
        </p:txBody>
      </p:sp>
      <p:sp>
        <p:nvSpPr>
          <p:cNvPr id="3" name="Date Placeholder 2" hidden="1">
            <a:extLst>
              <a:ext uri="{FF2B5EF4-FFF2-40B4-BE49-F238E27FC236}">
                <a16:creationId xmlns:a16="http://schemas.microsoft.com/office/drawing/2014/main" id="{93CFC99E-6731-5F31-E295-F2812B3FF933}"/>
              </a:ext>
            </a:extLst>
          </p:cNvPr>
          <p:cNvSpPr>
            <a:spLocks noGrp="1"/>
          </p:cNvSpPr>
          <p:nvPr>
            <p:ph type="dt" sz="half" idx="23"/>
          </p:nvPr>
        </p:nvSpPr>
        <p:spPr/>
        <p:txBody>
          <a:bodyPr/>
          <a:lstStyle>
            <a:lvl1pPr>
              <a:defRPr>
                <a:solidFill>
                  <a:schemeClr val="bg1"/>
                </a:solidFill>
              </a:defRPr>
            </a:lvl1pPr>
          </a:lstStyle>
          <a:p>
            <a:fld id="{29516608-3D4C-406B-A7E7-BA333C1A0B41}" type="datetime3">
              <a:rPr lang="en-GB" smtClean="0"/>
              <a:t>21 July, 2026</a:t>
            </a:fld>
            <a:endParaRPr lang="en-GB" dirty="0"/>
          </a:p>
        </p:txBody>
      </p:sp>
      <p:sp>
        <p:nvSpPr>
          <p:cNvPr id="7" name="Footer Placeholder 6">
            <a:extLst>
              <a:ext uri="{FF2B5EF4-FFF2-40B4-BE49-F238E27FC236}">
                <a16:creationId xmlns:a16="http://schemas.microsoft.com/office/drawing/2014/main" id="{68C6E4AA-E608-B9F7-FF7C-4973D68DF456}"/>
              </a:ext>
            </a:extLst>
          </p:cNvPr>
          <p:cNvSpPr>
            <a:spLocks noGrp="1"/>
          </p:cNvSpPr>
          <p:nvPr>
            <p:ph type="ftr" sz="quarter" idx="24"/>
          </p:nvPr>
        </p:nvSpPr>
        <p:spPr/>
        <p:txBody>
          <a:bodyPr/>
          <a:lstStyle/>
          <a:p>
            <a:r>
              <a:rPr lang="en-GB" dirty="0"/>
              <a:t>Confidential</a:t>
            </a:r>
          </a:p>
        </p:txBody>
      </p:sp>
      <p:sp>
        <p:nvSpPr>
          <p:cNvPr id="11" name="Slide Number Placeholder 10">
            <a:extLst>
              <a:ext uri="{FF2B5EF4-FFF2-40B4-BE49-F238E27FC236}">
                <a16:creationId xmlns:a16="http://schemas.microsoft.com/office/drawing/2014/main" id="{4C031D41-B7B1-CCE3-25FA-B2AD364645B1}"/>
              </a:ext>
            </a:extLst>
          </p:cNvPr>
          <p:cNvSpPr>
            <a:spLocks noGrp="1"/>
          </p:cNvSpPr>
          <p:nvPr>
            <p:ph type="sldNum" sz="quarter" idx="22"/>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106673631"/>
      </p:ext>
    </p:extLst>
  </p:cSld>
  <p:clrMapOvr>
    <a:masterClrMapping/>
  </p:clrMapOvr>
  <p:extLst>
    <p:ext uri="{DCECCB84-F9BA-43D5-87BE-67443E8EF086}">
      <p15:sldGuideLst xmlns:p15="http://schemas.microsoft.com/office/powerpoint/2012/main">
        <p15:guide id="4" pos="2396" userDrawn="1">
          <p15:clr>
            <a:srgbClr val="A4A3A4"/>
          </p15:clr>
        </p15:guide>
        <p15:guide id="5" pos="4789" userDrawn="1">
          <p15:clr>
            <a:srgbClr val="A4A3A4"/>
          </p15:clr>
        </p15:guide>
        <p15:guide id="6" pos="2610" userDrawn="1">
          <p15:clr>
            <a:srgbClr val="A4A3A4"/>
          </p15:clr>
        </p15:guide>
        <p15:guide id="7" pos="5134" userDrawn="1">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ext and Content">
    <p:bg>
      <p:bgPr>
        <a:solidFill>
          <a:srgbClr val="021E5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90CF30B-0460-4090-8253-4C0C66AF2BC8}"/>
              </a:ext>
            </a:extLst>
          </p:cNvPr>
          <p:cNvSpPr/>
          <p:nvPr userDrawn="1"/>
        </p:nvSpPr>
        <p:spPr bwMode="white">
          <a:xfrm>
            <a:off x="1" y="0"/>
            <a:ext cx="427143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2" name="Title 1"/>
          <p:cNvSpPr>
            <a:spLocks noGrp="1"/>
          </p:cNvSpPr>
          <p:nvPr>
            <p:ph type="title" hasCustomPrompt="1"/>
          </p:nvPr>
        </p:nvSpPr>
        <p:spPr>
          <a:xfrm>
            <a:off x="345600" y="345600"/>
            <a:ext cx="3577113" cy="802800"/>
          </a:xfrm>
        </p:spPr>
        <p:txBody>
          <a:bodyPr/>
          <a:lstStyle>
            <a:lvl1pPr>
              <a:defRPr sz="3200">
                <a:solidFill>
                  <a:schemeClr val="accent3"/>
                </a:solidFill>
              </a:defRPr>
            </a:lvl1pPr>
          </a:lstStyle>
          <a:p>
            <a:r>
              <a:rPr lang="en-GB" dirty="0"/>
              <a:t>Click to add title</a:t>
            </a:r>
          </a:p>
        </p:txBody>
      </p:sp>
      <p:sp>
        <p:nvSpPr>
          <p:cNvPr id="6" name="Content Placeholder 5">
            <a:extLst>
              <a:ext uri="{FF2B5EF4-FFF2-40B4-BE49-F238E27FC236}">
                <a16:creationId xmlns:a16="http://schemas.microsoft.com/office/drawing/2014/main" id="{B99B0955-4799-4906-A566-C24D9C3A04F8}"/>
              </a:ext>
            </a:extLst>
          </p:cNvPr>
          <p:cNvSpPr>
            <a:spLocks noGrp="1"/>
          </p:cNvSpPr>
          <p:nvPr>
            <p:ph sz="quarter" idx="18" hasCustomPrompt="1"/>
          </p:nvPr>
        </p:nvSpPr>
        <p:spPr>
          <a:xfrm>
            <a:off x="4618037" y="344488"/>
            <a:ext cx="7226829" cy="6165850"/>
          </a:xfrm>
        </p:spPr>
        <p:txBody>
          <a:bodyPr/>
          <a:lstStyle>
            <a:lvl1pPr marL="0" indent="0" algn="ctr">
              <a:buNone/>
              <a:defRPr>
                <a:solidFill>
                  <a:schemeClr val="tx1"/>
                </a:solidFill>
              </a:defRPr>
            </a:lvl1pPr>
            <a:lvl2pPr marL="239178" indent="0">
              <a:buNone/>
              <a:defRPr/>
            </a:lvl2pPr>
          </a:lstStyle>
          <a:p>
            <a:pPr lvl="0"/>
            <a:r>
              <a:rPr lang="en-GB" dirty="0"/>
              <a:t>Click to add content for example chart or table</a:t>
            </a:r>
          </a:p>
        </p:txBody>
      </p:sp>
      <p:sp>
        <p:nvSpPr>
          <p:cNvPr id="3" name="Text Placeholder 6">
            <a:extLst>
              <a:ext uri="{FF2B5EF4-FFF2-40B4-BE49-F238E27FC236}">
                <a16:creationId xmlns:a16="http://schemas.microsoft.com/office/drawing/2014/main" id="{054F75EE-9E20-3783-00AB-03459E352162}"/>
              </a:ext>
            </a:extLst>
          </p:cNvPr>
          <p:cNvSpPr>
            <a:spLocks noGrp="1"/>
          </p:cNvSpPr>
          <p:nvPr>
            <p:ph type="body" sz="quarter" idx="23" hasCustomPrompt="1"/>
          </p:nvPr>
        </p:nvSpPr>
        <p:spPr>
          <a:xfrm>
            <a:off x="345600" y="1321200"/>
            <a:ext cx="3577113" cy="4680000"/>
          </a:xfrm>
        </p:spPr>
        <p:txBody>
          <a:bodyPr>
            <a:noAutofit/>
          </a:bodyPr>
          <a:lstStyle>
            <a:lvl1pPr>
              <a:defRPr>
                <a:solidFill>
                  <a:srgbClr val="021E57"/>
                </a:solidFill>
              </a:defRPr>
            </a:lvl1pPr>
            <a:lvl2pPr>
              <a:defRPr>
                <a:solidFill>
                  <a:srgbClr val="021E57"/>
                </a:solidFill>
              </a:defRPr>
            </a:lvl2pPr>
            <a:lvl3pPr>
              <a:defRPr>
                <a:solidFill>
                  <a:srgbClr val="021E57"/>
                </a:solidFill>
              </a:defRPr>
            </a:lvl3pPr>
            <a:lvl4pPr>
              <a:defRPr>
                <a:solidFill>
                  <a:srgbClr val="021E57"/>
                </a:solidFill>
              </a:defRPr>
            </a:lvl4pPr>
            <a:lvl5pPr>
              <a:defRPr>
                <a:solidFill>
                  <a:schemeClr val="accent3"/>
                </a:solidFill>
              </a:defRPr>
            </a:lvl5pPr>
            <a:lvl6pPr>
              <a:defRPr>
                <a:solidFill>
                  <a:srgbClr val="021E57"/>
                </a:solidFill>
              </a:defRPr>
            </a:lvl6pPr>
            <a:lvl7pPr>
              <a:defRPr>
                <a:solidFill>
                  <a:srgbClr val="021E57"/>
                </a:solidFill>
              </a:defRPr>
            </a:lvl7pPr>
            <a:lvl8pPr>
              <a:defRPr>
                <a:solidFill>
                  <a:srgbClr val="021E57"/>
                </a:solidFill>
              </a:defRPr>
            </a:lvl8pPr>
            <a:lvl9pPr>
              <a:defRPr>
                <a:solidFill>
                  <a:srgbClr val="021E57"/>
                </a:solidFill>
              </a:defRPr>
            </a:lvl9pPr>
          </a:lstStyle>
          <a:p>
            <a:pPr lvl="0"/>
            <a:r>
              <a:rPr lang="en-GB" dirty="0"/>
              <a:t>Click to add text                                             Press ENTER then TAB to view next text style                                                                    Press SHIFT+TAB to view previous text style</a:t>
            </a:r>
          </a:p>
        </p:txBody>
      </p:sp>
      <p:sp>
        <p:nvSpPr>
          <p:cNvPr id="4" name="tieto logo">
            <a:extLst>
              <a:ext uri="{FF2B5EF4-FFF2-40B4-BE49-F238E27FC236}">
                <a16:creationId xmlns:a16="http://schemas.microsoft.com/office/drawing/2014/main" id="{E01A12AC-B744-3ECF-186B-CE18AA016569}"/>
              </a:ext>
            </a:extLst>
          </p:cNvPr>
          <p:cNvSpPr/>
          <p:nvPr userDrawn="1"/>
        </p:nvSpPr>
        <p:spPr>
          <a:xfrm>
            <a:off x="347179" y="6549144"/>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75000"/>
            </a:schemeClr>
          </a:solidFill>
          <a:ln w="302" cap="flat">
            <a:noFill/>
            <a:prstDash val="solid"/>
            <a:miter/>
          </a:ln>
        </p:spPr>
        <p:txBody>
          <a:bodyPr/>
          <a:lstStyle/>
          <a:p>
            <a:endParaRPr lang="en-GB" dirty="0"/>
          </a:p>
        </p:txBody>
      </p:sp>
      <p:sp>
        <p:nvSpPr>
          <p:cNvPr id="5" name="Date Placeholder 4" hidden="1">
            <a:extLst>
              <a:ext uri="{FF2B5EF4-FFF2-40B4-BE49-F238E27FC236}">
                <a16:creationId xmlns:a16="http://schemas.microsoft.com/office/drawing/2014/main" id="{F958D7C5-CB9B-4D45-8F46-732F25D99C85}"/>
              </a:ext>
            </a:extLst>
          </p:cNvPr>
          <p:cNvSpPr>
            <a:spLocks noGrp="1"/>
          </p:cNvSpPr>
          <p:nvPr>
            <p:ph type="dt" sz="half" idx="24"/>
          </p:nvPr>
        </p:nvSpPr>
        <p:spPr/>
        <p:txBody>
          <a:bodyPr/>
          <a:lstStyle>
            <a:lvl1pPr>
              <a:defRPr>
                <a:solidFill>
                  <a:schemeClr val="accent6">
                    <a:lumMod val="60000"/>
                    <a:lumOff val="40000"/>
                  </a:schemeClr>
                </a:solidFill>
              </a:defRPr>
            </a:lvl1pPr>
          </a:lstStyle>
          <a:p>
            <a:fld id="{8472A588-9B9A-409A-A53D-D6E2183FAB11}" type="datetime3">
              <a:rPr lang="en-GB" smtClean="0"/>
              <a:t>21 July, 2026</a:t>
            </a:fld>
            <a:endParaRPr lang="en-GB" dirty="0"/>
          </a:p>
        </p:txBody>
      </p:sp>
      <p:sp>
        <p:nvSpPr>
          <p:cNvPr id="8" name="Footer Placeholder 7">
            <a:extLst>
              <a:ext uri="{FF2B5EF4-FFF2-40B4-BE49-F238E27FC236}">
                <a16:creationId xmlns:a16="http://schemas.microsoft.com/office/drawing/2014/main" id="{7B24D169-735B-3627-ED20-DDD06399FB56}"/>
              </a:ext>
            </a:extLst>
          </p:cNvPr>
          <p:cNvSpPr>
            <a:spLocks noGrp="1"/>
          </p:cNvSpPr>
          <p:nvPr>
            <p:ph type="ftr" sz="quarter" idx="25"/>
          </p:nvPr>
        </p:nvSpPr>
        <p:spPr/>
        <p:txBody>
          <a:bodyPr/>
          <a:lstStyle/>
          <a:p>
            <a:r>
              <a:rPr lang="en-GB" dirty="0"/>
              <a:t>Confidential</a:t>
            </a:r>
          </a:p>
        </p:txBody>
      </p:sp>
      <p:sp>
        <p:nvSpPr>
          <p:cNvPr id="35" name="Slide Number Placeholder 34">
            <a:extLst>
              <a:ext uri="{FF2B5EF4-FFF2-40B4-BE49-F238E27FC236}">
                <a16:creationId xmlns:a16="http://schemas.microsoft.com/office/drawing/2014/main" id="{A39E020D-4115-641E-4C86-70BD005E0C96}"/>
              </a:ext>
            </a:extLst>
          </p:cNvPr>
          <p:cNvSpPr>
            <a:spLocks noGrp="1"/>
          </p:cNvSpPr>
          <p:nvPr>
            <p:ph type="sldNum" sz="quarter" idx="22"/>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784607551"/>
      </p:ext>
    </p:extLst>
  </p:cSld>
  <p:clrMapOvr>
    <a:overrideClrMapping bg1="dk1" tx1="lt1" bg2="dk2" tx2="lt2" accent1="lt2" accent2="accent2" accent3="accent3" accent4="accent4" accent5="accent5" accent6="accent6" hlink="hlink" folHlink="folHlink"/>
  </p:clrMapOvr>
  <p:extLst>
    <p:ext uri="{DCECCB84-F9BA-43D5-87BE-67443E8EF086}">
      <p15:sldGuideLst xmlns:p15="http://schemas.microsoft.com/office/powerpoint/2012/main">
        <p15:guide id="2" pos="2691" userDrawn="1">
          <p15:clr>
            <a:srgbClr val="A4A3A4"/>
          </p15:clr>
        </p15:guide>
        <p15:guide id="4" pos="2471" userDrawn="1">
          <p15:clr>
            <a:srgbClr val="A4A3A4"/>
          </p15:clr>
        </p15:guide>
        <p15:guide id="5" pos="2909" userDrawn="1">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picture and text boxes">
    <p:bg>
      <p:bgPr>
        <a:solidFill>
          <a:srgbClr val="021E57"/>
        </a:solidFill>
        <a:effectLst/>
      </p:bgPr>
    </p:bg>
    <p:spTree>
      <p:nvGrpSpPr>
        <p:cNvPr id="1" name=""/>
        <p:cNvGrpSpPr/>
        <p:nvPr/>
      </p:nvGrpSpPr>
      <p:grpSpPr>
        <a:xfrm>
          <a:off x="0" y="0"/>
          <a:ext cx="0" cy="0"/>
          <a:chOff x="0" y="0"/>
          <a:chExt cx="0" cy="0"/>
        </a:xfrm>
      </p:grpSpPr>
      <p:sp>
        <p:nvSpPr>
          <p:cNvPr id="51" name="Picture Placeholder 50">
            <a:extLst>
              <a:ext uri="{FF2B5EF4-FFF2-40B4-BE49-F238E27FC236}">
                <a16:creationId xmlns:a16="http://schemas.microsoft.com/office/drawing/2014/main" id="{4D2E6FC0-6229-C158-BB01-09DEDFE3719D}"/>
              </a:ext>
            </a:extLst>
          </p:cNvPr>
          <p:cNvSpPr>
            <a:spLocks noGrp="1"/>
          </p:cNvSpPr>
          <p:nvPr>
            <p:ph type="pic" sz="quarter" idx="20" hasCustomPrompt="1"/>
          </p:nvPr>
        </p:nvSpPr>
        <p:spPr>
          <a:xfrm>
            <a:off x="0" y="1"/>
            <a:ext cx="12192000" cy="3151224"/>
          </a:xfrm>
          <a:prstGeom prst="rect">
            <a:avLst/>
          </a:prstGeom>
          <a:solidFill>
            <a:schemeClr val="tx1">
              <a:lumMod val="75000"/>
            </a:schemeClr>
          </a:solidFill>
        </p:spPr>
        <p:txBody>
          <a:bodyPr wrap="square" tIns="72000" anchor="t" anchorCtr="0">
            <a:noAutofit/>
          </a:bodyPr>
          <a:lstStyle>
            <a:lvl1pPr marL="0" indent="0" algn="ctr">
              <a:buNone/>
              <a:defRPr>
                <a:solidFill>
                  <a:schemeClr val="tx1"/>
                </a:solidFill>
              </a:defRPr>
            </a:lvl1pPr>
          </a:lstStyle>
          <a:p>
            <a:r>
              <a:rPr lang="en-GB" dirty="0"/>
              <a:t>Click to add picture</a:t>
            </a:r>
          </a:p>
        </p:txBody>
      </p:sp>
      <p:sp>
        <p:nvSpPr>
          <p:cNvPr id="2" name="Title 1"/>
          <p:cNvSpPr>
            <a:spLocks noGrp="1"/>
          </p:cNvSpPr>
          <p:nvPr>
            <p:ph type="title" hasCustomPrompt="1"/>
          </p:nvPr>
        </p:nvSpPr>
        <p:spPr>
          <a:xfrm>
            <a:off x="345600" y="3429001"/>
            <a:ext cx="3343750" cy="970610"/>
          </a:xfrm>
        </p:spPr>
        <p:txBody>
          <a:bodyPr anchor="b"/>
          <a:lstStyle>
            <a:lvl1pPr>
              <a:defRPr>
                <a:solidFill>
                  <a:schemeClr val="tx1"/>
                </a:solidFill>
              </a:defRPr>
            </a:lvl1pPr>
          </a:lstStyle>
          <a:p>
            <a:r>
              <a:rPr lang="en-GB" dirty="0"/>
              <a:t>Short title</a:t>
            </a:r>
          </a:p>
        </p:txBody>
      </p:sp>
      <p:sp>
        <p:nvSpPr>
          <p:cNvPr id="7" name="Subtitle 2">
            <a:extLst>
              <a:ext uri="{FF2B5EF4-FFF2-40B4-BE49-F238E27FC236}">
                <a16:creationId xmlns:a16="http://schemas.microsoft.com/office/drawing/2014/main" id="{F4B38B19-CADF-4FC1-9242-DEBCD1E6C247}"/>
              </a:ext>
            </a:extLst>
          </p:cNvPr>
          <p:cNvSpPr>
            <a:spLocks noGrp="1"/>
          </p:cNvSpPr>
          <p:nvPr>
            <p:ph type="subTitle" idx="13" hasCustomPrompt="1"/>
          </p:nvPr>
        </p:nvSpPr>
        <p:spPr>
          <a:xfrm>
            <a:off x="345600" y="4590445"/>
            <a:ext cx="3343750" cy="1410305"/>
          </a:xfrm>
        </p:spPr>
        <p:txBody>
          <a:bodyPr>
            <a:noAutofit/>
          </a:bodyPr>
          <a:lstStyle>
            <a:lvl1pPr marL="0" indent="0" algn="l">
              <a:lnSpc>
                <a:spcPct val="90000"/>
              </a:lnSpc>
              <a:spcBef>
                <a:spcPts val="0"/>
              </a:spcBef>
              <a:buNone/>
              <a:defRPr sz="2100">
                <a:solidFill>
                  <a:schemeClr val="accent4"/>
                </a:solidFill>
                <a:latin typeface="+mn-lt"/>
              </a:defRPr>
            </a:lvl1pPr>
            <a:lvl2pPr marL="0" indent="0" algn="l">
              <a:buNone/>
              <a:defRPr sz="2100">
                <a:solidFill>
                  <a:schemeClr val="accent4"/>
                </a:solidFill>
                <a:latin typeface="+mn-lt"/>
              </a:defRPr>
            </a:lvl2pPr>
            <a:lvl3pPr marL="0" indent="0" algn="l">
              <a:buNone/>
              <a:defRPr sz="2100">
                <a:solidFill>
                  <a:schemeClr val="accent4"/>
                </a:solidFill>
                <a:latin typeface="+mn-lt"/>
              </a:defRPr>
            </a:lvl3pPr>
            <a:lvl4pPr marL="0" indent="0" algn="l">
              <a:buNone/>
              <a:defRPr sz="2100">
                <a:solidFill>
                  <a:schemeClr val="accent4"/>
                </a:solidFill>
                <a:latin typeface="+mn-lt"/>
              </a:defRPr>
            </a:lvl4pPr>
            <a:lvl5pPr marL="0" indent="0" algn="l">
              <a:buNone/>
              <a:defRPr sz="2100">
                <a:solidFill>
                  <a:schemeClr val="accent4"/>
                </a:solidFill>
                <a:latin typeface="+mn-lt"/>
              </a:defRPr>
            </a:lvl5pPr>
            <a:lvl6pPr marL="0" indent="0" algn="l">
              <a:buNone/>
              <a:defRPr sz="2100">
                <a:solidFill>
                  <a:schemeClr val="accent4"/>
                </a:solidFill>
                <a:latin typeface="+mn-lt"/>
              </a:defRPr>
            </a:lvl6pPr>
            <a:lvl7pPr marL="0" indent="0" algn="l">
              <a:buNone/>
              <a:defRPr sz="2100">
                <a:solidFill>
                  <a:schemeClr val="accent4"/>
                </a:solidFill>
                <a:latin typeface="+mn-lt"/>
              </a:defRPr>
            </a:lvl7pPr>
            <a:lvl8pPr marL="0" indent="0" algn="l">
              <a:buNone/>
              <a:defRPr sz="2100">
                <a:solidFill>
                  <a:schemeClr val="accent4"/>
                </a:solidFill>
                <a:latin typeface="+mn-lt"/>
              </a:defRPr>
            </a:lvl8pPr>
            <a:lvl9pPr marL="0" indent="0" algn="l">
              <a:buNone/>
              <a:defRPr sz="2100">
                <a:solidFill>
                  <a:schemeClr val="accent4"/>
                </a:solidFill>
                <a:latin typeface="+mn-lt"/>
              </a:defRPr>
            </a:lvl9pPr>
          </a:lstStyle>
          <a:p>
            <a:r>
              <a:rPr lang="en-GB" dirty="0"/>
              <a:t>Click to add subtitle</a:t>
            </a:r>
          </a:p>
        </p:txBody>
      </p:sp>
      <p:sp>
        <p:nvSpPr>
          <p:cNvPr id="21" name="Text Placeholder 13">
            <a:extLst>
              <a:ext uri="{FF2B5EF4-FFF2-40B4-BE49-F238E27FC236}">
                <a16:creationId xmlns:a16="http://schemas.microsoft.com/office/drawing/2014/main" id="{0E5DF87C-1B84-491A-8BE0-03F3EBFD02F6}"/>
              </a:ext>
            </a:extLst>
          </p:cNvPr>
          <p:cNvSpPr>
            <a:spLocks noGrp="1"/>
          </p:cNvSpPr>
          <p:nvPr>
            <p:ph type="body" sz="quarter" idx="16" hasCustomPrompt="1"/>
          </p:nvPr>
        </p:nvSpPr>
        <p:spPr>
          <a:xfrm>
            <a:off x="4034368" y="3527118"/>
            <a:ext cx="1810800" cy="2473632"/>
          </a:xfrm>
        </p:spPr>
        <p:txBody>
          <a:bodyPr vert="horz" lIns="0" tIns="0" rIns="0" bIns="0" rtlCol="0">
            <a:noAutofit/>
          </a:bodyPr>
          <a:lstStyle>
            <a:lvl1pPr marL="0" indent="0">
              <a:spcAft>
                <a:spcPts val="600"/>
              </a:spcAft>
              <a:buFont typeface="Arial" panose="020B0604020202020204" pitchFamily="34" charset="0"/>
              <a:buChar char="​"/>
              <a:defRPr lang="en-US" sz="1300" dirty="0" smtClean="0">
                <a:solidFill>
                  <a:schemeClr val="tx1"/>
                </a:solidFill>
                <a:latin typeface="+mn-lt"/>
              </a:defRPr>
            </a:lvl1pPr>
            <a:lvl2pPr marL="230400" indent="-230400">
              <a:spcAft>
                <a:spcPts val="600"/>
              </a:spcAft>
              <a:buFont typeface="Arial" panose="020B0604020202020204" pitchFamily="34" charset="0"/>
              <a:buChar char="•"/>
              <a:defRPr lang="en-GB" sz="1300" dirty="0">
                <a:solidFill>
                  <a:schemeClr val="tx1"/>
                </a:solidFill>
                <a:latin typeface="+mn-lt"/>
              </a:defRPr>
            </a:lvl2pPr>
            <a:lvl3pPr marL="460800" indent="-230400">
              <a:spcAft>
                <a:spcPts val="600"/>
              </a:spcAft>
              <a:buFont typeface="Tieto Sans" pitchFamily="2" charset="0"/>
              <a:buChar char="−"/>
              <a:defRPr lang="en-US" sz="1300" dirty="0" smtClean="0">
                <a:solidFill>
                  <a:schemeClr val="tx1"/>
                </a:solidFill>
                <a:latin typeface="+mn-lt"/>
              </a:defRPr>
            </a:lvl3pPr>
            <a:lvl4pPr marL="691200" indent="-230400">
              <a:spcAft>
                <a:spcPts val="600"/>
              </a:spcAft>
              <a:buFont typeface="Wingdings" panose="05000000000000000000" pitchFamily="2" charset="2"/>
              <a:buChar char="§"/>
              <a:defRPr lang="en-US" sz="1300" dirty="0" smtClean="0">
                <a:solidFill>
                  <a:schemeClr val="tx1"/>
                </a:solidFill>
                <a:latin typeface="+mn-lt"/>
              </a:defRPr>
            </a:lvl4pPr>
            <a:lvl5pPr marL="0" indent="0">
              <a:spcAft>
                <a:spcPts val="600"/>
              </a:spcAft>
              <a:buFont typeface="Arial" panose="020B0604020202020204" pitchFamily="34" charset="0"/>
              <a:buChar char="​"/>
              <a:defRPr lang="en-US" sz="1600" dirty="0" smtClean="0">
                <a:solidFill>
                  <a:schemeClr val="tx1"/>
                </a:solidFill>
              </a:defRPr>
            </a:lvl5pPr>
            <a:lvl6pPr>
              <a:spcAft>
                <a:spcPts val="600"/>
              </a:spcAft>
              <a:defRPr lang="en-US" sz="1600" dirty="0" smtClean="0">
                <a:solidFill>
                  <a:schemeClr val="tx1"/>
                </a:solidFill>
              </a:defRPr>
            </a:lvl6pPr>
            <a:lvl7pPr>
              <a:spcAft>
                <a:spcPts val="600"/>
              </a:spcAft>
              <a:defRPr lang="en-US" sz="2000" dirty="0" smtClean="0">
                <a:solidFill>
                  <a:schemeClr val="tx1"/>
                </a:solidFill>
              </a:defRPr>
            </a:lvl7pPr>
            <a:lvl8pPr>
              <a:spcAft>
                <a:spcPts val="600"/>
              </a:spcAft>
              <a:defRPr lang="en-US" sz="2800" dirty="0" smtClean="0">
                <a:solidFill>
                  <a:schemeClr val="tx1"/>
                </a:solidFill>
              </a:defRPr>
            </a:lvl8pPr>
            <a:lvl9pPr>
              <a:spcAft>
                <a:spcPts val="600"/>
              </a:spcAft>
              <a:defRPr lang="en-US" sz="4400" dirty="0" smtClean="0">
                <a:solidFill>
                  <a:schemeClr val="tx1"/>
                </a:solidFill>
              </a:defRPr>
            </a:lvl9pPr>
          </a:lstStyle>
          <a:p>
            <a:pPr lvl="0"/>
            <a:r>
              <a:rPr lang="en-GB" dirty="0"/>
              <a:t>Click to add text                Press ENTER then TAB to view next text style         Press SHIFT+TAB to view previous text style</a:t>
            </a:r>
          </a:p>
        </p:txBody>
      </p:sp>
      <p:sp>
        <p:nvSpPr>
          <p:cNvPr id="22" name="Text Placeholder 13">
            <a:extLst>
              <a:ext uri="{FF2B5EF4-FFF2-40B4-BE49-F238E27FC236}">
                <a16:creationId xmlns:a16="http://schemas.microsoft.com/office/drawing/2014/main" id="{5647C692-E63D-49B1-87FE-EBCEE077435D}"/>
              </a:ext>
            </a:extLst>
          </p:cNvPr>
          <p:cNvSpPr>
            <a:spLocks noGrp="1"/>
          </p:cNvSpPr>
          <p:nvPr>
            <p:ph type="body" sz="quarter" idx="17" hasCustomPrompt="1"/>
          </p:nvPr>
        </p:nvSpPr>
        <p:spPr>
          <a:xfrm>
            <a:off x="6034091" y="3527118"/>
            <a:ext cx="1810800" cy="2473632"/>
          </a:xfrm>
          <a:noFill/>
        </p:spPr>
        <p:txBody>
          <a:bodyPr lIns="0" tIns="0" rIns="0" bIns="0">
            <a:noAutofit/>
          </a:bodyPr>
          <a:lstStyle>
            <a:lvl1pPr marL="0" indent="0">
              <a:spcAft>
                <a:spcPts val="600"/>
              </a:spcAft>
              <a:buFont typeface="Arial" panose="020B0604020202020204" pitchFamily="34" charset="0"/>
              <a:buChar char="​"/>
              <a:defRPr sz="1300">
                <a:solidFill>
                  <a:schemeClr val="tx1"/>
                </a:solidFill>
                <a:latin typeface="+mn-lt"/>
              </a:defRPr>
            </a:lvl1pPr>
            <a:lvl2pPr marL="230400" indent="-230400">
              <a:spcAft>
                <a:spcPts val="600"/>
              </a:spcAft>
              <a:buFont typeface="Arial" panose="020B0604020202020204" pitchFamily="34" charset="0"/>
              <a:buChar char="•"/>
              <a:defRPr sz="1300">
                <a:solidFill>
                  <a:schemeClr val="tx1"/>
                </a:solidFill>
                <a:latin typeface="+mn-lt"/>
              </a:defRPr>
            </a:lvl2pPr>
            <a:lvl3pPr marL="460800" indent="-230400">
              <a:spcAft>
                <a:spcPts val="600"/>
              </a:spcAft>
              <a:buFont typeface="Tieto Sans" pitchFamily="2" charset="0"/>
              <a:buChar char="−"/>
              <a:defRPr sz="1300">
                <a:solidFill>
                  <a:schemeClr val="tx1"/>
                </a:solidFill>
                <a:latin typeface="+mn-lt"/>
              </a:defRPr>
            </a:lvl3pPr>
            <a:lvl4pPr marL="691200" indent="-230400">
              <a:spcAft>
                <a:spcPts val="600"/>
              </a:spcAft>
              <a:buFont typeface="Wingdings" panose="05000000000000000000" pitchFamily="2" charset="2"/>
              <a:buChar char="§"/>
              <a:defRPr sz="1300">
                <a:solidFill>
                  <a:schemeClr val="tx1"/>
                </a:solidFill>
                <a:latin typeface="+mn-lt"/>
              </a:defRPr>
            </a:lvl4pPr>
            <a:lvl5pPr marL="0" indent="0">
              <a:spcAft>
                <a:spcPts val="600"/>
              </a:spcAft>
              <a:buFont typeface="Arial" panose="020B0604020202020204" pitchFamily="34" charset="0"/>
              <a:buChar char="​"/>
              <a:defRPr sz="1600">
                <a:solidFill>
                  <a:schemeClr val="tx1"/>
                </a:solidFill>
              </a:defRPr>
            </a:lvl5pPr>
            <a:lvl6pPr>
              <a:spcAft>
                <a:spcPts val="600"/>
              </a:spcAft>
              <a:defRPr sz="1600">
                <a:solidFill>
                  <a:schemeClr val="tx1"/>
                </a:solidFill>
              </a:defRPr>
            </a:lvl6pPr>
            <a:lvl7pPr>
              <a:spcAft>
                <a:spcPts val="600"/>
              </a:spcAft>
              <a:defRPr sz="2000">
                <a:solidFill>
                  <a:schemeClr val="tx1"/>
                </a:solidFill>
              </a:defRPr>
            </a:lvl7pPr>
            <a:lvl8pPr>
              <a:spcAft>
                <a:spcPts val="600"/>
              </a:spcAft>
              <a:defRPr sz="2800">
                <a:solidFill>
                  <a:schemeClr val="tx1"/>
                </a:solidFill>
              </a:defRPr>
            </a:lvl8pPr>
            <a:lvl9pPr>
              <a:spcAft>
                <a:spcPts val="600"/>
              </a:spcAft>
              <a:defRPr sz="4400">
                <a:solidFill>
                  <a:schemeClr val="tx1"/>
                </a:solidFill>
              </a:defRPr>
            </a:lvl9pPr>
          </a:lstStyle>
          <a:p>
            <a:pPr lvl="0"/>
            <a:r>
              <a:rPr lang="en-GB" dirty="0"/>
              <a:t>Click to add text                Press ENTER then TAB to view next text style         Press SHIFT+TAB to view previous text style</a:t>
            </a:r>
          </a:p>
        </p:txBody>
      </p:sp>
      <p:sp>
        <p:nvSpPr>
          <p:cNvPr id="23" name="Text Placeholder 13">
            <a:extLst>
              <a:ext uri="{FF2B5EF4-FFF2-40B4-BE49-F238E27FC236}">
                <a16:creationId xmlns:a16="http://schemas.microsoft.com/office/drawing/2014/main" id="{93A47FA5-323D-4520-BD12-CAE38918374A}"/>
              </a:ext>
            </a:extLst>
          </p:cNvPr>
          <p:cNvSpPr>
            <a:spLocks noGrp="1"/>
          </p:cNvSpPr>
          <p:nvPr>
            <p:ph type="body" sz="quarter" idx="18" hasCustomPrompt="1"/>
          </p:nvPr>
        </p:nvSpPr>
        <p:spPr>
          <a:xfrm>
            <a:off x="8033814" y="3527118"/>
            <a:ext cx="1810800" cy="2473632"/>
          </a:xfrm>
          <a:noFill/>
        </p:spPr>
        <p:txBody>
          <a:bodyPr lIns="0" tIns="0" rIns="0" bIns="0">
            <a:noAutofit/>
          </a:bodyPr>
          <a:lstStyle>
            <a:lvl1pPr marL="0" indent="0">
              <a:spcAft>
                <a:spcPts val="600"/>
              </a:spcAft>
              <a:buFont typeface="Arial" panose="020B0604020202020204" pitchFamily="34" charset="0"/>
              <a:buChar char="​"/>
              <a:defRPr sz="1300">
                <a:solidFill>
                  <a:schemeClr val="tx1"/>
                </a:solidFill>
                <a:latin typeface="+mn-lt"/>
              </a:defRPr>
            </a:lvl1pPr>
            <a:lvl2pPr marL="230400" indent="-230400">
              <a:spcAft>
                <a:spcPts val="600"/>
              </a:spcAft>
              <a:buFont typeface="Arial" panose="020B0604020202020204" pitchFamily="34" charset="0"/>
              <a:buChar char="•"/>
              <a:defRPr sz="1300">
                <a:solidFill>
                  <a:schemeClr val="tx1"/>
                </a:solidFill>
                <a:latin typeface="+mn-lt"/>
              </a:defRPr>
            </a:lvl2pPr>
            <a:lvl3pPr marL="460800" indent="-230400">
              <a:spcAft>
                <a:spcPts val="600"/>
              </a:spcAft>
              <a:buFont typeface="Tieto Sans" pitchFamily="2" charset="0"/>
              <a:buChar char="−"/>
              <a:defRPr sz="1300">
                <a:solidFill>
                  <a:schemeClr val="tx1"/>
                </a:solidFill>
                <a:latin typeface="+mn-lt"/>
              </a:defRPr>
            </a:lvl3pPr>
            <a:lvl4pPr marL="691200" indent="-230400">
              <a:spcAft>
                <a:spcPts val="600"/>
              </a:spcAft>
              <a:buFont typeface="Wingdings" panose="05000000000000000000" pitchFamily="2" charset="2"/>
              <a:buChar char="§"/>
              <a:defRPr sz="1300">
                <a:solidFill>
                  <a:schemeClr val="tx1"/>
                </a:solidFill>
                <a:latin typeface="+mn-lt"/>
              </a:defRPr>
            </a:lvl4pPr>
            <a:lvl5pPr marL="0" indent="0">
              <a:spcAft>
                <a:spcPts val="600"/>
              </a:spcAft>
              <a:buFont typeface="Arial" panose="020B0604020202020204" pitchFamily="34" charset="0"/>
              <a:buChar char="​"/>
              <a:defRPr sz="1600">
                <a:solidFill>
                  <a:schemeClr val="tx1"/>
                </a:solidFill>
              </a:defRPr>
            </a:lvl5pPr>
            <a:lvl6pPr>
              <a:spcAft>
                <a:spcPts val="600"/>
              </a:spcAft>
              <a:defRPr sz="1600">
                <a:solidFill>
                  <a:schemeClr val="tx1"/>
                </a:solidFill>
              </a:defRPr>
            </a:lvl6pPr>
            <a:lvl7pPr>
              <a:spcAft>
                <a:spcPts val="600"/>
              </a:spcAft>
              <a:defRPr sz="2000">
                <a:solidFill>
                  <a:schemeClr val="tx1"/>
                </a:solidFill>
              </a:defRPr>
            </a:lvl7pPr>
            <a:lvl8pPr>
              <a:spcAft>
                <a:spcPts val="600"/>
              </a:spcAft>
              <a:defRPr sz="2800">
                <a:solidFill>
                  <a:schemeClr val="tx1"/>
                </a:solidFill>
              </a:defRPr>
            </a:lvl8pPr>
            <a:lvl9pPr>
              <a:spcAft>
                <a:spcPts val="600"/>
              </a:spcAft>
              <a:defRPr sz="4400">
                <a:solidFill>
                  <a:schemeClr val="tx1"/>
                </a:solidFill>
              </a:defRPr>
            </a:lvl9pPr>
          </a:lstStyle>
          <a:p>
            <a:pPr lvl="0"/>
            <a:r>
              <a:rPr lang="en-GB" dirty="0"/>
              <a:t>Click to add text                Press ENTER then TAB to view next text style         Press SHIFT+TAB to view previous text style</a:t>
            </a:r>
          </a:p>
        </p:txBody>
      </p:sp>
      <p:sp>
        <p:nvSpPr>
          <p:cNvPr id="15" name="Text Placeholder 13">
            <a:extLst>
              <a:ext uri="{FF2B5EF4-FFF2-40B4-BE49-F238E27FC236}">
                <a16:creationId xmlns:a16="http://schemas.microsoft.com/office/drawing/2014/main" id="{5F8C725A-89A3-4153-BB30-F09829AE0801}"/>
              </a:ext>
            </a:extLst>
          </p:cNvPr>
          <p:cNvSpPr>
            <a:spLocks noGrp="1"/>
          </p:cNvSpPr>
          <p:nvPr>
            <p:ph type="body" sz="quarter" idx="19" hasCustomPrompt="1"/>
          </p:nvPr>
        </p:nvSpPr>
        <p:spPr>
          <a:xfrm>
            <a:off x="10033538" y="3527118"/>
            <a:ext cx="1810800" cy="2473632"/>
          </a:xfrm>
          <a:noFill/>
        </p:spPr>
        <p:txBody>
          <a:bodyPr lIns="0" tIns="0" rIns="0" bIns="0">
            <a:noAutofit/>
          </a:bodyPr>
          <a:lstStyle>
            <a:lvl1pPr marL="0" indent="0">
              <a:spcAft>
                <a:spcPts val="600"/>
              </a:spcAft>
              <a:buFont typeface="Arial" panose="020B0604020202020204" pitchFamily="34" charset="0"/>
              <a:buChar char="​"/>
              <a:defRPr sz="1333">
                <a:solidFill>
                  <a:schemeClr val="tx1"/>
                </a:solidFill>
              </a:defRPr>
            </a:lvl1pPr>
            <a:lvl2pPr marL="230400" indent="-230400">
              <a:spcAft>
                <a:spcPts val="600"/>
              </a:spcAft>
              <a:buFont typeface="Arial" panose="020B0604020202020204" pitchFamily="34" charset="0"/>
              <a:buChar char="•"/>
              <a:defRPr sz="1300">
                <a:solidFill>
                  <a:schemeClr val="tx1"/>
                </a:solidFill>
                <a:latin typeface="+mn-lt"/>
              </a:defRPr>
            </a:lvl2pPr>
            <a:lvl3pPr marL="460800" indent="-230400">
              <a:spcAft>
                <a:spcPts val="600"/>
              </a:spcAft>
              <a:buFont typeface="Tieto Sans" pitchFamily="2" charset="0"/>
              <a:buChar char="−"/>
              <a:defRPr sz="1300">
                <a:solidFill>
                  <a:schemeClr val="tx1"/>
                </a:solidFill>
                <a:latin typeface="+mn-lt"/>
              </a:defRPr>
            </a:lvl3pPr>
            <a:lvl4pPr marL="691200" indent="-230400">
              <a:spcAft>
                <a:spcPts val="600"/>
              </a:spcAft>
              <a:buFont typeface="Wingdings" panose="05000000000000000000" pitchFamily="2" charset="2"/>
              <a:buChar char="§"/>
              <a:defRPr sz="1300">
                <a:solidFill>
                  <a:schemeClr val="tx1"/>
                </a:solidFill>
                <a:latin typeface="+mn-lt"/>
              </a:defRPr>
            </a:lvl4pPr>
            <a:lvl5pPr marL="0" indent="0">
              <a:spcAft>
                <a:spcPts val="600"/>
              </a:spcAft>
              <a:buFont typeface="Arial" panose="020B0604020202020204" pitchFamily="34" charset="0"/>
              <a:buChar char="​"/>
              <a:defRPr sz="1600">
                <a:solidFill>
                  <a:schemeClr val="tx1"/>
                </a:solidFill>
              </a:defRPr>
            </a:lvl5pPr>
            <a:lvl6pPr>
              <a:spcAft>
                <a:spcPts val="600"/>
              </a:spcAft>
              <a:defRPr sz="1600">
                <a:solidFill>
                  <a:schemeClr val="tx1"/>
                </a:solidFill>
              </a:defRPr>
            </a:lvl6pPr>
            <a:lvl7pPr>
              <a:spcAft>
                <a:spcPts val="600"/>
              </a:spcAft>
              <a:defRPr sz="2000">
                <a:solidFill>
                  <a:schemeClr val="tx1"/>
                </a:solidFill>
              </a:defRPr>
            </a:lvl7pPr>
            <a:lvl8pPr>
              <a:spcAft>
                <a:spcPts val="600"/>
              </a:spcAft>
              <a:defRPr sz="2800">
                <a:solidFill>
                  <a:schemeClr val="tx1"/>
                </a:solidFill>
              </a:defRPr>
            </a:lvl8pPr>
            <a:lvl9pPr>
              <a:spcAft>
                <a:spcPts val="600"/>
              </a:spcAft>
              <a:defRPr sz="4400">
                <a:solidFill>
                  <a:schemeClr val="tx1"/>
                </a:solidFill>
              </a:defRPr>
            </a:lvl9pPr>
          </a:lstStyle>
          <a:p>
            <a:pPr lvl="0"/>
            <a:r>
              <a:rPr lang="en-GB" dirty="0"/>
              <a:t>Click to add text                Press ENTER then TAB to view next text style         Press SHIFT+TAB to view previous text style</a:t>
            </a:r>
          </a:p>
        </p:txBody>
      </p:sp>
      <p:sp>
        <p:nvSpPr>
          <p:cNvPr id="4" name="tieto logo">
            <a:extLst>
              <a:ext uri="{FF2B5EF4-FFF2-40B4-BE49-F238E27FC236}">
                <a16:creationId xmlns:a16="http://schemas.microsoft.com/office/drawing/2014/main" id="{26627D22-7797-9F22-E01A-3A79CDAA3D0B}"/>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5" name="Date Placeholder 4" hidden="1">
            <a:extLst>
              <a:ext uri="{FF2B5EF4-FFF2-40B4-BE49-F238E27FC236}">
                <a16:creationId xmlns:a16="http://schemas.microsoft.com/office/drawing/2014/main" id="{E46041CC-8809-A6D9-CA98-3AF87BAA3F5B}"/>
              </a:ext>
            </a:extLst>
          </p:cNvPr>
          <p:cNvSpPr>
            <a:spLocks noGrp="1"/>
          </p:cNvSpPr>
          <p:nvPr>
            <p:ph type="dt" sz="half" idx="24"/>
          </p:nvPr>
        </p:nvSpPr>
        <p:spPr/>
        <p:txBody>
          <a:bodyPr/>
          <a:lstStyle>
            <a:lvl1pPr>
              <a:defRPr>
                <a:solidFill>
                  <a:schemeClr val="accent6">
                    <a:lumMod val="60000"/>
                    <a:lumOff val="40000"/>
                  </a:schemeClr>
                </a:solidFill>
              </a:defRPr>
            </a:lvl1pPr>
          </a:lstStyle>
          <a:p>
            <a:fld id="{A1F523A0-C2BC-40FB-BEA6-EB9F29DE0D5C}" type="datetime3">
              <a:rPr lang="en-GB" smtClean="0"/>
              <a:t>21 July, 2026</a:t>
            </a:fld>
            <a:endParaRPr lang="en-GB" dirty="0"/>
          </a:p>
        </p:txBody>
      </p:sp>
      <p:sp>
        <p:nvSpPr>
          <p:cNvPr id="10" name="Footer Placeholder 9">
            <a:extLst>
              <a:ext uri="{FF2B5EF4-FFF2-40B4-BE49-F238E27FC236}">
                <a16:creationId xmlns:a16="http://schemas.microsoft.com/office/drawing/2014/main" id="{6502FC9C-64C8-46FD-0E10-2F3516D444C8}"/>
              </a:ext>
            </a:extLst>
          </p:cNvPr>
          <p:cNvSpPr>
            <a:spLocks noGrp="1"/>
          </p:cNvSpPr>
          <p:nvPr>
            <p:ph type="ftr" sz="quarter" idx="25"/>
          </p:nvPr>
        </p:nvSpPr>
        <p:spPr/>
        <p:txBody>
          <a:bodyPr/>
          <a:lstStyle>
            <a:lvl1pPr>
              <a:defRPr>
                <a:solidFill>
                  <a:schemeClr val="accent6">
                    <a:lumMod val="60000"/>
                    <a:lumOff val="40000"/>
                  </a:schemeClr>
                </a:solidFill>
              </a:defRPr>
            </a:lvl1pPr>
          </a:lstStyle>
          <a:p>
            <a:r>
              <a:rPr lang="en-GB" dirty="0"/>
              <a:t>Confidential</a:t>
            </a:r>
          </a:p>
        </p:txBody>
      </p:sp>
      <p:sp>
        <p:nvSpPr>
          <p:cNvPr id="9" name="Slide Number Placeholder 8">
            <a:extLst>
              <a:ext uri="{FF2B5EF4-FFF2-40B4-BE49-F238E27FC236}">
                <a16:creationId xmlns:a16="http://schemas.microsoft.com/office/drawing/2014/main" id="{D2F1939B-5C27-67F0-AE5E-5BE5DBE422B5}"/>
              </a:ext>
            </a:extLst>
          </p:cNvPr>
          <p:cNvSpPr>
            <a:spLocks noGrp="1"/>
          </p:cNvSpPr>
          <p:nvPr>
            <p:ph type="sldNum" sz="quarter" idx="23"/>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3462276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6" pos="2541" userDrawn="1">
          <p15:clr>
            <a:srgbClr val="A4A3A4"/>
          </p15:clr>
        </p15:guide>
        <p15:guide id="13" pos="2324" userDrawn="1">
          <p15:clr>
            <a:srgbClr val="A4A3A4"/>
          </p15:clr>
        </p15:guide>
        <p15:guide id="14" pos="3800" userDrawn="1">
          <p15:clr>
            <a:srgbClr val="A4A3A4"/>
          </p15:clr>
        </p15:guide>
        <p15:guide id="15" pos="5061" userDrawn="1">
          <p15:clr>
            <a:srgbClr val="A4A3A4"/>
          </p15:clr>
        </p15:guide>
        <p15:guide id="16" pos="6320" userDrawn="1">
          <p15:clr>
            <a:srgbClr val="A4A3A4"/>
          </p15:clr>
        </p15:guide>
        <p15:guide id="17" pos="3682" userDrawn="1">
          <p15:clr>
            <a:srgbClr val="A4A3A4"/>
          </p15:clr>
        </p15:guide>
        <p15:guide id="18" pos="4941" userDrawn="1">
          <p15:clr>
            <a:srgbClr val="A4A3A4"/>
          </p15:clr>
        </p15:guide>
        <p15:guide id="19" pos="6202" userDrawn="1">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picture and text boxes 2">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778F061-B580-6D43-0F69-8239AC2825D2}"/>
              </a:ext>
            </a:extLst>
          </p:cNvPr>
          <p:cNvSpPr>
            <a:spLocks noGrp="1"/>
          </p:cNvSpPr>
          <p:nvPr>
            <p:ph type="pic" sz="quarter" idx="20" hasCustomPrompt="1"/>
          </p:nvPr>
        </p:nvSpPr>
        <p:spPr>
          <a:xfrm>
            <a:off x="0" y="1"/>
            <a:ext cx="12192000" cy="3150000"/>
          </a:xfrm>
          <a:prstGeom prst="rect">
            <a:avLst/>
          </a:prstGeom>
          <a:solidFill>
            <a:schemeClr val="bg1">
              <a:lumMod val="75000"/>
            </a:schemeClr>
          </a:solidFill>
        </p:spPr>
        <p:txBody>
          <a:bodyPr wrap="square" tIns="72000" anchor="t" anchorCtr="0">
            <a:noAutofit/>
          </a:bodyPr>
          <a:lstStyle>
            <a:lvl1pPr marL="0" indent="0" algn="ctr">
              <a:buNone/>
              <a:defRPr>
                <a:solidFill>
                  <a:schemeClr val="bg1"/>
                </a:solidFill>
              </a:defRPr>
            </a:lvl1pPr>
          </a:lstStyle>
          <a:p>
            <a:r>
              <a:rPr lang="en-GB" dirty="0"/>
              <a:t>Click to add picture</a:t>
            </a:r>
          </a:p>
        </p:txBody>
      </p:sp>
      <p:sp>
        <p:nvSpPr>
          <p:cNvPr id="2" name="Title 1"/>
          <p:cNvSpPr>
            <a:spLocks noGrp="1"/>
          </p:cNvSpPr>
          <p:nvPr>
            <p:ph type="title" hasCustomPrompt="1"/>
          </p:nvPr>
        </p:nvSpPr>
        <p:spPr>
          <a:xfrm>
            <a:off x="345600" y="3430800"/>
            <a:ext cx="3343750" cy="972000"/>
          </a:xfrm>
        </p:spPr>
        <p:txBody>
          <a:bodyPr anchor="b"/>
          <a:lstStyle>
            <a:lvl1pPr>
              <a:defRPr>
                <a:solidFill>
                  <a:schemeClr val="accent3"/>
                </a:solidFill>
              </a:defRPr>
            </a:lvl1pPr>
          </a:lstStyle>
          <a:p>
            <a:r>
              <a:rPr lang="en-GB" dirty="0"/>
              <a:t>Short title</a:t>
            </a:r>
          </a:p>
        </p:txBody>
      </p:sp>
      <p:sp>
        <p:nvSpPr>
          <p:cNvPr id="7" name="Subtitle 2">
            <a:extLst>
              <a:ext uri="{FF2B5EF4-FFF2-40B4-BE49-F238E27FC236}">
                <a16:creationId xmlns:a16="http://schemas.microsoft.com/office/drawing/2014/main" id="{F4B38B19-CADF-4FC1-9242-DEBCD1E6C247}"/>
              </a:ext>
            </a:extLst>
          </p:cNvPr>
          <p:cNvSpPr>
            <a:spLocks noGrp="1"/>
          </p:cNvSpPr>
          <p:nvPr>
            <p:ph type="subTitle" idx="13" hasCustomPrompt="1"/>
          </p:nvPr>
        </p:nvSpPr>
        <p:spPr>
          <a:xfrm>
            <a:off x="345600" y="4590000"/>
            <a:ext cx="3343750" cy="1410305"/>
          </a:xfrm>
        </p:spPr>
        <p:txBody>
          <a:bodyPr>
            <a:noAutofit/>
          </a:bodyPr>
          <a:lstStyle>
            <a:lvl1pPr marL="0" indent="0" algn="l">
              <a:lnSpc>
                <a:spcPct val="90000"/>
              </a:lnSpc>
              <a:spcBef>
                <a:spcPts val="0"/>
              </a:spcBef>
              <a:buNone/>
              <a:defRPr sz="2100">
                <a:solidFill>
                  <a:schemeClr val="accent1"/>
                </a:solidFill>
                <a:latin typeface="+mn-lt"/>
              </a:defRPr>
            </a:lvl1pPr>
            <a:lvl2pPr marL="0" indent="0" algn="l">
              <a:buNone/>
              <a:defRPr sz="2100">
                <a:solidFill>
                  <a:schemeClr val="accent1"/>
                </a:solidFill>
                <a:latin typeface="+mn-lt"/>
              </a:defRPr>
            </a:lvl2pPr>
            <a:lvl3pPr marL="0" indent="0" algn="l">
              <a:buNone/>
              <a:defRPr sz="2100">
                <a:solidFill>
                  <a:schemeClr val="accent1"/>
                </a:solidFill>
                <a:latin typeface="+mn-lt"/>
              </a:defRPr>
            </a:lvl3pPr>
            <a:lvl4pPr marL="0" indent="0" algn="l">
              <a:buNone/>
              <a:defRPr sz="2100">
                <a:solidFill>
                  <a:schemeClr val="accent1"/>
                </a:solidFill>
                <a:latin typeface="+mn-lt"/>
              </a:defRPr>
            </a:lvl4pPr>
            <a:lvl5pPr marL="0" indent="0" algn="l">
              <a:buNone/>
              <a:defRPr sz="2100">
                <a:solidFill>
                  <a:schemeClr val="accent1"/>
                </a:solidFill>
                <a:latin typeface="+mn-lt"/>
              </a:defRPr>
            </a:lvl5pPr>
            <a:lvl6pPr marL="0" indent="0" algn="l">
              <a:buNone/>
              <a:defRPr sz="2100">
                <a:solidFill>
                  <a:schemeClr val="accent1"/>
                </a:solidFill>
                <a:latin typeface="+mn-lt"/>
              </a:defRPr>
            </a:lvl6pPr>
            <a:lvl7pPr marL="0" indent="0" algn="l">
              <a:buNone/>
              <a:defRPr sz="2100">
                <a:solidFill>
                  <a:schemeClr val="accent1"/>
                </a:solidFill>
                <a:latin typeface="+mn-lt"/>
              </a:defRPr>
            </a:lvl7pPr>
            <a:lvl8pPr marL="0" indent="0" algn="l">
              <a:buNone/>
              <a:defRPr sz="2100">
                <a:solidFill>
                  <a:schemeClr val="accent1"/>
                </a:solidFill>
                <a:latin typeface="+mn-lt"/>
              </a:defRPr>
            </a:lvl8pPr>
            <a:lvl9pPr marL="0" indent="0" algn="l">
              <a:buNone/>
              <a:defRPr sz="2100">
                <a:solidFill>
                  <a:schemeClr val="accent1"/>
                </a:solidFill>
                <a:latin typeface="+mn-lt"/>
              </a:defRPr>
            </a:lvl9pPr>
          </a:lstStyle>
          <a:p>
            <a:r>
              <a:rPr lang="en-GB" dirty="0"/>
              <a:t>Click to add subtitle</a:t>
            </a:r>
          </a:p>
        </p:txBody>
      </p:sp>
      <p:sp>
        <p:nvSpPr>
          <p:cNvPr id="21" name="Text Placeholder 13">
            <a:extLst>
              <a:ext uri="{FF2B5EF4-FFF2-40B4-BE49-F238E27FC236}">
                <a16:creationId xmlns:a16="http://schemas.microsoft.com/office/drawing/2014/main" id="{0E5DF87C-1B84-491A-8BE0-03F3EBFD02F6}"/>
              </a:ext>
            </a:extLst>
          </p:cNvPr>
          <p:cNvSpPr>
            <a:spLocks noGrp="1"/>
          </p:cNvSpPr>
          <p:nvPr>
            <p:ph type="body" sz="quarter" idx="16" hasCustomPrompt="1"/>
          </p:nvPr>
        </p:nvSpPr>
        <p:spPr>
          <a:xfrm>
            <a:off x="4034368" y="3528000"/>
            <a:ext cx="1810800" cy="2473200"/>
          </a:xfrm>
        </p:spPr>
        <p:txBody>
          <a:bodyPr vert="horz" lIns="0" tIns="0" rIns="0" bIns="0" rtlCol="0">
            <a:normAutofit/>
          </a:bodyPr>
          <a:lstStyle>
            <a:lvl1pPr marL="0" indent="0">
              <a:buFont typeface="Arial" panose="020B0604020202020204" pitchFamily="34" charset="0"/>
              <a:buChar char="​"/>
              <a:defRPr lang="en-US" sz="1300" dirty="0" smtClean="0">
                <a:solidFill>
                  <a:schemeClr val="accent1"/>
                </a:solidFill>
                <a:latin typeface="+mn-lt"/>
              </a:defRPr>
            </a:lvl1pPr>
            <a:lvl2pPr marL="230400" indent="-230400">
              <a:buFont typeface="Arial" panose="020B0604020202020204" pitchFamily="34" charset="0"/>
              <a:buChar char="•"/>
              <a:defRPr lang="en-GB" sz="1300" dirty="0">
                <a:solidFill>
                  <a:schemeClr val="accent1"/>
                </a:solidFill>
                <a:latin typeface="+mn-lt"/>
              </a:defRPr>
            </a:lvl2pPr>
            <a:lvl3pPr marL="460800" indent="-230400">
              <a:buFont typeface="Tieto Sans" pitchFamily="2" charset="0"/>
              <a:buChar char="−"/>
              <a:defRPr lang="en-US" sz="1300" dirty="0" smtClean="0">
                <a:solidFill>
                  <a:schemeClr val="accent1"/>
                </a:solidFill>
                <a:latin typeface="+mn-lt"/>
              </a:defRPr>
            </a:lvl3pPr>
            <a:lvl4pPr marL="691200" indent="-230400">
              <a:buFont typeface="Wingdings" panose="05000000000000000000" pitchFamily="2" charset="2"/>
              <a:buChar char="§"/>
              <a:defRPr lang="en-US" sz="1300" dirty="0" smtClean="0">
                <a:solidFill>
                  <a:schemeClr val="accent1"/>
                </a:solidFill>
                <a:latin typeface="+mn-lt"/>
              </a:defRPr>
            </a:lvl4pPr>
            <a:lvl5pPr marL="0" indent="0">
              <a:buFont typeface="Arial" panose="020B0604020202020204" pitchFamily="34" charset="0"/>
              <a:buChar char="​"/>
              <a:defRPr lang="en-US" sz="1600" dirty="0" smtClean="0">
                <a:solidFill>
                  <a:schemeClr val="accent3"/>
                </a:solidFill>
              </a:defRPr>
            </a:lvl5pPr>
            <a:lvl6pPr>
              <a:defRPr lang="en-US" sz="1600" dirty="0" smtClean="0">
                <a:solidFill>
                  <a:schemeClr val="accent1"/>
                </a:solidFill>
              </a:defRPr>
            </a:lvl6pPr>
            <a:lvl7pPr>
              <a:defRPr lang="en-US" sz="2000" dirty="0" smtClean="0">
                <a:solidFill>
                  <a:schemeClr val="accent1"/>
                </a:solidFill>
              </a:defRPr>
            </a:lvl7pPr>
            <a:lvl8pPr>
              <a:defRPr lang="en-US" sz="2800" dirty="0" smtClean="0">
                <a:solidFill>
                  <a:schemeClr val="accent1"/>
                </a:solidFill>
              </a:defRPr>
            </a:lvl8pPr>
            <a:lvl9pPr>
              <a:defRPr lang="en-US" sz="4400" dirty="0" smtClean="0">
                <a:solidFill>
                  <a:schemeClr val="accent1"/>
                </a:solidFill>
              </a:defRPr>
            </a:lvl9pPr>
          </a:lstStyle>
          <a:p>
            <a:pPr lvl="0"/>
            <a:r>
              <a:rPr lang="en-GB" dirty="0"/>
              <a:t>Click to add text                Press ENTER then TAB to view next text style         Press SHIFT+TAB to view previous text style</a:t>
            </a:r>
          </a:p>
        </p:txBody>
      </p:sp>
      <p:sp>
        <p:nvSpPr>
          <p:cNvPr id="22" name="Text Placeholder 13">
            <a:extLst>
              <a:ext uri="{FF2B5EF4-FFF2-40B4-BE49-F238E27FC236}">
                <a16:creationId xmlns:a16="http://schemas.microsoft.com/office/drawing/2014/main" id="{5647C692-E63D-49B1-87FE-EBCEE077435D}"/>
              </a:ext>
            </a:extLst>
          </p:cNvPr>
          <p:cNvSpPr>
            <a:spLocks noGrp="1"/>
          </p:cNvSpPr>
          <p:nvPr>
            <p:ph type="body" sz="quarter" idx="17" hasCustomPrompt="1"/>
          </p:nvPr>
        </p:nvSpPr>
        <p:spPr>
          <a:xfrm>
            <a:off x="6034091" y="3528000"/>
            <a:ext cx="1810800" cy="2473200"/>
          </a:xfrm>
          <a:noFill/>
        </p:spPr>
        <p:txBody>
          <a:bodyPr lIns="0" tIns="0" rIns="0" bIns="0">
            <a:normAutofit/>
          </a:bodyPr>
          <a:lstStyle>
            <a:lvl1pPr marL="0" indent="0">
              <a:buFont typeface="Arial" panose="020B0604020202020204" pitchFamily="34" charset="0"/>
              <a:buChar char="​"/>
              <a:defRPr sz="1300">
                <a:solidFill>
                  <a:schemeClr val="accent1"/>
                </a:solidFill>
                <a:latin typeface="+mn-lt"/>
              </a:defRPr>
            </a:lvl1pPr>
            <a:lvl2pPr marL="230400" indent="-230400">
              <a:buFont typeface="Arial" panose="020B0604020202020204" pitchFamily="34" charset="0"/>
              <a:buChar char="•"/>
              <a:defRPr sz="1300">
                <a:solidFill>
                  <a:schemeClr val="accent1"/>
                </a:solidFill>
                <a:latin typeface="+mn-lt"/>
              </a:defRPr>
            </a:lvl2pPr>
            <a:lvl3pPr marL="460800" indent="-230400">
              <a:buFont typeface="Tieto Sans" pitchFamily="2" charset="0"/>
              <a:buChar char="−"/>
              <a:defRPr sz="1300">
                <a:solidFill>
                  <a:schemeClr val="accent1"/>
                </a:solidFill>
                <a:latin typeface="+mn-lt"/>
              </a:defRPr>
            </a:lvl3pPr>
            <a:lvl4pPr marL="691200" indent="-230400">
              <a:buFont typeface="Wingdings" panose="05000000000000000000" pitchFamily="2" charset="2"/>
              <a:buChar char="§"/>
              <a:defRPr sz="1300">
                <a:solidFill>
                  <a:schemeClr val="accent1"/>
                </a:solidFill>
                <a:latin typeface="+mn-lt"/>
              </a:defRPr>
            </a:lvl4pPr>
            <a:lvl5pPr marL="0" indent="0">
              <a:buFont typeface="Arial" panose="020B0604020202020204" pitchFamily="34" charset="0"/>
              <a:buChar char="​"/>
              <a:defRPr sz="1600">
                <a:solidFill>
                  <a:schemeClr val="accent3"/>
                </a:solidFill>
              </a:defRPr>
            </a:lvl5pPr>
            <a:lvl6pPr>
              <a:defRPr sz="1400">
                <a:solidFill>
                  <a:schemeClr val="accent1"/>
                </a:solidFill>
              </a:defRPr>
            </a:lvl6pPr>
            <a:lvl7pPr>
              <a:defRPr sz="2000">
                <a:solidFill>
                  <a:schemeClr val="accent1"/>
                </a:solidFill>
              </a:defRPr>
            </a:lvl7pPr>
            <a:lvl8pPr>
              <a:defRPr sz="2800">
                <a:solidFill>
                  <a:schemeClr val="accent1"/>
                </a:solidFill>
              </a:defRPr>
            </a:lvl8pPr>
            <a:lvl9pPr>
              <a:defRPr sz="4400">
                <a:solidFill>
                  <a:schemeClr val="accent1"/>
                </a:solidFill>
              </a:defRPr>
            </a:lvl9pPr>
          </a:lstStyle>
          <a:p>
            <a:pPr lvl="0"/>
            <a:r>
              <a:rPr lang="en-GB" dirty="0"/>
              <a:t>Click to add text                Press ENTER then TAB to view next text style         Press SHIFT+TAB to view previous text style</a:t>
            </a:r>
          </a:p>
        </p:txBody>
      </p:sp>
      <p:sp>
        <p:nvSpPr>
          <p:cNvPr id="23" name="Text Placeholder 13">
            <a:extLst>
              <a:ext uri="{FF2B5EF4-FFF2-40B4-BE49-F238E27FC236}">
                <a16:creationId xmlns:a16="http://schemas.microsoft.com/office/drawing/2014/main" id="{93A47FA5-323D-4520-BD12-CAE38918374A}"/>
              </a:ext>
            </a:extLst>
          </p:cNvPr>
          <p:cNvSpPr>
            <a:spLocks noGrp="1"/>
          </p:cNvSpPr>
          <p:nvPr>
            <p:ph type="body" sz="quarter" idx="18" hasCustomPrompt="1"/>
          </p:nvPr>
        </p:nvSpPr>
        <p:spPr>
          <a:xfrm>
            <a:off x="8033814" y="3528000"/>
            <a:ext cx="1810800" cy="2473200"/>
          </a:xfrm>
          <a:noFill/>
        </p:spPr>
        <p:txBody>
          <a:bodyPr lIns="0" tIns="0" rIns="0" bIns="0">
            <a:normAutofit/>
          </a:bodyPr>
          <a:lstStyle>
            <a:lvl1pPr marL="0" indent="0">
              <a:buFont typeface="Arial" panose="020B0604020202020204" pitchFamily="34" charset="0"/>
              <a:buChar char="​"/>
              <a:defRPr sz="1300">
                <a:solidFill>
                  <a:schemeClr val="accent1"/>
                </a:solidFill>
                <a:latin typeface="+mn-lt"/>
              </a:defRPr>
            </a:lvl1pPr>
            <a:lvl2pPr marL="230400" indent="-230400">
              <a:buFont typeface="Arial" panose="020B0604020202020204" pitchFamily="34" charset="0"/>
              <a:buChar char="•"/>
              <a:defRPr sz="1300">
                <a:solidFill>
                  <a:schemeClr val="accent1"/>
                </a:solidFill>
                <a:latin typeface="+mn-lt"/>
              </a:defRPr>
            </a:lvl2pPr>
            <a:lvl3pPr marL="460800" indent="-230400">
              <a:buFont typeface="Tieto Sans" pitchFamily="2" charset="0"/>
              <a:buChar char="−"/>
              <a:defRPr sz="1300">
                <a:solidFill>
                  <a:schemeClr val="accent1"/>
                </a:solidFill>
                <a:latin typeface="+mn-lt"/>
              </a:defRPr>
            </a:lvl3pPr>
            <a:lvl4pPr marL="691200" indent="-230400">
              <a:buFont typeface="Wingdings" panose="05000000000000000000" pitchFamily="2" charset="2"/>
              <a:buChar char="§"/>
              <a:defRPr sz="1300">
                <a:solidFill>
                  <a:schemeClr val="accent1"/>
                </a:solidFill>
                <a:latin typeface="+mn-lt"/>
              </a:defRPr>
            </a:lvl4pPr>
            <a:lvl5pPr marL="0" indent="0">
              <a:buFont typeface="Arial" panose="020B0604020202020204" pitchFamily="34" charset="0"/>
              <a:buChar char="​"/>
              <a:defRPr sz="1600">
                <a:solidFill>
                  <a:schemeClr val="accent3"/>
                </a:solidFill>
              </a:defRPr>
            </a:lvl5pPr>
            <a:lvl6pPr>
              <a:defRPr sz="1600">
                <a:solidFill>
                  <a:schemeClr val="accent1"/>
                </a:solidFill>
              </a:defRPr>
            </a:lvl6pPr>
            <a:lvl7pPr>
              <a:defRPr sz="2000">
                <a:solidFill>
                  <a:schemeClr val="accent1"/>
                </a:solidFill>
              </a:defRPr>
            </a:lvl7pPr>
            <a:lvl8pPr>
              <a:defRPr sz="2800">
                <a:solidFill>
                  <a:schemeClr val="accent1"/>
                </a:solidFill>
              </a:defRPr>
            </a:lvl8pPr>
            <a:lvl9pPr>
              <a:defRPr sz="4400">
                <a:solidFill>
                  <a:schemeClr val="accent1"/>
                </a:solidFill>
              </a:defRPr>
            </a:lvl9pPr>
          </a:lstStyle>
          <a:p>
            <a:pPr lvl="0"/>
            <a:r>
              <a:rPr lang="en-GB" dirty="0"/>
              <a:t>Click to add text                Press ENTER then TAB to view next text style         Press SHIFT+TAB to view previous text style</a:t>
            </a:r>
          </a:p>
        </p:txBody>
      </p:sp>
      <p:sp>
        <p:nvSpPr>
          <p:cNvPr id="15" name="Text Placeholder 13">
            <a:extLst>
              <a:ext uri="{FF2B5EF4-FFF2-40B4-BE49-F238E27FC236}">
                <a16:creationId xmlns:a16="http://schemas.microsoft.com/office/drawing/2014/main" id="{5F8C725A-89A3-4153-BB30-F09829AE0801}"/>
              </a:ext>
            </a:extLst>
          </p:cNvPr>
          <p:cNvSpPr>
            <a:spLocks noGrp="1"/>
          </p:cNvSpPr>
          <p:nvPr>
            <p:ph type="body" sz="quarter" idx="19" hasCustomPrompt="1"/>
          </p:nvPr>
        </p:nvSpPr>
        <p:spPr>
          <a:xfrm>
            <a:off x="10033538" y="3528000"/>
            <a:ext cx="1810800" cy="2473200"/>
          </a:xfrm>
          <a:noFill/>
        </p:spPr>
        <p:txBody>
          <a:bodyPr lIns="0" tIns="0" rIns="0" bIns="0">
            <a:normAutofit/>
          </a:bodyPr>
          <a:lstStyle>
            <a:lvl1pPr marL="0" indent="0">
              <a:buFont typeface="Arial" panose="020B0604020202020204" pitchFamily="34" charset="0"/>
              <a:buChar char="​"/>
              <a:defRPr sz="1333">
                <a:solidFill>
                  <a:schemeClr val="accent1"/>
                </a:solidFill>
              </a:defRPr>
            </a:lvl1pPr>
            <a:lvl2pPr marL="230400" indent="-230400">
              <a:buFont typeface="Arial" panose="020B0604020202020204" pitchFamily="34" charset="0"/>
              <a:buChar char="•"/>
              <a:defRPr sz="1300">
                <a:solidFill>
                  <a:schemeClr val="accent1"/>
                </a:solidFill>
                <a:latin typeface="+mn-lt"/>
              </a:defRPr>
            </a:lvl2pPr>
            <a:lvl3pPr marL="460800" indent="-230400">
              <a:buFont typeface="Tieto Sans" pitchFamily="2" charset="0"/>
              <a:buChar char="−"/>
              <a:defRPr sz="1300">
                <a:solidFill>
                  <a:schemeClr val="accent1"/>
                </a:solidFill>
                <a:latin typeface="+mn-lt"/>
              </a:defRPr>
            </a:lvl3pPr>
            <a:lvl4pPr marL="691200" indent="-230400">
              <a:buFont typeface="Wingdings" panose="05000000000000000000" pitchFamily="2" charset="2"/>
              <a:buChar char="§"/>
              <a:defRPr sz="1300">
                <a:solidFill>
                  <a:schemeClr val="accent1"/>
                </a:solidFill>
                <a:latin typeface="+mn-lt"/>
              </a:defRPr>
            </a:lvl4pPr>
            <a:lvl5pPr marL="0" indent="0">
              <a:buFont typeface="Arial" panose="020B0604020202020204" pitchFamily="34" charset="0"/>
              <a:buChar char="​"/>
              <a:defRPr sz="1600">
                <a:solidFill>
                  <a:schemeClr val="accent3"/>
                </a:solidFill>
              </a:defRPr>
            </a:lvl5pPr>
            <a:lvl6pPr>
              <a:defRPr sz="1600">
                <a:solidFill>
                  <a:schemeClr val="accent1"/>
                </a:solidFill>
              </a:defRPr>
            </a:lvl6pPr>
            <a:lvl7pPr>
              <a:defRPr sz="2000">
                <a:solidFill>
                  <a:schemeClr val="accent1"/>
                </a:solidFill>
              </a:defRPr>
            </a:lvl7pPr>
            <a:lvl8pPr>
              <a:defRPr sz="2800">
                <a:solidFill>
                  <a:schemeClr val="accent1"/>
                </a:solidFill>
              </a:defRPr>
            </a:lvl8pPr>
            <a:lvl9pPr>
              <a:defRPr sz="4400">
                <a:solidFill>
                  <a:schemeClr val="accent1"/>
                </a:solidFill>
              </a:defRPr>
            </a:lvl9pPr>
          </a:lstStyle>
          <a:p>
            <a:pPr lvl="0"/>
            <a:r>
              <a:rPr lang="en-GB" dirty="0"/>
              <a:t>Click to add text                Press ENTER then TAB to view next text style         Press SHIFT+TAB to view previous text style</a:t>
            </a:r>
          </a:p>
        </p:txBody>
      </p:sp>
      <p:sp>
        <p:nvSpPr>
          <p:cNvPr id="4" name="Date Placeholder 3" hidden="1">
            <a:extLst>
              <a:ext uri="{FF2B5EF4-FFF2-40B4-BE49-F238E27FC236}">
                <a16:creationId xmlns:a16="http://schemas.microsoft.com/office/drawing/2014/main" id="{4F8F69DE-5BE9-B66B-679B-24FA92EA62F4}"/>
              </a:ext>
            </a:extLst>
          </p:cNvPr>
          <p:cNvSpPr>
            <a:spLocks noGrp="1"/>
          </p:cNvSpPr>
          <p:nvPr>
            <p:ph type="dt" sz="half" idx="24"/>
          </p:nvPr>
        </p:nvSpPr>
        <p:spPr/>
        <p:txBody>
          <a:bodyPr/>
          <a:lstStyle/>
          <a:p>
            <a:fld id="{947EFE11-7285-4911-9BD4-14E242489E32}" type="datetime3">
              <a:rPr lang="en-GB" smtClean="0"/>
              <a:t>21 July, 2026</a:t>
            </a:fld>
            <a:endParaRPr lang="en-GB" dirty="0"/>
          </a:p>
        </p:txBody>
      </p:sp>
      <p:sp>
        <p:nvSpPr>
          <p:cNvPr id="5" name="Footer Placeholder 4">
            <a:extLst>
              <a:ext uri="{FF2B5EF4-FFF2-40B4-BE49-F238E27FC236}">
                <a16:creationId xmlns:a16="http://schemas.microsoft.com/office/drawing/2014/main" id="{4DE00FD6-3119-9725-943D-0CB0946B8680}"/>
              </a:ext>
            </a:extLst>
          </p:cNvPr>
          <p:cNvSpPr>
            <a:spLocks noGrp="1"/>
          </p:cNvSpPr>
          <p:nvPr>
            <p:ph type="ftr" sz="quarter" idx="25"/>
          </p:nvPr>
        </p:nvSpPr>
        <p:spPr/>
        <p:txBody>
          <a:bodyPr/>
          <a:lstStyle/>
          <a:p>
            <a:r>
              <a:rPr lang="en-GB" dirty="0"/>
              <a:t>Confidential</a:t>
            </a:r>
          </a:p>
        </p:txBody>
      </p:sp>
      <p:sp>
        <p:nvSpPr>
          <p:cNvPr id="9" name="Slide Number Placeholder 8">
            <a:extLst>
              <a:ext uri="{FF2B5EF4-FFF2-40B4-BE49-F238E27FC236}">
                <a16:creationId xmlns:a16="http://schemas.microsoft.com/office/drawing/2014/main" id="{D2F1939B-5C27-67F0-AE5E-5BE5DBE422B5}"/>
              </a:ext>
            </a:extLst>
          </p:cNvPr>
          <p:cNvSpPr>
            <a:spLocks noGrp="1"/>
          </p:cNvSpPr>
          <p:nvPr>
            <p:ph type="sldNum" sz="quarter" idx="23"/>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215140485"/>
      </p:ext>
    </p:extLst>
  </p:cSld>
  <p:clrMapOvr>
    <a:masterClrMapping/>
  </p:clrMapOvr>
  <p:extLst>
    <p:ext uri="{DCECCB84-F9BA-43D5-87BE-67443E8EF086}">
      <p15:sldGuideLst xmlns:p15="http://schemas.microsoft.com/office/powerpoint/2012/main">
        <p15:guide id="6" pos="2541" userDrawn="1">
          <p15:clr>
            <a:srgbClr val="A4A3A4"/>
          </p15:clr>
        </p15:guide>
        <p15:guide id="13" pos="2324" userDrawn="1">
          <p15:clr>
            <a:srgbClr val="A4A3A4"/>
          </p15:clr>
        </p15:guide>
        <p15:guide id="14" pos="3800" userDrawn="1">
          <p15:clr>
            <a:srgbClr val="A4A3A4"/>
          </p15:clr>
        </p15:guide>
        <p15:guide id="15" pos="5061" userDrawn="1">
          <p15:clr>
            <a:srgbClr val="A4A3A4"/>
          </p15:clr>
        </p15:guide>
        <p15:guide id="16" pos="6320" userDrawn="1">
          <p15:clr>
            <a:srgbClr val="A4A3A4"/>
          </p15:clr>
        </p15:guide>
        <p15:guide id="17" pos="3682" userDrawn="1">
          <p15:clr>
            <a:srgbClr val="A4A3A4"/>
          </p15:clr>
        </p15:guide>
        <p15:guide id="18" pos="4941" userDrawn="1">
          <p15:clr>
            <a:srgbClr val="A4A3A4"/>
          </p15:clr>
        </p15:guide>
        <p15:guide id="19" pos="6202" userDrawn="1">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Quote and picture">
    <p:bg>
      <p:bgPr>
        <a:solidFill>
          <a:schemeClr val="bg1">
            <a:alpha val="75000"/>
          </a:schemeClr>
        </a:solidFill>
        <a:effectLst/>
      </p:bgPr>
    </p:bg>
    <p:spTree>
      <p:nvGrpSpPr>
        <p:cNvPr id="1" name=""/>
        <p:cNvGrpSpPr/>
        <p:nvPr/>
      </p:nvGrpSpPr>
      <p:grpSpPr>
        <a:xfrm>
          <a:off x="0" y="0"/>
          <a:ext cx="0" cy="0"/>
          <a:chOff x="0" y="0"/>
          <a:chExt cx="0" cy="0"/>
        </a:xfrm>
      </p:grpSpPr>
      <p:sp>
        <p:nvSpPr>
          <p:cNvPr id="18" name="White background">
            <a:extLst>
              <a:ext uri="{FF2B5EF4-FFF2-40B4-BE49-F238E27FC236}">
                <a16:creationId xmlns:a16="http://schemas.microsoft.com/office/drawing/2014/main" id="{E2CD55CE-35A5-4A91-74C7-8638D1ADBA0B}"/>
              </a:ext>
            </a:extLst>
          </p:cNvPr>
          <p:cNvSpPr/>
          <p:nvPr userDrawn="1"/>
        </p:nvSpPr>
        <p:spPr bwMode="white">
          <a:xfrm>
            <a:off x="0" y="0"/>
            <a:ext cx="12192000" cy="6857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dirty="0" err="1">
              <a:solidFill>
                <a:schemeClr val="accent1"/>
              </a:solidFill>
            </a:endParaRPr>
          </a:p>
        </p:txBody>
      </p:sp>
      <p:sp>
        <p:nvSpPr>
          <p:cNvPr id="4" name="Picture Placeholder 3">
            <a:extLst>
              <a:ext uri="{FF2B5EF4-FFF2-40B4-BE49-F238E27FC236}">
                <a16:creationId xmlns:a16="http://schemas.microsoft.com/office/drawing/2014/main" id="{A33BE24E-DDCC-4A33-AE27-0EB57A45FECF}"/>
              </a:ext>
            </a:extLst>
          </p:cNvPr>
          <p:cNvSpPr>
            <a:spLocks noGrp="1"/>
          </p:cNvSpPr>
          <p:nvPr>
            <p:ph type="pic" sz="quarter" idx="17" hasCustomPrompt="1"/>
          </p:nvPr>
        </p:nvSpPr>
        <p:spPr>
          <a:xfrm>
            <a:off x="0" y="0"/>
            <a:ext cx="12192000" cy="6858000"/>
          </a:xfrm>
          <a:custGeom>
            <a:avLst/>
            <a:gdLst>
              <a:gd name="csX0" fmla="*/ 591984 w 12192000"/>
              <a:gd name="csY0" fmla="*/ 6587560 h 6858000"/>
              <a:gd name="csX1" fmla="*/ 617981 w 12192000"/>
              <a:gd name="csY1" fmla="*/ 6587560 h 6858000"/>
              <a:gd name="csX2" fmla="*/ 623552 w 12192000"/>
              <a:gd name="csY2" fmla="*/ 6593126 h 6858000"/>
              <a:gd name="csX3" fmla="*/ 623552 w 12192000"/>
              <a:gd name="csY3" fmla="*/ 6632705 h 6858000"/>
              <a:gd name="csX4" fmla="*/ 617981 w 12192000"/>
              <a:gd name="csY4" fmla="*/ 6638271 h 6858000"/>
              <a:gd name="csX5" fmla="*/ 591984 w 12192000"/>
              <a:gd name="csY5" fmla="*/ 6638271 h 6858000"/>
              <a:gd name="csX6" fmla="*/ 586413 w 12192000"/>
              <a:gd name="csY6" fmla="*/ 6632705 h 6858000"/>
              <a:gd name="csX7" fmla="*/ 586413 w 12192000"/>
              <a:gd name="csY7" fmla="*/ 6593126 h 6858000"/>
              <a:gd name="csX8" fmla="*/ 591984 w 12192000"/>
              <a:gd name="csY8" fmla="*/ 6587560 h 6858000"/>
              <a:gd name="csX9" fmla="*/ 457357 w 12192000"/>
              <a:gd name="csY9" fmla="*/ 6587560 h 6858000"/>
              <a:gd name="csX10" fmla="*/ 480723 w 12192000"/>
              <a:gd name="csY10" fmla="*/ 6587560 h 6858000"/>
              <a:gd name="csX11" fmla="*/ 485365 w 12192000"/>
              <a:gd name="csY11" fmla="*/ 6592043 h 6858000"/>
              <a:gd name="csX12" fmla="*/ 482116 w 12192000"/>
              <a:gd name="csY12" fmla="*/ 6596991 h 6858000"/>
              <a:gd name="csX13" fmla="*/ 451786 w 12192000"/>
              <a:gd name="csY13" fmla="*/ 6611833 h 6858000"/>
              <a:gd name="csX14" fmla="*/ 451786 w 12192000"/>
              <a:gd name="csY14" fmla="*/ 6593126 h 6858000"/>
              <a:gd name="csX15" fmla="*/ 457357 w 12192000"/>
              <a:gd name="csY15" fmla="*/ 6587560 h 6858000"/>
              <a:gd name="csX16" fmla="*/ 406601 w 12192000"/>
              <a:gd name="csY16" fmla="*/ 6574263 h 6858000"/>
              <a:gd name="csX17" fmla="*/ 406601 w 12192000"/>
              <a:gd name="csY17" fmla="*/ 6651876 h 6858000"/>
              <a:gd name="csX18" fmla="*/ 423623 w 12192000"/>
              <a:gd name="csY18" fmla="*/ 6651876 h 6858000"/>
              <a:gd name="csX19" fmla="*/ 423623 w 12192000"/>
              <a:gd name="csY19" fmla="*/ 6574263 h 6858000"/>
              <a:gd name="csX20" fmla="*/ 589508 w 12192000"/>
              <a:gd name="csY20" fmla="*/ 6573645 h 6858000"/>
              <a:gd name="csX21" fmla="*/ 569391 w 12192000"/>
              <a:gd name="csY21" fmla="*/ 6593744 h 6858000"/>
              <a:gd name="csX22" fmla="*/ 569391 w 12192000"/>
              <a:gd name="csY22" fmla="*/ 6632087 h 6858000"/>
              <a:gd name="csX23" fmla="*/ 589508 w 12192000"/>
              <a:gd name="csY23" fmla="*/ 6652185 h 6858000"/>
              <a:gd name="csX24" fmla="*/ 620457 w 12192000"/>
              <a:gd name="csY24" fmla="*/ 6652185 h 6858000"/>
              <a:gd name="csX25" fmla="*/ 640574 w 12192000"/>
              <a:gd name="csY25" fmla="*/ 6632087 h 6858000"/>
              <a:gd name="csX26" fmla="*/ 640574 w 12192000"/>
              <a:gd name="csY26" fmla="*/ 6593744 h 6858000"/>
              <a:gd name="csX27" fmla="*/ 620457 w 12192000"/>
              <a:gd name="csY27" fmla="*/ 6573645 h 6858000"/>
              <a:gd name="csX28" fmla="*/ 454881 w 12192000"/>
              <a:gd name="csY28" fmla="*/ 6573645 h 6858000"/>
              <a:gd name="csX29" fmla="*/ 434764 w 12192000"/>
              <a:gd name="csY29" fmla="*/ 6593744 h 6858000"/>
              <a:gd name="csX30" fmla="*/ 434764 w 12192000"/>
              <a:gd name="csY30" fmla="*/ 6631777 h 6858000"/>
              <a:gd name="csX31" fmla="*/ 454881 w 12192000"/>
              <a:gd name="csY31" fmla="*/ 6651876 h 6858000"/>
              <a:gd name="csX32" fmla="*/ 501149 w 12192000"/>
              <a:gd name="csY32" fmla="*/ 6651876 h 6858000"/>
              <a:gd name="csX33" fmla="*/ 501149 w 12192000"/>
              <a:gd name="csY33" fmla="*/ 6637962 h 6858000"/>
              <a:gd name="csX34" fmla="*/ 457357 w 12192000"/>
              <a:gd name="csY34" fmla="*/ 6637962 h 6858000"/>
              <a:gd name="csX35" fmla="*/ 451786 w 12192000"/>
              <a:gd name="csY35" fmla="*/ 6632396 h 6858000"/>
              <a:gd name="csX36" fmla="*/ 451786 w 12192000"/>
              <a:gd name="csY36" fmla="*/ 6627912 h 6858000"/>
              <a:gd name="csX37" fmla="*/ 490472 w 12192000"/>
              <a:gd name="csY37" fmla="*/ 6609050 h 6858000"/>
              <a:gd name="csX38" fmla="*/ 502387 w 12192000"/>
              <a:gd name="csY38" fmla="*/ 6591579 h 6858000"/>
              <a:gd name="csX39" fmla="*/ 483199 w 12192000"/>
              <a:gd name="csY39" fmla="*/ 6573645 h 6858000"/>
              <a:gd name="csX40" fmla="*/ 528384 w 12192000"/>
              <a:gd name="csY40" fmla="*/ 6552000 h 6858000"/>
              <a:gd name="csX41" fmla="*/ 512446 w 12192000"/>
              <a:gd name="csY41" fmla="*/ 6559730 h 6858000"/>
              <a:gd name="csX42" fmla="*/ 512446 w 12192000"/>
              <a:gd name="csY42" fmla="*/ 6631777 h 6858000"/>
              <a:gd name="csX43" fmla="*/ 532562 w 12192000"/>
              <a:gd name="csY43" fmla="*/ 6651876 h 6858000"/>
              <a:gd name="csX44" fmla="*/ 560726 w 12192000"/>
              <a:gd name="csY44" fmla="*/ 6651876 h 6858000"/>
              <a:gd name="csX45" fmla="*/ 560726 w 12192000"/>
              <a:gd name="csY45" fmla="*/ 6637962 h 6858000"/>
              <a:gd name="csX46" fmla="*/ 535038 w 12192000"/>
              <a:gd name="csY46" fmla="*/ 6637962 h 6858000"/>
              <a:gd name="csX47" fmla="*/ 529467 w 12192000"/>
              <a:gd name="csY47" fmla="*/ 6632396 h 6858000"/>
              <a:gd name="csX48" fmla="*/ 529467 w 12192000"/>
              <a:gd name="csY48" fmla="*/ 6588178 h 6858000"/>
              <a:gd name="csX49" fmla="*/ 560726 w 12192000"/>
              <a:gd name="csY49" fmla="*/ 6588178 h 6858000"/>
              <a:gd name="csX50" fmla="*/ 560726 w 12192000"/>
              <a:gd name="csY50" fmla="*/ 6574263 h 6858000"/>
              <a:gd name="csX51" fmla="*/ 529467 w 12192000"/>
              <a:gd name="csY51" fmla="*/ 6574263 h 6858000"/>
              <a:gd name="csX52" fmla="*/ 529467 w 12192000"/>
              <a:gd name="csY52" fmla="*/ 6552000 h 6858000"/>
              <a:gd name="csX53" fmla="*/ 406601 w 12192000"/>
              <a:gd name="csY53" fmla="*/ 6552000 h 6858000"/>
              <a:gd name="csX54" fmla="*/ 406601 w 12192000"/>
              <a:gd name="csY54" fmla="*/ 6567461 h 6858000"/>
              <a:gd name="csX55" fmla="*/ 423623 w 12192000"/>
              <a:gd name="csY55" fmla="*/ 6567461 h 6858000"/>
              <a:gd name="csX56" fmla="*/ 423623 w 12192000"/>
              <a:gd name="csY56" fmla="*/ 6552000 h 6858000"/>
              <a:gd name="csX57" fmla="*/ 363118 w 12192000"/>
              <a:gd name="csY57" fmla="*/ 6552000 h 6858000"/>
              <a:gd name="csX58" fmla="*/ 347179 w 12192000"/>
              <a:gd name="csY58" fmla="*/ 6559730 h 6858000"/>
              <a:gd name="csX59" fmla="*/ 347179 w 12192000"/>
              <a:gd name="csY59" fmla="*/ 6631777 h 6858000"/>
              <a:gd name="csX60" fmla="*/ 367296 w 12192000"/>
              <a:gd name="csY60" fmla="*/ 6651876 h 6858000"/>
              <a:gd name="csX61" fmla="*/ 395459 w 12192000"/>
              <a:gd name="csY61" fmla="*/ 6651876 h 6858000"/>
              <a:gd name="csX62" fmla="*/ 395459 w 12192000"/>
              <a:gd name="csY62" fmla="*/ 6637962 h 6858000"/>
              <a:gd name="csX63" fmla="*/ 369772 w 12192000"/>
              <a:gd name="csY63" fmla="*/ 6637962 h 6858000"/>
              <a:gd name="csX64" fmla="*/ 364201 w 12192000"/>
              <a:gd name="csY64" fmla="*/ 6632396 h 6858000"/>
              <a:gd name="csX65" fmla="*/ 364201 w 12192000"/>
              <a:gd name="csY65" fmla="*/ 6588178 h 6858000"/>
              <a:gd name="csX66" fmla="*/ 395459 w 12192000"/>
              <a:gd name="csY66" fmla="*/ 6588178 h 6858000"/>
              <a:gd name="csX67" fmla="*/ 395459 w 12192000"/>
              <a:gd name="csY67" fmla="*/ 6574263 h 6858000"/>
              <a:gd name="csX68" fmla="*/ 364201 w 12192000"/>
              <a:gd name="csY68" fmla="*/ 6574263 h 6858000"/>
              <a:gd name="csX69" fmla="*/ 364201 w 12192000"/>
              <a:gd name="csY69" fmla="*/ 6552000 h 6858000"/>
              <a:gd name="csX70" fmla="*/ 0 w 12192000"/>
              <a:gd name="csY70" fmla="*/ 0 h 6858000"/>
              <a:gd name="csX71" fmla="*/ 12192000 w 12192000"/>
              <a:gd name="csY71" fmla="*/ 0 h 6858000"/>
              <a:gd name="csX72" fmla="*/ 12192000 w 12192000"/>
              <a:gd name="csY72" fmla="*/ 6858000 h 6858000"/>
              <a:gd name="csX73" fmla="*/ 0 w 12192000"/>
              <a:gd name="csY73"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Lst>
            <a:rect l="l" t="t" r="r" b="b"/>
            <a:pathLst>
              <a:path w="12192000" h="6858000">
                <a:moveTo>
                  <a:pt x="591984" y="6587560"/>
                </a:moveTo>
                <a:lnTo>
                  <a:pt x="617981" y="6587560"/>
                </a:lnTo>
                <a:cubicBezTo>
                  <a:pt x="621385" y="6587560"/>
                  <a:pt x="623552" y="6589724"/>
                  <a:pt x="623552" y="6593126"/>
                </a:cubicBezTo>
                <a:lnTo>
                  <a:pt x="623552" y="6632705"/>
                </a:lnTo>
                <a:cubicBezTo>
                  <a:pt x="623552" y="6636106"/>
                  <a:pt x="621385" y="6638271"/>
                  <a:pt x="617981" y="6638271"/>
                </a:cubicBezTo>
                <a:lnTo>
                  <a:pt x="591984" y="6638271"/>
                </a:lnTo>
                <a:cubicBezTo>
                  <a:pt x="588580" y="6638271"/>
                  <a:pt x="586413" y="6636106"/>
                  <a:pt x="586413" y="6632705"/>
                </a:cubicBezTo>
                <a:lnTo>
                  <a:pt x="586413" y="6593126"/>
                </a:lnTo>
                <a:cubicBezTo>
                  <a:pt x="586413" y="6589724"/>
                  <a:pt x="588580" y="6587560"/>
                  <a:pt x="591984" y="6587560"/>
                </a:cubicBezTo>
                <a:close/>
                <a:moveTo>
                  <a:pt x="457357" y="6587560"/>
                </a:moveTo>
                <a:lnTo>
                  <a:pt x="480723" y="6587560"/>
                </a:lnTo>
                <a:cubicBezTo>
                  <a:pt x="483818" y="6587560"/>
                  <a:pt x="485365" y="6589415"/>
                  <a:pt x="485365" y="6592043"/>
                </a:cubicBezTo>
                <a:cubicBezTo>
                  <a:pt x="485365" y="6594826"/>
                  <a:pt x="484127" y="6595908"/>
                  <a:pt x="482116" y="6596991"/>
                </a:cubicBezTo>
                <a:lnTo>
                  <a:pt x="451786" y="6611833"/>
                </a:lnTo>
                <a:lnTo>
                  <a:pt x="451786" y="6593126"/>
                </a:lnTo>
                <a:cubicBezTo>
                  <a:pt x="451786" y="6589724"/>
                  <a:pt x="453952" y="6587560"/>
                  <a:pt x="457357" y="6587560"/>
                </a:cubicBezTo>
                <a:close/>
                <a:moveTo>
                  <a:pt x="406601" y="6574263"/>
                </a:moveTo>
                <a:lnTo>
                  <a:pt x="406601" y="6651876"/>
                </a:lnTo>
                <a:lnTo>
                  <a:pt x="423623" y="6651876"/>
                </a:lnTo>
                <a:lnTo>
                  <a:pt x="423623" y="6574263"/>
                </a:lnTo>
                <a:close/>
                <a:moveTo>
                  <a:pt x="589508" y="6573645"/>
                </a:moveTo>
                <a:cubicBezTo>
                  <a:pt x="578057" y="6573645"/>
                  <a:pt x="569391" y="6582303"/>
                  <a:pt x="569391" y="6593744"/>
                </a:cubicBezTo>
                <a:lnTo>
                  <a:pt x="569391" y="6632087"/>
                </a:lnTo>
                <a:cubicBezTo>
                  <a:pt x="569391" y="6643527"/>
                  <a:pt x="578057" y="6652185"/>
                  <a:pt x="589508" y="6652185"/>
                </a:cubicBezTo>
                <a:lnTo>
                  <a:pt x="620457" y="6652185"/>
                </a:lnTo>
                <a:cubicBezTo>
                  <a:pt x="631908" y="6652185"/>
                  <a:pt x="640574" y="6643527"/>
                  <a:pt x="640574" y="6632087"/>
                </a:cubicBezTo>
                <a:lnTo>
                  <a:pt x="640574" y="6593744"/>
                </a:lnTo>
                <a:cubicBezTo>
                  <a:pt x="640574" y="6582303"/>
                  <a:pt x="631908" y="6573645"/>
                  <a:pt x="620457" y="6573645"/>
                </a:cubicBezTo>
                <a:close/>
                <a:moveTo>
                  <a:pt x="454881" y="6573645"/>
                </a:moveTo>
                <a:cubicBezTo>
                  <a:pt x="443430" y="6573645"/>
                  <a:pt x="434764" y="6582303"/>
                  <a:pt x="434764" y="6593744"/>
                </a:cubicBezTo>
                <a:lnTo>
                  <a:pt x="434764" y="6631777"/>
                </a:lnTo>
                <a:cubicBezTo>
                  <a:pt x="434764" y="6643218"/>
                  <a:pt x="443430" y="6651876"/>
                  <a:pt x="454881" y="6651876"/>
                </a:cubicBezTo>
                <a:lnTo>
                  <a:pt x="501149" y="6651876"/>
                </a:lnTo>
                <a:lnTo>
                  <a:pt x="501149" y="6637962"/>
                </a:lnTo>
                <a:lnTo>
                  <a:pt x="457357" y="6637962"/>
                </a:lnTo>
                <a:cubicBezTo>
                  <a:pt x="453952" y="6637962"/>
                  <a:pt x="451786" y="6635797"/>
                  <a:pt x="451786" y="6632396"/>
                </a:cubicBezTo>
                <a:lnTo>
                  <a:pt x="451786" y="6627912"/>
                </a:lnTo>
                <a:lnTo>
                  <a:pt x="490472" y="6609050"/>
                </a:lnTo>
                <a:cubicBezTo>
                  <a:pt x="499447" y="6604721"/>
                  <a:pt x="502387" y="6599774"/>
                  <a:pt x="502387" y="6591579"/>
                </a:cubicBezTo>
                <a:cubicBezTo>
                  <a:pt x="502387" y="6581994"/>
                  <a:pt x="495424" y="6573645"/>
                  <a:pt x="483199" y="6573645"/>
                </a:cubicBezTo>
                <a:close/>
                <a:moveTo>
                  <a:pt x="528384" y="6552000"/>
                </a:moveTo>
                <a:lnTo>
                  <a:pt x="512446" y="6559730"/>
                </a:lnTo>
                <a:lnTo>
                  <a:pt x="512446" y="6631777"/>
                </a:lnTo>
                <a:cubicBezTo>
                  <a:pt x="512446" y="6643527"/>
                  <a:pt x="520802" y="6651876"/>
                  <a:pt x="532562" y="6651876"/>
                </a:cubicBezTo>
                <a:lnTo>
                  <a:pt x="560726" y="6651876"/>
                </a:lnTo>
                <a:lnTo>
                  <a:pt x="560726" y="6637962"/>
                </a:lnTo>
                <a:lnTo>
                  <a:pt x="535038" y="6637962"/>
                </a:lnTo>
                <a:cubicBezTo>
                  <a:pt x="531634" y="6637962"/>
                  <a:pt x="529467" y="6635797"/>
                  <a:pt x="529467" y="6632396"/>
                </a:cubicBezTo>
                <a:lnTo>
                  <a:pt x="529467" y="6588178"/>
                </a:lnTo>
                <a:lnTo>
                  <a:pt x="560726" y="6588178"/>
                </a:lnTo>
                <a:lnTo>
                  <a:pt x="560726" y="6574263"/>
                </a:lnTo>
                <a:lnTo>
                  <a:pt x="529467" y="6574263"/>
                </a:lnTo>
                <a:lnTo>
                  <a:pt x="529467" y="6552000"/>
                </a:lnTo>
                <a:close/>
                <a:moveTo>
                  <a:pt x="406601" y="6552000"/>
                </a:moveTo>
                <a:lnTo>
                  <a:pt x="406601" y="6567461"/>
                </a:lnTo>
                <a:lnTo>
                  <a:pt x="423623" y="6567461"/>
                </a:lnTo>
                <a:lnTo>
                  <a:pt x="423623" y="6552000"/>
                </a:lnTo>
                <a:close/>
                <a:moveTo>
                  <a:pt x="363118" y="6552000"/>
                </a:moveTo>
                <a:lnTo>
                  <a:pt x="347179" y="6559730"/>
                </a:lnTo>
                <a:lnTo>
                  <a:pt x="347179" y="6631777"/>
                </a:lnTo>
                <a:cubicBezTo>
                  <a:pt x="347179" y="6643527"/>
                  <a:pt x="355535" y="6651876"/>
                  <a:pt x="367296" y="6651876"/>
                </a:cubicBezTo>
                <a:lnTo>
                  <a:pt x="395459" y="6651876"/>
                </a:lnTo>
                <a:lnTo>
                  <a:pt x="395459" y="6637962"/>
                </a:lnTo>
                <a:lnTo>
                  <a:pt x="369772" y="6637962"/>
                </a:lnTo>
                <a:cubicBezTo>
                  <a:pt x="366367" y="6637962"/>
                  <a:pt x="364201" y="6635797"/>
                  <a:pt x="364201" y="6632396"/>
                </a:cubicBezTo>
                <a:lnTo>
                  <a:pt x="364201" y="6588178"/>
                </a:lnTo>
                <a:lnTo>
                  <a:pt x="395459" y="6588178"/>
                </a:lnTo>
                <a:lnTo>
                  <a:pt x="395459" y="6574263"/>
                </a:lnTo>
                <a:lnTo>
                  <a:pt x="364201" y="6574263"/>
                </a:lnTo>
                <a:lnTo>
                  <a:pt x="364201" y="6552000"/>
                </a:lnTo>
                <a:close/>
                <a:moveTo>
                  <a:pt x="0" y="0"/>
                </a:moveTo>
                <a:lnTo>
                  <a:pt x="12192000" y="0"/>
                </a:lnTo>
                <a:lnTo>
                  <a:pt x="12192000" y="6858000"/>
                </a:lnTo>
                <a:lnTo>
                  <a:pt x="0" y="6858000"/>
                </a:lnTo>
                <a:close/>
              </a:path>
            </a:pathLst>
          </a:custGeom>
          <a:solidFill>
            <a:schemeClr val="bg1">
              <a:lumMod val="75000"/>
            </a:schemeClr>
          </a:solidFill>
        </p:spPr>
        <p:txBody>
          <a:bodyPr wrap="square" tIns="72000" anchor="t" anchorCtr="0">
            <a:noAutofit/>
          </a:bodyPr>
          <a:lstStyle>
            <a:lvl1pPr marL="0" indent="0" algn="ctr">
              <a:buNone/>
              <a:defRPr>
                <a:solidFill>
                  <a:schemeClr val="bg1"/>
                </a:solidFill>
              </a:defRPr>
            </a:lvl1pPr>
          </a:lstStyle>
          <a:p>
            <a:pPr marL="0" marR="0" lvl="0" indent="0" algn="ctr"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picture</a:t>
            </a:r>
          </a:p>
        </p:txBody>
      </p:sp>
      <p:sp>
        <p:nvSpPr>
          <p:cNvPr id="2" name="Title 1"/>
          <p:cNvSpPr>
            <a:spLocks noGrp="1"/>
          </p:cNvSpPr>
          <p:nvPr userDrawn="1">
            <p:ph type="title" hasCustomPrompt="1"/>
          </p:nvPr>
        </p:nvSpPr>
        <p:spPr bwMode="white">
          <a:xfrm>
            <a:off x="345599" y="1658937"/>
            <a:ext cx="9208800" cy="449803"/>
          </a:xfrm>
        </p:spPr>
        <p:txBody>
          <a:bodyPr>
            <a:spAutoFit/>
          </a:bodyPr>
          <a:lstStyle>
            <a:lvl1pPr>
              <a:defRPr>
                <a:solidFill>
                  <a:schemeClr val="bg1"/>
                </a:solidFill>
              </a:defRPr>
            </a:lvl1pPr>
          </a:lstStyle>
          <a:p>
            <a:r>
              <a:rPr lang="en-GB" dirty="0"/>
              <a:t>Add your quote</a:t>
            </a:r>
          </a:p>
        </p:txBody>
      </p:sp>
      <p:sp>
        <p:nvSpPr>
          <p:cNvPr id="8" name="Text Placeholder 7">
            <a:extLst>
              <a:ext uri="{FF2B5EF4-FFF2-40B4-BE49-F238E27FC236}">
                <a16:creationId xmlns:a16="http://schemas.microsoft.com/office/drawing/2014/main" id="{A993DDC7-6347-4E7C-80D6-CA23706A068E}"/>
              </a:ext>
            </a:extLst>
          </p:cNvPr>
          <p:cNvSpPr>
            <a:spLocks noGrp="1"/>
          </p:cNvSpPr>
          <p:nvPr userDrawn="1">
            <p:ph type="body" sz="quarter" idx="13" hasCustomPrompt="1"/>
          </p:nvPr>
        </p:nvSpPr>
        <p:spPr bwMode="white">
          <a:xfrm>
            <a:off x="345600" y="932400"/>
            <a:ext cx="9208800" cy="486944"/>
          </a:xfrm>
        </p:spPr>
        <p:txBody>
          <a:bodyPr tIns="36000">
            <a:noAutofit/>
          </a:bodyPr>
          <a:lstStyle>
            <a:lvl1pPr marL="0" indent="0">
              <a:spcBef>
                <a:spcPts val="0"/>
              </a:spcBef>
              <a:buClr>
                <a:schemeClr val="accent6"/>
              </a:buClr>
              <a:buFont typeface="+mj-lt"/>
              <a:buNone/>
              <a:defRPr sz="1600">
                <a:solidFill>
                  <a:srgbClr val="E9EC6B"/>
                </a:solidFill>
              </a:defRPr>
            </a:lvl1pPr>
            <a:lvl2pPr marL="313259" indent="0">
              <a:buClr>
                <a:schemeClr val="accent6"/>
              </a:buClr>
              <a:buFont typeface="+mj-lt"/>
              <a:buNone/>
              <a:defRPr>
                <a:solidFill>
                  <a:schemeClr val="bg1"/>
                </a:solidFill>
              </a:defRPr>
            </a:lvl2pPr>
            <a:lvl3pPr marL="783147" indent="-232828">
              <a:buClr>
                <a:schemeClr val="accent6"/>
              </a:buClr>
              <a:buFont typeface="+mj-lt"/>
              <a:buAutoNum type="arabicPeriod"/>
              <a:defRPr>
                <a:solidFill>
                  <a:schemeClr val="bg1"/>
                </a:solidFill>
              </a:defRPr>
            </a:lvl3pPr>
            <a:lvl4pPr marL="1024441" indent="-251878">
              <a:buClr>
                <a:schemeClr val="accent6"/>
              </a:buClr>
              <a:buFont typeface="+mj-lt"/>
              <a:buAutoNum type="arabicPeriod"/>
              <a:defRPr>
                <a:solidFill>
                  <a:schemeClr val="bg1"/>
                </a:solidFill>
              </a:defRPr>
            </a:lvl4pPr>
            <a:lvl5pPr marL="1261502" indent="-237061">
              <a:buClr>
                <a:schemeClr val="accent6"/>
              </a:buClr>
              <a:buFont typeface="+mj-lt"/>
              <a:buAutoNum type="arabicPeriod"/>
              <a:defRPr>
                <a:solidFill>
                  <a:schemeClr val="bg1"/>
                </a:solidFill>
              </a:defRPr>
            </a:lvl5pPr>
          </a:lstStyle>
          <a:p>
            <a:pPr lvl="0"/>
            <a:r>
              <a:rPr lang="en-GB" dirty="0"/>
              <a:t>Add intro text or name</a:t>
            </a:r>
          </a:p>
        </p:txBody>
      </p:sp>
      <p:sp>
        <p:nvSpPr>
          <p:cNvPr id="5" name="Date Placeholder 4" hidden="1">
            <a:extLst>
              <a:ext uri="{FF2B5EF4-FFF2-40B4-BE49-F238E27FC236}">
                <a16:creationId xmlns:a16="http://schemas.microsoft.com/office/drawing/2014/main" id="{B802323A-3F35-EB94-B4E1-2F4E028FF85B}"/>
              </a:ext>
            </a:extLst>
          </p:cNvPr>
          <p:cNvSpPr>
            <a:spLocks noGrp="1"/>
          </p:cNvSpPr>
          <p:nvPr>
            <p:ph type="dt" sz="half" idx="18"/>
          </p:nvPr>
        </p:nvSpPr>
        <p:spPr/>
        <p:txBody>
          <a:bodyPr/>
          <a:lstStyle>
            <a:lvl1pPr>
              <a:defRPr>
                <a:solidFill>
                  <a:schemeClr val="bg1"/>
                </a:solidFill>
              </a:defRPr>
            </a:lvl1pPr>
          </a:lstStyle>
          <a:p>
            <a:fld id="{61FE9ABB-801F-45AB-A2FE-4C4EDBD91657}" type="datetime3">
              <a:rPr lang="en-GB" smtClean="0"/>
              <a:t>21 July, 2026</a:t>
            </a:fld>
            <a:endParaRPr lang="en-GB" dirty="0"/>
          </a:p>
        </p:txBody>
      </p:sp>
      <p:sp>
        <p:nvSpPr>
          <p:cNvPr id="6" name="Footer Placeholder 5">
            <a:extLst>
              <a:ext uri="{FF2B5EF4-FFF2-40B4-BE49-F238E27FC236}">
                <a16:creationId xmlns:a16="http://schemas.microsoft.com/office/drawing/2014/main" id="{148A948D-D07A-4AE4-9350-23B9BE976B4C}"/>
              </a:ext>
            </a:extLst>
          </p:cNvPr>
          <p:cNvSpPr>
            <a:spLocks noGrp="1"/>
          </p:cNvSpPr>
          <p:nvPr>
            <p:ph type="ftr" sz="quarter" idx="19"/>
          </p:nvPr>
        </p:nvSpPr>
        <p:spPr bwMode="white"/>
        <p:txBody>
          <a:bodyPr/>
          <a:lstStyle>
            <a:lvl1pPr>
              <a:defRPr>
                <a:solidFill>
                  <a:schemeClr val="bg1"/>
                </a:solidFill>
              </a:defRPr>
            </a:lvl1pPr>
          </a:lstStyle>
          <a:p>
            <a:r>
              <a:rPr lang="en-GB" dirty="0"/>
              <a:t>Confidential</a:t>
            </a:r>
          </a:p>
        </p:txBody>
      </p:sp>
      <p:sp>
        <p:nvSpPr>
          <p:cNvPr id="11" name="Slide Number Placeholder 10">
            <a:extLst>
              <a:ext uri="{FF2B5EF4-FFF2-40B4-BE49-F238E27FC236}">
                <a16:creationId xmlns:a16="http://schemas.microsoft.com/office/drawing/2014/main" id="{96C77536-C884-4A81-AE68-002872FF9735}"/>
              </a:ext>
            </a:extLst>
          </p:cNvPr>
          <p:cNvSpPr>
            <a:spLocks noGrp="1"/>
          </p:cNvSpPr>
          <p:nvPr userDrawn="1">
            <p:ph type="sldNum" sz="quarter" idx="16"/>
          </p:nvPr>
        </p:nvSpPr>
        <p:spPr bwMode="white"/>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972319599"/>
      </p:ext>
    </p:extLst>
  </p:cSld>
  <p:clrMapOvr>
    <a:masterClrMapping/>
  </p:clrMapOvr>
  <p:extLst>
    <p:ext uri="{DCECCB84-F9BA-43D5-87BE-67443E8EF086}">
      <p15:sldGuideLst xmlns:p15="http://schemas.microsoft.com/office/powerpoint/2012/main">
        <p15:guide id="3" pos="6017" userDrawn="1">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Quote with picture">
    <p:bg>
      <p:bgPr>
        <a:solidFill>
          <a:srgbClr val="021E57"/>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935BBDA-1551-9423-1040-4C8939B4EF14}"/>
              </a:ext>
            </a:extLst>
          </p:cNvPr>
          <p:cNvPicPr>
            <a:picLocks noChangeAspect="1"/>
          </p:cNvPicPr>
          <p:nvPr userDrawn="1"/>
        </p:nvPicPr>
        <p:blipFill>
          <a:blip r:embed="rId2"/>
          <a:stretch>
            <a:fillRect/>
          </a:stretch>
        </p:blipFill>
        <p:spPr bwMode="ltGray">
          <a:xfrm>
            <a:off x="0" y="0"/>
            <a:ext cx="12190116" cy="6858000"/>
          </a:xfrm>
          <a:prstGeom prst="rect">
            <a:avLst/>
          </a:prstGeom>
        </p:spPr>
      </p:pic>
      <p:sp>
        <p:nvSpPr>
          <p:cNvPr id="2" name="Title 1"/>
          <p:cNvSpPr>
            <a:spLocks noGrp="1"/>
          </p:cNvSpPr>
          <p:nvPr userDrawn="1">
            <p:ph type="title" hasCustomPrompt="1"/>
          </p:nvPr>
        </p:nvSpPr>
        <p:spPr bwMode="white">
          <a:xfrm>
            <a:off x="345599" y="1658936"/>
            <a:ext cx="9208800" cy="449803"/>
          </a:xfrm>
        </p:spPr>
        <p:txBody>
          <a:bodyPr>
            <a:spAutoFit/>
          </a:bodyPr>
          <a:lstStyle>
            <a:lvl1pPr>
              <a:defRPr>
                <a:solidFill>
                  <a:schemeClr val="tx1"/>
                </a:solidFill>
              </a:defRPr>
            </a:lvl1pPr>
          </a:lstStyle>
          <a:p>
            <a:r>
              <a:rPr lang="en-GB" dirty="0"/>
              <a:t>Add your quote</a:t>
            </a:r>
          </a:p>
        </p:txBody>
      </p:sp>
      <p:sp>
        <p:nvSpPr>
          <p:cNvPr id="8" name="Text Placeholder 7">
            <a:extLst>
              <a:ext uri="{FF2B5EF4-FFF2-40B4-BE49-F238E27FC236}">
                <a16:creationId xmlns:a16="http://schemas.microsoft.com/office/drawing/2014/main" id="{A993DDC7-6347-4E7C-80D6-CA23706A068E}"/>
              </a:ext>
            </a:extLst>
          </p:cNvPr>
          <p:cNvSpPr>
            <a:spLocks noGrp="1"/>
          </p:cNvSpPr>
          <p:nvPr userDrawn="1">
            <p:ph type="body" sz="quarter" idx="13" hasCustomPrompt="1"/>
          </p:nvPr>
        </p:nvSpPr>
        <p:spPr bwMode="white">
          <a:xfrm>
            <a:off x="345600" y="932400"/>
            <a:ext cx="9208800" cy="486944"/>
          </a:xfrm>
        </p:spPr>
        <p:txBody>
          <a:bodyPr tIns="36000">
            <a:noAutofit/>
          </a:bodyPr>
          <a:lstStyle>
            <a:lvl1pPr marL="0" indent="0">
              <a:spcBef>
                <a:spcPts val="0"/>
              </a:spcBef>
              <a:buClr>
                <a:schemeClr val="accent6"/>
              </a:buClr>
              <a:buFont typeface="+mj-lt"/>
              <a:buNone/>
              <a:defRPr sz="1600">
                <a:solidFill>
                  <a:schemeClr val="accent5"/>
                </a:solidFill>
              </a:defRPr>
            </a:lvl1pPr>
            <a:lvl2pPr marL="0" indent="0">
              <a:buClr>
                <a:schemeClr val="accent6"/>
              </a:buClr>
              <a:buFont typeface="Arial" panose="020B0604020202020204" pitchFamily="34" charset="0"/>
              <a:buNone/>
              <a:defRPr sz="1600">
                <a:solidFill>
                  <a:schemeClr val="accent5"/>
                </a:solidFill>
                <a:latin typeface="+mn-lt"/>
              </a:defRPr>
            </a:lvl2pPr>
            <a:lvl3pPr marL="0" indent="0">
              <a:buClr>
                <a:schemeClr val="accent6"/>
              </a:buClr>
              <a:buFont typeface="Arial" panose="020B0604020202020204" pitchFamily="34" charset="0"/>
              <a:buNone/>
              <a:defRPr sz="1600">
                <a:solidFill>
                  <a:schemeClr val="accent5"/>
                </a:solidFill>
                <a:latin typeface="+mn-lt"/>
              </a:defRPr>
            </a:lvl3pPr>
            <a:lvl4pPr marL="0" indent="0">
              <a:buClr>
                <a:schemeClr val="accent6"/>
              </a:buClr>
              <a:buFont typeface="Arial" panose="020B0604020202020204" pitchFamily="34" charset="0"/>
              <a:buNone/>
              <a:defRPr sz="1600">
                <a:solidFill>
                  <a:schemeClr val="accent5"/>
                </a:solidFill>
                <a:latin typeface="+mn-lt"/>
              </a:defRPr>
            </a:lvl4pPr>
            <a:lvl5pPr marL="0" indent="0">
              <a:buClr>
                <a:schemeClr val="accent6"/>
              </a:buClr>
              <a:buFont typeface="Arial" panose="020B0604020202020204" pitchFamily="34" charset="0"/>
              <a:buNone/>
              <a:defRPr sz="1600">
                <a:solidFill>
                  <a:schemeClr val="accent5"/>
                </a:solidFill>
                <a:latin typeface="+mn-lt"/>
              </a:defRPr>
            </a:lvl5pPr>
            <a:lvl6pPr marL="0" indent="0">
              <a:buNone/>
              <a:defRPr sz="1600">
                <a:solidFill>
                  <a:schemeClr val="accent5"/>
                </a:solidFill>
                <a:latin typeface="+mn-lt"/>
              </a:defRPr>
            </a:lvl6pPr>
            <a:lvl7pPr marL="0" indent="0">
              <a:buNone/>
              <a:defRPr sz="1600">
                <a:solidFill>
                  <a:schemeClr val="accent5"/>
                </a:solidFill>
                <a:latin typeface="+mn-lt"/>
              </a:defRPr>
            </a:lvl7pPr>
            <a:lvl8pPr marL="0" indent="0">
              <a:buNone/>
              <a:defRPr sz="1600">
                <a:solidFill>
                  <a:schemeClr val="accent5"/>
                </a:solidFill>
                <a:latin typeface="+mn-lt"/>
              </a:defRPr>
            </a:lvl8pPr>
            <a:lvl9pPr marL="0" indent="0">
              <a:buNone/>
              <a:defRPr sz="1600">
                <a:solidFill>
                  <a:schemeClr val="accent5"/>
                </a:solidFill>
                <a:latin typeface="+mn-lt"/>
              </a:defRPr>
            </a:lvl9pPr>
          </a:lstStyle>
          <a:p>
            <a:pPr lvl="0"/>
            <a:r>
              <a:rPr lang="en-GB" dirty="0"/>
              <a:t>Add intro text or name</a:t>
            </a:r>
          </a:p>
        </p:txBody>
      </p:sp>
      <p:sp>
        <p:nvSpPr>
          <p:cNvPr id="3" name="tieto logo">
            <a:extLst>
              <a:ext uri="{FF2B5EF4-FFF2-40B4-BE49-F238E27FC236}">
                <a16:creationId xmlns:a16="http://schemas.microsoft.com/office/drawing/2014/main" id="{B24001ED-6AD0-F419-911A-10B5F604F627}"/>
              </a:ext>
            </a:extLst>
          </p:cNvPr>
          <p:cNvSpPr/>
          <p:nvPr userDrawn="1"/>
        </p:nvSpPr>
        <p:spPr bwMode="white">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tx1"/>
          </a:solidFill>
          <a:ln w="302" cap="flat">
            <a:noFill/>
            <a:prstDash val="solid"/>
            <a:miter/>
          </a:ln>
        </p:spPr>
        <p:txBody>
          <a:bodyPr/>
          <a:lstStyle/>
          <a:p>
            <a:endParaRPr lang="en-GB" dirty="0"/>
          </a:p>
        </p:txBody>
      </p:sp>
      <p:sp>
        <p:nvSpPr>
          <p:cNvPr id="5" name="Date Placeholder 4" hidden="1">
            <a:extLst>
              <a:ext uri="{FF2B5EF4-FFF2-40B4-BE49-F238E27FC236}">
                <a16:creationId xmlns:a16="http://schemas.microsoft.com/office/drawing/2014/main" id="{EC64E0CB-114A-CF92-51CC-1BFC3F1FC470}"/>
              </a:ext>
            </a:extLst>
          </p:cNvPr>
          <p:cNvSpPr>
            <a:spLocks noGrp="1"/>
          </p:cNvSpPr>
          <p:nvPr>
            <p:ph type="dt" sz="half" idx="17"/>
          </p:nvPr>
        </p:nvSpPr>
        <p:spPr/>
        <p:txBody>
          <a:bodyPr/>
          <a:lstStyle>
            <a:lvl1pPr>
              <a:defRPr>
                <a:solidFill>
                  <a:schemeClr val="bg1"/>
                </a:solidFill>
              </a:defRPr>
            </a:lvl1pPr>
          </a:lstStyle>
          <a:p>
            <a:fld id="{4C5EE244-E300-497B-8413-4910805CAC06}" type="datetime3">
              <a:rPr lang="en-GB" smtClean="0"/>
              <a:t>21 July, 2026</a:t>
            </a:fld>
            <a:endParaRPr lang="en-GB" dirty="0"/>
          </a:p>
        </p:txBody>
      </p:sp>
      <p:sp>
        <p:nvSpPr>
          <p:cNvPr id="4" name="Footer Placeholder 3">
            <a:extLst>
              <a:ext uri="{FF2B5EF4-FFF2-40B4-BE49-F238E27FC236}">
                <a16:creationId xmlns:a16="http://schemas.microsoft.com/office/drawing/2014/main" id="{0301837C-FEA9-6D8A-1D69-86406778F915}"/>
              </a:ext>
            </a:extLst>
          </p:cNvPr>
          <p:cNvSpPr>
            <a:spLocks noGrp="1"/>
          </p:cNvSpPr>
          <p:nvPr>
            <p:ph type="ftr" sz="quarter" idx="18"/>
          </p:nvPr>
        </p:nvSpPr>
        <p:spPr bwMode="white"/>
        <p:txBody>
          <a:bodyPr/>
          <a:lstStyle>
            <a:lvl1pPr>
              <a:defRPr>
                <a:solidFill>
                  <a:schemeClr val="tx1"/>
                </a:solidFill>
              </a:defRPr>
            </a:lvl1pPr>
          </a:lstStyle>
          <a:p>
            <a:r>
              <a:rPr lang="en-GB" dirty="0"/>
              <a:t>Confidential</a:t>
            </a:r>
          </a:p>
        </p:txBody>
      </p:sp>
      <p:sp>
        <p:nvSpPr>
          <p:cNvPr id="9" name="Slide Number Placeholder 8">
            <a:extLst>
              <a:ext uri="{FF2B5EF4-FFF2-40B4-BE49-F238E27FC236}">
                <a16:creationId xmlns:a16="http://schemas.microsoft.com/office/drawing/2014/main" id="{96CF2253-C700-8E59-907F-516935B6353F}"/>
              </a:ext>
            </a:extLst>
          </p:cNvPr>
          <p:cNvSpPr>
            <a:spLocks noGrp="1"/>
          </p:cNvSpPr>
          <p:nvPr>
            <p:ph type="sldNum" sz="quarter" idx="19"/>
          </p:nvPr>
        </p:nvSpPr>
        <p:spPr bwMode="white"/>
        <p:txBody>
          <a:bodyPr/>
          <a:lstStyle>
            <a:lvl1pPr>
              <a:defRPr>
                <a:solidFill>
                  <a:schemeClr val="tx1"/>
                </a:solidFill>
              </a:defRPr>
            </a:lvl1pPr>
          </a:lstStyle>
          <a:p>
            <a:r>
              <a:rPr lang="en-GB" dirty="0"/>
              <a:t> </a:t>
            </a:r>
            <a:fld id="{61E25E67-CBB9-434B-BBF7-0A5E970272B8}" type="slidenum">
              <a:rPr lang="en-GB" smtClean="0"/>
              <a:pPr/>
              <a:t>‹#›</a:t>
            </a:fld>
            <a:endParaRPr lang="en-GB" dirty="0"/>
          </a:p>
        </p:txBody>
      </p:sp>
    </p:spTree>
    <p:extLst>
      <p:ext uri="{BB962C8B-B14F-4D97-AF65-F5344CB8AC3E}">
        <p14:creationId xmlns:p14="http://schemas.microsoft.com/office/powerpoint/2010/main" val="1559140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6017" userDrawn="1">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End slide 1">
    <p:bg>
      <p:bgPr>
        <a:solidFill>
          <a:srgbClr val="021E57"/>
        </a:solidFill>
        <a:effectLst/>
      </p:bgPr>
    </p:bg>
    <p:spTree>
      <p:nvGrpSpPr>
        <p:cNvPr id="1" name=""/>
        <p:cNvGrpSpPr/>
        <p:nvPr/>
      </p:nvGrpSpPr>
      <p:grpSpPr>
        <a:xfrm>
          <a:off x="0" y="0"/>
          <a:ext cx="0" cy="0"/>
          <a:chOff x="0" y="0"/>
          <a:chExt cx="0" cy="0"/>
        </a:xfrm>
      </p:grpSpPr>
      <p:sp>
        <p:nvSpPr>
          <p:cNvPr id="4" name="Date Placeholder 6" hidden="1">
            <a:extLst>
              <a:ext uri="{FF2B5EF4-FFF2-40B4-BE49-F238E27FC236}">
                <a16:creationId xmlns:a16="http://schemas.microsoft.com/office/drawing/2014/main" id="{03CFF186-AE3B-9A9B-A105-6201344579E8}"/>
              </a:ext>
            </a:extLst>
          </p:cNvPr>
          <p:cNvSpPr>
            <a:spLocks noGrp="1"/>
          </p:cNvSpPr>
          <p:nvPr>
            <p:ph type="dt" sz="half" idx="17"/>
          </p:nvPr>
        </p:nvSpPr>
        <p:spPr>
          <a:xfrm>
            <a:off x="0" y="6858000"/>
            <a:ext cx="0" cy="0"/>
          </a:xfrm>
          <a:prstGeom prst="rect">
            <a:avLst/>
          </a:prstGeom>
        </p:spPr>
        <p:txBody>
          <a:bodyPr/>
          <a:lstStyle>
            <a:lvl1pPr>
              <a:defRPr sz="133">
                <a:noFill/>
              </a:defRPr>
            </a:lvl1pPr>
          </a:lstStyle>
          <a:p>
            <a:fld id="{2CDFD061-EFA8-41C1-8F11-C5E0F6F0AE83}" type="datetime3">
              <a:rPr lang="en-GB" smtClean="0"/>
              <a:t>21 July, 2026</a:t>
            </a:fld>
            <a:endParaRPr lang="en-GB" dirty="0"/>
          </a:p>
        </p:txBody>
      </p:sp>
      <p:sp>
        <p:nvSpPr>
          <p:cNvPr id="6" name="Footer Placeholder 8" hidden="1">
            <a:extLst>
              <a:ext uri="{FF2B5EF4-FFF2-40B4-BE49-F238E27FC236}">
                <a16:creationId xmlns:a16="http://schemas.microsoft.com/office/drawing/2014/main" id="{5A16C4F6-810D-6474-C0E3-D030B70996BE}"/>
              </a:ext>
            </a:extLst>
          </p:cNvPr>
          <p:cNvSpPr>
            <a:spLocks noGrp="1"/>
          </p:cNvSpPr>
          <p:nvPr>
            <p:ph type="ftr" sz="quarter" idx="18"/>
          </p:nvPr>
        </p:nvSpPr>
        <p:spPr>
          <a:xfrm>
            <a:off x="0" y="6858000"/>
            <a:ext cx="0" cy="0"/>
          </a:xfrm>
          <a:prstGeom prst="rect">
            <a:avLst/>
          </a:prstGeom>
        </p:spPr>
        <p:txBody>
          <a:bodyPr/>
          <a:lstStyle>
            <a:lvl1pPr>
              <a:defRPr sz="133">
                <a:noFill/>
              </a:defRPr>
            </a:lvl1pPr>
          </a:lstStyle>
          <a:p>
            <a:r>
              <a:rPr lang="en-GB" dirty="0"/>
              <a:t>Confidential</a:t>
            </a:r>
          </a:p>
        </p:txBody>
      </p:sp>
      <p:sp>
        <p:nvSpPr>
          <p:cNvPr id="7" name="Slide Number Placeholder 10" hidden="1">
            <a:extLst>
              <a:ext uri="{FF2B5EF4-FFF2-40B4-BE49-F238E27FC236}">
                <a16:creationId xmlns:a16="http://schemas.microsoft.com/office/drawing/2014/main" id="{B394FA2E-AFB4-93A6-F5CE-CE7F0311EEDF}"/>
              </a:ext>
            </a:extLst>
          </p:cNvPr>
          <p:cNvSpPr>
            <a:spLocks noGrp="1"/>
          </p:cNvSpPr>
          <p:nvPr>
            <p:ph type="sldNum" sz="quarter" idx="19"/>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33" name="Title 1">
            <a:extLst>
              <a:ext uri="{FF2B5EF4-FFF2-40B4-BE49-F238E27FC236}">
                <a16:creationId xmlns:a16="http://schemas.microsoft.com/office/drawing/2014/main" id="{1053A396-A4E8-411D-9AC4-A95D53FA725A}"/>
              </a:ext>
            </a:extLst>
          </p:cNvPr>
          <p:cNvSpPr>
            <a:spLocks noGrp="1"/>
          </p:cNvSpPr>
          <p:nvPr>
            <p:ph type="ctrTitle" hasCustomPrompt="1"/>
          </p:nvPr>
        </p:nvSpPr>
        <p:spPr>
          <a:xfrm>
            <a:off x="345600" y="344488"/>
            <a:ext cx="5907600" cy="3331112"/>
          </a:xfrm>
        </p:spPr>
        <p:txBody>
          <a:bodyPr anchor="b"/>
          <a:lstStyle>
            <a:lvl1pPr algn="l">
              <a:defRPr sz="6000" b="0">
                <a:solidFill>
                  <a:schemeClr val="tx1"/>
                </a:solidFill>
              </a:defRPr>
            </a:lvl1pPr>
          </a:lstStyle>
          <a:p>
            <a:r>
              <a:rPr lang="en-GB" dirty="0"/>
              <a:t>Add text for example Thank you</a:t>
            </a:r>
          </a:p>
        </p:txBody>
      </p:sp>
      <p:pic>
        <p:nvPicPr>
          <p:cNvPr id="3" name="Logo tieto">
            <a:extLst>
              <a:ext uri="{FF2B5EF4-FFF2-40B4-BE49-F238E27FC236}">
                <a16:creationId xmlns:a16="http://schemas.microsoft.com/office/drawing/2014/main" id="{6C50CE26-8528-290B-41AE-2215E02BE2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9683004" y="5771156"/>
            <a:ext cx="2160522" cy="738000"/>
          </a:xfrm>
          <a:prstGeom prst="rect">
            <a:avLst/>
          </a:prstGeom>
        </p:spPr>
      </p:pic>
      <p:sp>
        <p:nvSpPr>
          <p:cNvPr id="2" name="Text Placeholder 3">
            <a:extLst>
              <a:ext uri="{FF2B5EF4-FFF2-40B4-BE49-F238E27FC236}">
                <a16:creationId xmlns:a16="http://schemas.microsoft.com/office/drawing/2014/main" id="{21BDC58E-F280-326E-BED9-BEC8C0E6B336}"/>
              </a:ext>
            </a:extLst>
          </p:cNvPr>
          <p:cNvSpPr>
            <a:spLocks noGrp="1"/>
          </p:cNvSpPr>
          <p:nvPr>
            <p:ph type="body" sz="quarter" idx="15" hasCustomPrompt="1"/>
          </p:nvPr>
        </p:nvSpPr>
        <p:spPr bwMode="black">
          <a:xfrm>
            <a:off x="345600" y="6000750"/>
            <a:ext cx="5907600" cy="282083"/>
          </a:xfrm>
          <a:effectLst/>
        </p:spPr>
        <p:txBody>
          <a:bodyPr vert="horz" wrap="square" anchor="b" anchorCtr="0">
            <a:noAutofit/>
          </a:bodyPr>
          <a:lstStyle>
            <a:lvl1pPr marL="0" indent="0" algn="l">
              <a:buFont typeface="Arial" panose="020B0604020202020204" pitchFamily="34" charset="0"/>
              <a:buNone/>
              <a:defRPr sz="1400" b="0" i="0" u="none" strike="noStrike">
                <a:solidFill>
                  <a:schemeClr val="accent5"/>
                </a:solidFill>
                <a:latin typeface="+mn-lt"/>
              </a:defRPr>
            </a:lvl1pPr>
            <a:lvl2pPr marL="0" indent="0" algn="l">
              <a:buFont typeface="Arial" panose="020B0604020202020204" pitchFamily="34" charset="0"/>
              <a:buChar char="​"/>
              <a:defRPr sz="1400" b="0" i="0" u="none" strike="noStrike">
                <a:solidFill>
                  <a:schemeClr val="accent5"/>
                </a:solidFill>
                <a:latin typeface="+mn-lt"/>
              </a:defRPr>
            </a:lvl2pPr>
            <a:lvl3pPr marL="0" indent="0" algn="l">
              <a:buFont typeface="Arial" panose="020B0604020202020204" pitchFamily="34" charset="0"/>
              <a:buChar char="​"/>
              <a:defRPr sz="1400" b="0" i="0" u="none" strike="noStrike">
                <a:solidFill>
                  <a:schemeClr val="accent5"/>
                </a:solidFill>
                <a:latin typeface="+mn-lt"/>
              </a:defRPr>
            </a:lvl3pPr>
            <a:lvl4pPr marL="0" indent="0" algn="l">
              <a:buFont typeface="Arial" panose="020B0604020202020204" pitchFamily="34" charset="0"/>
              <a:buChar char="​"/>
              <a:defRPr sz="1400" b="0" i="0" u="none" strike="noStrike">
                <a:solidFill>
                  <a:schemeClr val="accent5"/>
                </a:solidFill>
                <a:latin typeface="+mn-lt"/>
              </a:defRPr>
            </a:lvl4pPr>
            <a:lvl5pPr marL="0" indent="0" algn="l">
              <a:buFont typeface="Arial" panose="020B0604020202020204" pitchFamily="34" charset="0"/>
              <a:buChar char="​"/>
              <a:defRPr sz="1400" b="0" i="0" u="none" strike="noStrike">
                <a:solidFill>
                  <a:schemeClr val="accent5"/>
                </a:solidFill>
                <a:latin typeface="+mn-lt"/>
              </a:defRPr>
            </a:lvl5pPr>
            <a:lvl6pPr>
              <a:defRPr sz="1400">
                <a:solidFill>
                  <a:schemeClr val="accent5"/>
                </a:solidFill>
              </a:defRPr>
            </a:lvl6pPr>
            <a:lvl7pPr>
              <a:defRPr sz="1400">
                <a:solidFill>
                  <a:schemeClr val="accent5"/>
                </a:solidFill>
              </a:defRPr>
            </a:lvl7pPr>
            <a:lvl8pPr>
              <a:defRPr sz="1400">
                <a:solidFill>
                  <a:schemeClr val="accent5"/>
                </a:solidFill>
              </a:defRPr>
            </a:lvl8pPr>
            <a:lvl9pPr>
              <a:defRPr sz="1400">
                <a:solidFill>
                  <a:schemeClr val="accent5"/>
                </a:solidFill>
              </a:defRPr>
            </a:lvl9pPr>
          </a:lstStyle>
          <a:p>
            <a:pPr lvl="0"/>
            <a:r>
              <a:rPr lang="en-GB" dirty="0"/>
              <a:t>Click to add presenter's name</a:t>
            </a:r>
          </a:p>
        </p:txBody>
      </p:sp>
      <p:sp>
        <p:nvSpPr>
          <p:cNvPr id="5" name="Text Placeholder 3">
            <a:extLst>
              <a:ext uri="{FF2B5EF4-FFF2-40B4-BE49-F238E27FC236}">
                <a16:creationId xmlns:a16="http://schemas.microsoft.com/office/drawing/2014/main" id="{8EE67BB9-7A1E-BF43-2BD3-75C5518E5A30}"/>
              </a:ext>
            </a:extLst>
          </p:cNvPr>
          <p:cNvSpPr>
            <a:spLocks noGrp="1"/>
          </p:cNvSpPr>
          <p:nvPr>
            <p:ph type="body" sz="quarter" idx="16" hasCustomPrompt="1"/>
          </p:nvPr>
        </p:nvSpPr>
        <p:spPr bwMode="black">
          <a:xfrm>
            <a:off x="345600" y="6354887"/>
            <a:ext cx="5907600" cy="233348"/>
          </a:xfrm>
          <a:effectLst/>
        </p:spPr>
        <p:txBody>
          <a:bodyPr vert="horz" wrap="square" anchor="t" anchorCtr="0">
            <a:noAutofit/>
          </a:bodyPr>
          <a:lstStyle>
            <a:lvl1pPr marL="0" indent="0" algn="l">
              <a:buFont typeface="Arial" panose="020B0604020202020204" pitchFamily="34" charset="0"/>
              <a:buNone/>
              <a:defRPr sz="1400" b="0" i="0" u="none" strike="noStrike">
                <a:solidFill>
                  <a:schemeClr val="accent5"/>
                </a:solidFill>
                <a:latin typeface="+mn-lt"/>
              </a:defRPr>
            </a:lvl1pPr>
            <a:lvl2pPr marL="0" indent="0" algn="l">
              <a:buFont typeface="Arial" panose="020B0604020202020204" pitchFamily="34" charset="0"/>
              <a:buChar char="​"/>
              <a:defRPr sz="1400" b="0" i="0" u="none" strike="noStrike">
                <a:solidFill>
                  <a:schemeClr val="accent5"/>
                </a:solidFill>
                <a:latin typeface="+mn-lt"/>
              </a:defRPr>
            </a:lvl2pPr>
            <a:lvl3pPr marL="0" indent="0" algn="l">
              <a:buFont typeface="Arial" panose="020B0604020202020204" pitchFamily="34" charset="0"/>
              <a:buChar char="​"/>
              <a:defRPr sz="1400" b="0" i="0" u="none" strike="noStrike">
                <a:solidFill>
                  <a:schemeClr val="accent5"/>
                </a:solidFill>
                <a:latin typeface="+mn-lt"/>
              </a:defRPr>
            </a:lvl3pPr>
            <a:lvl4pPr marL="0" indent="0" algn="l">
              <a:buFont typeface="Arial" panose="020B0604020202020204" pitchFamily="34" charset="0"/>
              <a:buChar char="​"/>
              <a:defRPr sz="1400" b="0" i="0" u="none" strike="noStrike">
                <a:solidFill>
                  <a:schemeClr val="accent5"/>
                </a:solidFill>
                <a:latin typeface="+mn-lt"/>
              </a:defRPr>
            </a:lvl4pPr>
            <a:lvl5pPr marL="0" indent="0" algn="l">
              <a:buFont typeface="Arial" panose="020B0604020202020204" pitchFamily="34" charset="0"/>
              <a:buChar char="​"/>
              <a:defRPr sz="1400" b="0" i="0" u="none" strike="noStrike">
                <a:solidFill>
                  <a:schemeClr val="accent5"/>
                </a:solidFill>
                <a:latin typeface="+mn-lt"/>
              </a:defRPr>
            </a:lvl5pPr>
            <a:lvl6pPr>
              <a:defRPr sz="1400">
                <a:solidFill>
                  <a:schemeClr val="accent5"/>
                </a:solidFill>
              </a:defRPr>
            </a:lvl6pPr>
            <a:lvl7pPr>
              <a:defRPr sz="1400">
                <a:solidFill>
                  <a:schemeClr val="accent5"/>
                </a:solidFill>
              </a:defRPr>
            </a:lvl7pPr>
            <a:lvl8pPr>
              <a:defRPr sz="1400">
                <a:solidFill>
                  <a:schemeClr val="accent5"/>
                </a:solidFill>
              </a:defRPr>
            </a:lvl8pPr>
            <a:lvl9pPr>
              <a:defRPr sz="1400">
                <a:solidFill>
                  <a:schemeClr val="accent5"/>
                </a:solidFill>
              </a:defRPr>
            </a:lvl9pPr>
          </a:lstStyle>
          <a:p>
            <a:pPr lvl="0"/>
            <a:r>
              <a:rPr lang="en-GB" dirty="0"/>
              <a:t>Click to add date</a:t>
            </a:r>
          </a:p>
        </p:txBody>
      </p:sp>
    </p:spTree>
    <p:extLst>
      <p:ext uri="{BB962C8B-B14F-4D97-AF65-F5344CB8AC3E}">
        <p14:creationId xmlns:p14="http://schemas.microsoft.com/office/powerpoint/2010/main" val="14514763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9" userDrawn="1">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End slide 2">
    <p:bg>
      <p:bgPr>
        <a:solidFill>
          <a:srgbClr val="021E57"/>
        </a:solidFill>
        <a:effectLst/>
      </p:bgPr>
    </p:bg>
    <p:spTree>
      <p:nvGrpSpPr>
        <p:cNvPr id="1" name=""/>
        <p:cNvGrpSpPr/>
        <p:nvPr/>
      </p:nvGrpSpPr>
      <p:grpSpPr>
        <a:xfrm>
          <a:off x="0" y="0"/>
          <a:ext cx="0" cy="0"/>
          <a:chOff x="0" y="0"/>
          <a:chExt cx="0" cy="0"/>
        </a:xfrm>
      </p:grpSpPr>
      <p:sp>
        <p:nvSpPr>
          <p:cNvPr id="3" name="Date Placeholder 6" hidden="1">
            <a:extLst>
              <a:ext uri="{FF2B5EF4-FFF2-40B4-BE49-F238E27FC236}">
                <a16:creationId xmlns:a16="http://schemas.microsoft.com/office/drawing/2014/main" id="{FC309A2E-75DF-F768-0A3E-E459B64056AC}"/>
              </a:ext>
            </a:extLst>
          </p:cNvPr>
          <p:cNvSpPr>
            <a:spLocks noGrp="1"/>
          </p:cNvSpPr>
          <p:nvPr>
            <p:ph type="dt" sz="half" idx="18"/>
          </p:nvPr>
        </p:nvSpPr>
        <p:spPr>
          <a:xfrm>
            <a:off x="0" y="6858000"/>
            <a:ext cx="0" cy="0"/>
          </a:xfrm>
          <a:prstGeom prst="rect">
            <a:avLst/>
          </a:prstGeom>
        </p:spPr>
        <p:txBody>
          <a:bodyPr/>
          <a:lstStyle>
            <a:lvl1pPr>
              <a:defRPr sz="133">
                <a:noFill/>
              </a:defRPr>
            </a:lvl1pPr>
          </a:lstStyle>
          <a:p>
            <a:fld id="{D3267D61-3855-495F-A5E5-3D0B97A7DD88}" type="datetime3">
              <a:rPr lang="en-GB" smtClean="0"/>
              <a:t>21 July, 2026</a:t>
            </a:fld>
            <a:endParaRPr lang="en-GB" dirty="0"/>
          </a:p>
        </p:txBody>
      </p:sp>
      <p:sp>
        <p:nvSpPr>
          <p:cNvPr id="6" name="Footer Placeholder 8" hidden="1">
            <a:extLst>
              <a:ext uri="{FF2B5EF4-FFF2-40B4-BE49-F238E27FC236}">
                <a16:creationId xmlns:a16="http://schemas.microsoft.com/office/drawing/2014/main" id="{566765B7-B5C7-35AB-C6C7-CE8810343E7A}"/>
              </a:ext>
            </a:extLst>
          </p:cNvPr>
          <p:cNvSpPr>
            <a:spLocks noGrp="1"/>
          </p:cNvSpPr>
          <p:nvPr>
            <p:ph type="ftr" sz="quarter" idx="19"/>
          </p:nvPr>
        </p:nvSpPr>
        <p:spPr>
          <a:xfrm>
            <a:off x="0" y="6858000"/>
            <a:ext cx="0" cy="0"/>
          </a:xfrm>
          <a:prstGeom prst="rect">
            <a:avLst/>
          </a:prstGeom>
        </p:spPr>
        <p:txBody>
          <a:bodyPr/>
          <a:lstStyle>
            <a:lvl1pPr>
              <a:defRPr sz="133">
                <a:noFill/>
              </a:defRPr>
            </a:lvl1pPr>
          </a:lstStyle>
          <a:p>
            <a:r>
              <a:rPr lang="en-GB" dirty="0"/>
              <a:t>Confidential</a:t>
            </a:r>
          </a:p>
        </p:txBody>
      </p:sp>
      <p:sp>
        <p:nvSpPr>
          <p:cNvPr id="7" name="Slide Number Placeholder 10" hidden="1">
            <a:extLst>
              <a:ext uri="{FF2B5EF4-FFF2-40B4-BE49-F238E27FC236}">
                <a16:creationId xmlns:a16="http://schemas.microsoft.com/office/drawing/2014/main" id="{8CA058E3-7DFA-428F-16D3-B6C85075BBFA}"/>
              </a:ext>
            </a:extLst>
          </p:cNvPr>
          <p:cNvSpPr>
            <a:spLocks noGrp="1"/>
          </p:cNvSpPr>
          <p:nvPr>
            <p:ph type="sldNum" sz="quarter" idx="20"/>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32" name="Rectangle 31">
            <a:extLst>
              <a:ext uri="{FF2B5EF4-FFF2-40B4-BE49-F238E27FC236}">
                <a16:creationId xmlns:a16="http://schemas.microsoft.com/office/drawing/2014/main" id="{3CBC1972-8065-4A53-B307-68AB4006EBA4}"/>
              </a:ext>
            </a:extLst>
          </p:cNvPr>
          <p:cNvSpPr/>
          <p:nvPr userDrawn="1"/>
        </p:nvSpPr>
        <p:spPr bwMode="white">
          <a:xfrm>
            <a:off x="7246800" y="0"/>
            <a:ext cx="4950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4" name="Picture Placeholder 8">
            <a:extLst>
              <a:ext uri="{FF2B5EF4-FFF2-40B4-BE49-F238E27FC236}">
                <a16:creationId xmlns:a16="http://schemas.microsoft.com/office/drawing/2014/main" id="{A75BAD77-2A89-A671-AE62-E8692B52B873}"/>
              </a:ext>
            </a:extLst>
          </p:cNvPr>
          <p:cNvSpPr>
            <a:spLocks noGrp="1"/>
          </p:cNvSpPr>
          <p:nvPr>
            <p:ph type="pic" sz="quarter" idx="16" hasCustomPrompt="1"/>
          </p:nvPr>
        </p:nvSpPr>
        <p:spPr>
          <a:xfrm>
            <a:off x="7246168" y="0"/>
            <a:ext cx="4948800" cy="6858000"/>
          </a:xfrm>
          <a:custGeom>
            <a:avLst/>
            <a:gdLst>
              <a:gd name="connsiteX0" fmla="*/ 3895412 w 4948800"/>
              <a:gd name="connsiteY0" fmla="*/ 5575243 h 6858000"/>
              <a:gd name="connsiteX1" fmla="*/ 4270977 w 4948800"/>
              <a:gd name="connsiteY1" fmla="*/ 5575243 h 6858000"/>
              <a:gd name="connsiteX2" fmla="*/ 4351465 w 4948800"/>
              <a:gd name="connsiteY2" fmla="*/ 5655677 h 6858000"/>
              <a:gd name="connsiteX3" fmla="*/ 4351465 w 4948800"/>
              <a:gd name="connsiteY3" fmla="*/ 6227641 h 6858000"/>
              <a:gd name="connsiteX4" fmla="*/ 4270977 w 4948800"/>
              <a:gd name="connsiteY4" fmla="*/ 6308075 h 6858000"/>
              <a:gd name="connsiteX5" fmla="*/ 3895412 w 4948800"/>
              <a:gd name="connsiteY5" fmla="*/ 6308075 h 6858000"/>
              <a:gd name="connsiteX6" fmla="*/ 3814945 w 4948800"/>
              <a:gd name="connsiteY6" fmla="*/ 6227641 h 6858000"/>
              <a:gd name="connsiteX7" fmla="*/ 3814945 w 4948800"/>
              <a:gd name="connsiteY7" fmla="*/ 5655677 h 6858000"/>
              <a:gd name="connsiteX8" fmla="*/ 3895412 w 4948800"/>
              <a:gd name="connsiteY8" fmla="*/ 5575243 h 6858000"/>
              <a:gd name="connsiteX9" fmla="*/ 1950562 w 4948800"/>
              <a:gd name="connsiteY9" fmla="*/ 5575243 h 6858000"/>
              <a:gd name="connsiteX10" fmla="*/ 2288119 w 4948800"/>
              <a:gd name="connsiteY10" fmla="*/ 5575243 h 6858000"/>
              <a:gd name="connsiteX11" fmla="*/ 2355183 w 4948800"/>
              <a:gd name="connsiteY11" fmla="*/ 5640037 h 6858000"/>
              <a:gd name="connsiteX12" fmla="*/ 2308239 w 4948800"/>
              <a:gd name="connsiteY12" fmla="*/ 5711532 h 6858000"/>
              <a:gd name="connsiteX13" fmla="*/ 1870086 w 4948800"/>
              <a:gd name="connsiteY13" fmla="*/ 5926019 h 6858000"/>
              <a:gd name="connsiteX14" fmla="*/ 1870086 w 4948800"/>
              <a:gd name="connsiteY14" fmla="*/ 5655677 h 6858000"/>
              <a:gd name="connsiteX15" fmla="*/ 1950562 w 4948800"/>
              <a:gd name="connsiteY15" fmla="*/ 5575243 h 6858000"/>
              <a:gd name="connsiteX16" fmla="*/ 1217329 w 4948800"/>
              <a:gd name="connsiteY16" fmla="*/ 5383099 h 6858000"/>
              <a:gd name="connsiteX17" fmla="*/ 1217329 w 4948800"/>
              <a:gd name="connsiteY17" fmla="*/ 6504687 h 6858000"/>
              <a:gd name="connsiteX18" fmla="*/ 1463231 w 4948800"/>
              <a:gd name="connsiteY18" fmla="*/ 6504687 h 6858000"/>
              <a:gd name="connsiteX19" fmla="*/ 1463231 w 4948800"/>
              <a:gd name="connsiteY19" fmla="*/ 5383099 h 6858000"/>
              <a:gd name="connsiteX20" fmla="*/ 3859658 w 4948800"/>
              <a:gd name="connsiteY20" fmla="*/ 5374162 h 6858000"/>
              <a:gd name="connsiteX21" fmla="*/ 3569052 w 4948800"/>
              <a:gd name="connsiteY21" fmla="*/ 5664614 h 6858000"/>
              <a:gd name="connsiteX22" fmla="*/ 3569052 w 4948800"/>
              <a:gd name="connsiteY22" fmla="*/ 6218705 h 6858000"/>
              <a:gd name="connsiteX23" fmla="*/ 3859658 w 4948800"/>
              <a:gd name="connsiteY23" fmla="*/ 6509156 h 6858000"/>
              <a:gd name="connsiteX24" fmla="*/ 4306751 w 4948800"/>
              <a:gd name="connsiteY24" fmla="*/ 6509156 h 6858000"/>
              <a:gd name="connsiteX25" fmla="*/ 4597358 w 4948800"/>
              <a:gd name="connsiteY25" fmla="*/ 6218705 h 6858000"/>
              <a:gd name="connsiteX26" fmla="*/ 4597358 w 4948800"/>
              <a:gd name="connsiteY26" fmla="*/ 5664614 h 6858000"/>
              <a:gd name="connsiteX27" fmla="*/ 4306751 w 4948800"/>
              <a:gd name="connsiteY27" fmla="*/ 5374162 h 6858000"/>
              <a:gd name="connsiteX28" fmla="*/ 1914795 w 4948800"/>
              <a:gd name="connsiteY28" fmla="*/ 5374162 h 6858000"/>
              <a:gd name="connsiteX29" fmla="*/ 1624185 w 4948800"/>
              <a:gd name="connsiteY29" fmla="*/ 5664614 h 6858000"/>
              <a:gd name="connsiteX30" fmla="*/ 1624185 w 4948800"/>
              <a:gd name="connsiteY30" fmla="*/ 6214236 h 6858000"/>
              <a:gd name="connsiteX31" fmla="*/ 1914795 w 4948800"/>
              <a:gd name="connsiteY31" fmla="*/ 6504687 h 6858000"/>
              <a:gd name="connsiteX32" fmla="*/ 2583193 w 4948800"/>
              <a:gd name="connsiteY32" fmla="*/ 6504687 h 6858000"/>
              <a:gd name="connsiteX33" fmla="*/ 2583193 w 4948800"/>
              <a:gd name="connsiteY33" fmla="*/ 6303606 h 6858000"/>
              <a:gd name="connsiteX34" fmla="*/ 1950562 w 4948800"/>
              <a:gd name="connsiteY34" fmla="*/ 6303606 h 6858000"/>
              <a:gd name="connsiteX35" fmla="*/ 1870086 w 4948800"/>
              <a:gd name="connsiteY35" fmla="*/ 6223174 h 6858000"/>
              <a:gd name="connsiteX36" fmla="*/ 1870086 w 4948800"/>
              <a:gd name="connsiteY36" fmla="*/ 6158380 h 6858000"/>
              <a:gd name="connsiteX37" fmla="*/ 2428953 w 4948800"/>
              <a:gd name="connsiteY37" fmla="*/ 5885804 h 6858000"/>
              <a:gd name="connsiteX38" fmla="*/ 2601091 w 4948800"/>
              <a:gd name="connsiteY38" fmla="*/ 5633335 h 6858000"/>
              <a:gd name="connsiteX39" fmla="*/ 2323885 w 4948800"/>
              <a:gd name="connsiteY39" fmla="*/ 5374162 h 6858000"/>
              <a:gd name="connsiteX40" fmla="*/ 2976634 w 4948800"/>
              <a:gd name="connsiteY40" fmla="*/ 5061369 h 6858000"/>
              <a:gd name="connsiteX41" fmla="*/ 2746394 w 4948800"/>
              <a:gd name="connsiteY41" fmla="*/ 5173081 h 6858000"/>
              <a:gd name="connsiteX42" fmla="*/ 2746394 w 4948800"/>
              <a:gd name="connsiteY42" fmla="*/ 6214236 h 6858000"/>
              <a:gd name="connsiteX43" fmla="*/ 3037000 w 4948800"/>
              <a:gd name="connsiteY43" fmla="*/ 6504687 h 6858000"/>
              <a:gd name="connsiteX44" fmla="*/ 3443849 w 4948800"/>
              <a:gd name="connsiteY44" fmla="*/ 6504687 h 6858000"/>
              <a:gd name="connsiteX45" fmla="*/ 3443849 w 4948800"/>
              <a:gd name="connsiteY45" fmla="*/ 6303606 h 6858000"/>
              <a:gd name="connsiteX46" fmla="*/ 3072775 w 4948800"/>
              <a:gd name="connsiteY46" fmla="*/ 6303606 h 6858000"/>
              <a:gd name="connsiteX47" fmla="*/ 2992287 w 4948800"/>
              <a:gd name="connsiteY47" fmla="*/ 6223174 h 6858000"/>
              <a:gd name="connsiteX48" fmla="*/ 2992287 w 4948800"/>
              <a:gd name="connsiteY48" fmla="*/ 5584182 h 6858000"/>
              <a:gd name="connsiteX49" fmla="*/ 3443849 w 4948800"/>
              <a:gd name="connsiteY49" fmla="*/ 5584182 h 6858000"/>
              <a:gd name="connsiteX50" fmla="*/ 3443849 w 4948800"/>
              <a:gd name="connsiteY50" fmla="*/ 5383099 h 6858000"/>
              <a:gd name="connsiteX51" fmla="*/ 2992287 w 4948800"/>
              <a:gd name="connsiteY51" fmla="*/ 5383099 h 6858000"/>
              <a:gd name="connsiteX52" fmla="*/ 2992287 w 4948800"/>
              <a:gd name="connsiteY52" fmla="*/ 5061369 h 6858000"/>
              <a:gd name="connsiteX53" fmla="*/ 1217329 w 4948800"/>
              <a:gd name="connsiteY53" fmla="*/ 5061369 h 6858000"/>
              <a:gd name="connsiteX54" fmla="*/ 1217329 w 4948800"/>
              <a:gd name="connsiteY54" fmla="*/ 5284792 h 6858000"/>
              <a:gd name="connsiteX55" fmla="*/ 1463231 w 4948800"/>
              <a:gd name="connsiteY55" fmla="*/ 5284792 h 6858000"/>
              <a:gd name="connsiteX56" fmla="*/ 1463231 w 4948800"/>
              <a:gd name="connsiteY56" fmla="*/ 5061369 h 6858000"/>
              <a:gd name="connsiteX57" fmla="*/ 589162 w 4948800"/>
              <a:gd name="connsiteY57" fmla="*/ 5061369 h 6858000"/>
              <a:gd name="connsiteX58" fmla="*/ 358909 w 4948800"/>
              <a:gd name="connsiteY58" fmla="*/ 5173081 h 6858000"/>
              <a:gd name="connsiteX59" fmla="*/ 358909 w 4948800"/>
              <a:gd name="connsiteY59" fmla="*/ 6214236 h 6858000"/>
              <a:gd name="connsiteX60" fmla="*/ 649520 w 4948800"/>
              <a:gd name="connsiteY60" fmla="*/ 6504687 h 6858000"/>
              <a:gd name="connsiteX61" fmla="*/ 1056375 w 4948800"/>
              <a:gd name="connsiteY61" fmla="*/ 6504687 h 6858000"/>
              <a:gd name="connsiteX62" fmla="*/ 1056375 w 4948800"/>
              <a:gd name="connsiteY62" fmla="*/ 6303606 h 6858000"/>
              <a:gd name="connsiteX63" fmla="*/ 685288 w 4948800"/>
              <a:gd name="connsiteY63" fmla="*/ 6303606 h 6858000"/>
              <a:gd name="connsiteX64" fmla="*/ 604810 w 4948800"/>
              <a:gd name="connsiteY64" fmla="*/ 6223174 h 6858000"/>
              <a:gd name="connsiteX65" fmla="*/ 604810 w 4948800"/>
              <a:gd name="connsiteY65" fmla="*/ 5584182 h 6858000"/>
              <a:gd name="connsiteX66" fmla="*/ 1056375 w 4948800"/>
              <a:gd name="connsiteY66" fmla="*/ 5584182 h 6858000"/>
              <a:gd name="connsiteX67" fmla="*/ 1056375 w 4948800"/>
              <a:gd name="connsiteY67" fmla="*/ 5383099 h 6858000"/>
              <a:gd name="connsiteX68" fmla="*/ 604810 w 4948800"/>
              <a:gd name="connsiteY68" fmla="*/ 5383099 h 6858000"/>
              <a:gd name="connsiteX69" fmla="*/ 604810 w 4948800"/>
              <a:gd name="connsiteY69" fmla="*/ 5061369 h 6858000"/>
              <a:gd name="connsiteX70" fmla="*/ 0 w 4948800"/>
              <a:gd name="connsiteY70" fmla="*/ 0 h 6858000"/>
              <a:gd name="connsiteX71" fmla="*/ 4948800 w 4948800"/>
              <a:gd name="connsiteY71" fmla="*/ 0 h 6858000"/>
              <a:gd name="connsiteX72" fmla="*/ 4948800 w 4948800"/>
              <a:gd name="connsiteY72" fmla="*/ 6858000 h 6858000"/>
              <a:gd name="connsiteX73" fmla="*/ 0 w 4948800"/>
              <a:gd name="connsiteY7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948800" h="6858000">
                <a:moveTo>
                  <a:pt x="3895412" y="5575243"/>
                </a:moveTo>
                <a:lnTo>
                  <a:pt x="4270977" y="5575243"/>
                </a:lnTo>
                <a:cubicBezTo>
                  <a:pt x="4320159" y="5575243"/>
                  <a:pt x="4351465" y="5606524"/>
                  <a:pt x="4351465" y="5655677"/>
                </a:cubicBezTo>
                <a:lnTo>
                  <a:pt x="4351465" y="6227641"/>
                </a:lnTo>
                <a:cubicBezTo>
                  <a:pt x="4351465" y="6276795"/>
                  <a:pt x="4320159" y="6308075"/>
                  <a:pt x="4270977" y="6308075"/>
                </a:cubicBezTo>
                <a:lnTo>
                  <a:pt x="3895412" y="6308075"/>
                </a:lnTo>
                <a:cubicBezTo>
                  <a:pt x="3846250" y="6308075"/>
                  <a:pt x="3814945" y="6276795"/>
                  <a:pt x="3814945" y="6227641"/>
                </a:cubicBezTo>
                <a:lnTo>
                  <a:pt x="3814945" y="5655677"/>
                </a:lnTo>
                <a:cubicBezTo>
                  <a:pt x="3814945" y="5606524"/>
                  <a:pt x="3846250" y="5575243"/>
                  <a:pt x="3895412" y="5575243"/>
                </a:cubicBezTo>
                <a:close/>
                <a:moveTo>
                  <a:pt x="1950562" y="5575243"/>
                </a:moveTo>
                <a:lnTo>
                  <a:pt x="2288119" y="5575243"/>
                </a:lnTo>
                <a:cubicBezTo>
                  <a:pt x="2332828" y="5575243"/>
                  <a:pt x="2355183" y="5602055"/>
                  <a:pt x="2355183" y="5640037"/>
                </a:cubicBezTo>
                <a:cubicBezTo>
                  <a:pt x="2355183" y="5680254"/>
                  <a:pt x="2337300" y="5695892"/>
                  <a:pt x="2308239" y="5711532"/>
                </a:cubicBezTo>
                <a:lnTo>
                  <a:pt x="1870086" y="5926019"/>
                </a:lnTo>
                <a:lnTo>
                  <a:pt x="1870086" y="5655677"/>
                </a:lnTo>
                <a:cubicBezTo>
                  <a:pt x="1870086" y="5606524"/>
                  <a:pt x="1901384" y="5575243"/>
                  <a:pt x="1950562" y="5575243"/>
                </a:cubicBezTo>
                <a:close/>
                <a:moveTo>
                  <a:pt x="1217329" y="5383099"/>
                </a:moveTo>
                <a:lnTo>
                  <a:pt x="1217329" y="6504687"/>
                </a:lnTo>
                <a:lnTo>
                  <a:pt x="1463231" y="6504687"/>
                </a:lnTo>
                <a:lnTo>
                  <a:pt x="1463231" y="5383099"/>
                </a:lnTo>
                <a:close/>
                <a:moveTo>
                  <a:pt x="3859658" y="5374162"/>
                </a:moveTo>
                <a:cubicBezTo>
                  <a:pt x="3694233" y="5374162"/>
                  <a:pt x="3569052" y="5499281"/>
                  <a:pt x="3569052" y="5664614"/>
                </a:cubicBezTo>
                <a:lnTo>
                  <a:pt x="3569052" y="6218705"/>
                </a:lnTo>
                <a:cubicBezTo>
                  <a:pt x="3569052" y="6384038"/>
                  <a:pt x="3694233" y="6509156"/>
                  <a:pt x="3859658" y="6509156"/>
                </a:cubicBezTo>
                <a:lnTo>
                  <a:pt x="4306751" y="6509156"/>
                </a:lnTo>
                <a:cubicBezTo>
                  <a:pt x="4472177" y="6509156"/>
                  <a:pt x="4597358" y="6384038"/>
                  <a:pt x="4597358" y="6218705"/>
                </a:cubicBezTo>
                <a:lnTo>
                  <a:pt x="4597358" y="5664614"/>
                </a:lnTo>
                <a:cubicBezTo>
                  <a:pt x="4597358" y="5499281"/>
                  <a:pt x="4472177" y="5374162"/>
                  <a:pt x="4306751" y="5374162"/>
                </a:cubicBezTo>
                <a:close/>
                <a:moveTo>
                  <a:pt x="1914795" y="5374162"/>
                </a:moveTo>
                <a:cubicBezTo>
                  <a:pt x="1749370" y="5374162"/>
                  <a:pt x="1624185" y="5499281"/>
                  <a:pt x="1624185" y="5664614"/>
                </a:cubicBezTo>
                <a:lnTo>
                  <a:pt x="1624185" y="6214236"/>
                </a:lnTo>
                <a:cubicBezTo>
                  <a:pt x="1624185" y="6379571"/>
                  <a:pt x="1749370" y="6504687"/>
                  <a:pt x="1914795" y="6504687"/>
                </a:cubicBezTo>
                <a:lnTo>
                  <a:pt x="2583193" y="6504687"/>
                </a:lnTo>
                <a:lnTo>
                  <a:pt x="2583193" y="6303606"/>
                </a:lnTo>
                <a:lnTo>
                  <a:pt x="1950562" y="6303606"/>
                </a:lnTo>
                <a:cubicBezTo>
                  <a:pt x="1901384" y="6303606"/>
                  <a:pt x="1870086" y="6272328"/>
                  <a:pt x="1870086" y="6223174"/>
                </a:cubicBezTo>
                <a:lnTo>
                  <a:pt x="1870086" y="6158380"/>
                </a:lnTo>
                <a:lnTo>
                  <a:pt x="2428953" y="5885804"/>
                </a:lnTo>
                <a:cubicBezTo>
                  <a:pt x="2558601" y="5823245"/>
                  <a:pt x="2601091" y="5751749"/>
                  <a:pt x="2601091" y="5633335"/>
                </a:cubicBezTo>
                <a:cubicBezTo>
                  <a:pt x="2601091" y="5494811"/>
                  <a:pt x="2500480" y="5374162"/>
                  <a:pt x="2323885" y="5374162"/>
                </a:cubicBezTo>
                <a:close/>
                <a:moveTo>
                  <a:pt x="2976634" y="5061369"/>
                </a:moveTo>
                <a:lnTo>
                  <a:pt x="2746394" y="5173081"/>
                </a:lnTo>
                <a:lnTo>
                  <a:pt x="2746394" y="6214236"/>
                </a:lnTo>
                <a:cubicBezTo>
                  <a:pt x="2746394" y="6384038"/>
                  <a:pt x="2867106" y="6504687"/>
                  <a:pt x="3037000" y="6504687"/>
                </a:cubicBezTo>
                <a:lnTo>
                  <a:pt x="3443849" y="6504687"/>
                </a:lnTo>
                <a:lnTo>
                  <a:pt x="3443849" y="6303606"/>
                </a:lnTo>
                <a:lnTo>
                  <a:pt x="3072775" y="6303606"/>
                </a:lnTo>
                <a:cubicBezTo>
                  <a:pt x="3023593" y="6303606"/>
                  <a:pt x="2992287" y="6272328"/>
                  <a:pt x="2992287" y="6223174"/>
                </a:cubicBezTo>
                <a:lnTo>
                  <a:pt x="2992287" y="5584182"/>
                </a:lnTo>
                <a:lnTo>
                  <a:pt x="3443849" y="5584182"/>
                </a:lnTo>
                <a:lnTo>
                  <a:pt x="3443849" y="5383099"/>
                </a:lnTo>
                <a:lnTo>
                  <a:pt x="2992287" y="5383099"/>
                </a:lnTo>
                <a:lnTo>
                  <a:pt x="2992287" y="5061369"/>
                </a:lnTo>
                <a:close/>
                <a:moveTo>
                  <a:pt x="1217329" y="5061369"/>
                </a:moveTo>
                <a:lnTo>
                  <a:pt x="1217329" y="5284792"/>
                </a:lnTo>
                <a:lnTo>
                  <a:pt x="1463231" y="5284792"/>
                </a:lnTo>
                <a:lnTo>
                  <a:pt x="1463231" y="5061369"/>
                </a:lnTo>
                <a:close/>
                <a:moveTo>
                  <a:pt x="589162" y="5061369"/>
                </a:moveTo>
                <a:lnTo>
                  <a:pt x="358909" y="5173081"/>
                </a:lnTo>
                <a:lnTo>
                  <a:pt x="358909" y="6214236"/>
                </a:lnTo>
                <a:cubicBezTo>
                  <a:pt x="358909" y="6384038"/>
                  <a:pt x="479624" y="6504687"/>
                  <a:pt x="649520" y="6504687"/>
                </a:cubicBezTo>
                <a:lnTo>
                  <a:pt x="1056375" y="6504687"/>
                </a:lnTo>
                <a:lnTo>
                  <a:pt x="1056375" y="6303606"/>
                </a:lnTo>
                <a:lnTo>
                  <a:pt x="685288" y="6303606"/>
                </a:lnTo>
                <a:cubicBezTo>
                  <a:pt x="636108" y="6303606"/>
                  <a:pt x="604810" y="6272328"/>
                  <a:pt x="604810" y="6223174"/>
                </a:cubicBezTo>
                <a:lnTo>
                  <a:pt x="604810" y="5584182"/>
                </a:lnTo>
                <a:lnTo>
                  <a:pt x="1056375" y="5584182"/>
                </a:lnTo>
                <a:lnTo>
                  <a:pt x="1056375" y="5383099"/>
                </a:lnTo>
                <a:lnTo>
                  <a:pt x="604810" y="5383099"/>
                </a:lnTo>
                <a:lnTo>
                  <a:pt x="604810" y="5061369"/>
                </a:lnTo>
                <a:close/>
                <a:moveTo>
                  <a:pt x="0" y="0"/>
                </a:moveTo>
                <a:lnTo>
                  <a:pt x="4948800" y="0"/>
                </a:lnTo>
                <a:lnTo>
                  <a:pt x="4948800" y="6858000"/>
                </a:lnTo>
                <a:lnTo>
                  <a:pt x="0" y="6858000"/>
                </a:lnTo>
                <a:close/>
              </a:path>
            </a:pathLst>
          </a:custGeom>
          <a:solidFill>
            <a:schemeClr val="tx1">
              <a:lumMod val="75000"/>
            </a:schemeClr>
          </a:solidFill>
        </p:spPr>
        <p:txBody>
          <a:bodyPr wrap="square" tIns="72000" anchor="t" anchorCtr="0">
            <a:noAutofit/>
          </a:bodyPr>
          <a:lstStyle>
            <a:lvl1pPr marL="0" indent="0" algn="ctr">
              <a:buNone/>
              <a:defRPr sz="1400">
                <a:solidFill>
                  <a:schemeClr val="tx1"/>
                </a:solidFill>
              </a:defRPr>
            </a:lvl1pPr>
          </a:lstStyle>
          <a:p>
            <a:r>
              <a:rPr lang="en-GB" dirty="0"/>
              <a:t>Click to add picture</a:t>
            </a:r>
          </a:p>
        </p:txBody>
      </p:sp>
      <p:sp>
        <p:nvSpPr>
          <p:cNvPr id="33" name="Title 1">
            <a:extLst>
              <a:ext uri="{FF2B5EF4-FFF2-40B4-BE49-F238E27FC236}">
                <a16:creationId xmlns:a16="http://schemas.microsoft.com/office/drawing/2014/main" id="{1053A396-A4E8-411D-9AC4-A95D53FA725A}"/>
              </a:ext>
            </a:extLst>
          </p:cNvPr>
          <p:cNvSpPr>
            <a:spLocks noGrp="1"/>
          </p:cNvSpPr>
          <p:nvPr>
            <p:ph type="ctrTitle" hasCustomPrompt="1"/>
          </p:nvPr>
        </p:nvSpPr>
        <p:spPr>
          <a:xfrm>
            <a:off x="345600" y="344488"/>
            <a:ext cx="5907600" cy="3331112"/>
          </a:xfrm>
        </p:spPr>
        <p:txBody>
          <a:bodyPr anchor="b"/>
          <a:lstStyle>
            <a:lvl1pPr algn="l">
              <a:defRPr sz="6000" b="0">
                <a:solidFill>
                  <a:schemeClr val="tx1"/>
                </a:solidFill>
              </a:defRPr>
            </a:lvl1pPr>
          </a:lstStyle>
          <a:p>
            <a:r>
              <a:rPr lang="en-GB" dirty="0"/>
              <a:t>Add text for example Thank you</a:t>
            </a:r>
          </a:p>
        </p:txBody>
      </p:sp>
      <p:sp>
        <p:nvSpPr>
          <p:cNvPr id="2" name="Text Placeholder 3">
            <a:extLst>
              <a:ext uri="{FF2B5EF4-FFF2-40B4-BE49-F238E27FC236}">
                <a16:creationId xmlns:a16="http://schemas.microsoft.com/office/drawing/2014/main" id="{B580ADCF-6823-0923-63AB-AA9BE766C94E}"/>
              </a:ext>
            </a:extLst>
          </p:cNvPr>
          <p:cNvSpPr>
            <a:spLocks noGrp="1"/>
          </p:cNvSpPr>
          <p:nvPr>
            <p:ph type="body" sz="quarter" idx="15" hasCustomPrompt="1"/>
          </p:nvPr>
        </p:nvSpPr>
        <p:spPr bwMode="black">
          <a:xfrm>
            <a:off x="345600" y="6000750"/>
            <a:ext cx="5907600" cy="282083"/>
          </a:xfrm>
          <a:effectLst/>
        </p:spPr>
        <p:txBody>
          <a:bodyPr vert="horz" wrap="square" anchor="b" anchorCtr="0">
            <a:noAutofit/>
          </a:bodyPr>
          <a:lstStyle>
            <a:lvl1pPr marL="0" indent="0" algn="l">
              <a:buFont typeface="Arial" panose="020B0604020202020204" pitchFamily="34" charset="0"/>
              <a:buNone/>
              <a:defRPr sz="1400" b="0" i="0" u="none" strike="noStrike">
                <a:solidFill>
                  <a:schemeClr val="accent5"/>
                </a:solidFill>
                <a:latin typeface="+mn-lt"/>
              </a:defRPr>
            </a:lvl1pPr>
            <a:lvl2pPr marL="0" indent="0" algn="l">
              <a:buFont typeface="Arial" panose="020B0604020202020204" pitchFamily="34" charset="0"/>
              <a:buChar char="​"/>
              <a:defRPr sz="1400" b="0" i="0" u="none" strike="noStrike">
                <a:solidFill>
                  <a:schemeClr val="accent5"/>
                </a:solidFill>
                <a:latin typeface="+mn-lt"/>
              </a:defRPr>
            </a:lvl2pPr>
            <a:lvl3pPr marL="0" indent="0" algn="l">
              <a:buFont typeface="Arial" panose="020B0604020202020204" pitchFamily="34" charset="0"/>
              <a:buChar char="​"/>
              <a:defRPr sz="1400" b="0" i="0" u="none" strike="noStrike">
                <a:solidFill>
                  <a:schemeClr val="accent5"/>
                </a:solidFill>
                <a:latin typeface="+mn-lt"/>
              </a:defRPr>
            </a:lvl3pPr>
            <a:lvl4pPr marL="0" indent="0" algn="l">
              <a:buFont typeface="Arial" panose="020B0604020202020204" pitchFamily="34" charset="0"/>
              <a:buChar char="​"/>
              <a:defRPr sz="1400" b="0" i="0" u="none" strike="noStrike">
                <a:solidFill>
                  <a:schemeClr val="accent5"/>
                </a:solidFill>
                <a:latin typeface="+mn-lt"/>
              </a:defRPr>
            </a:lvl4pPr>
            <a:lvl5pPr marL="0" indent="0" algn="l">
              <a:buFont typeface="Arial" panose="020B0604020202020204" pitchFamily="34" charset="0"/>
              <a:buChar char="​"/>
              <a:defRPr sz="1400" b="0" i="0" u="none" strike="noStrike">
                <a:solidFill>
                  <a:schemeClr val="accent5"/>
                </a:solidFill>
                <a:latin typeface="+mn-lt"/>
              </a:defRPr>
            </a:lvl5pPr>
            <a:lvl6pPr>
              <a:defRPr sz="1400">
                <a:solidFill>
                  <a:schemeClr val="accent5"/>
                </a:solidFill>
              </a:defRPr>
            </a:lvl6pPr>
            <a:lvl7pPr>
              <a:defRPr sz="1400">
                <a:solidFill>
                  <a:schemeClr val="accent5"/>
                </a:solidFill>
              </a:defRPr>
            </a:lvl7pPr>
            <a:lvl8pPr>
              <a:defRPr sz="1400">
                <a:solidFill>
                  <a:schemeClr val="accent5"/>
                </a:solidFill>
              </a:defRPr>
            </a:lvl8pPr>
            <a:lvl9pPr>
              <a:defRPr sz="1400">
                <a:solidFill>
                  <a:schemeClr val="accent5"/>
                </a:solidFill>
              </a:defRPr>
            </a:lvl9pPr>
          </a:lstStyle>
          <a:p>
            <a:pPr lvl="0"/>
            <a:r>
              <a:rPr lang="en-GB" dirty="0"/>
              <a:t>Click to add presenter's name</a:t>
            </a:r>
          </a:p>
        </p:txBody>
      </p:sp>
      <p:sp>
        <p:nvSpPr>
          <p:cNvPr id="5" name="Text Placeholder 3">
            <a:extLst>
              <a:ext uri="{FF2B5EF4-FFF2-40B4-BE49-F238E27FC236}">
                <a16:creationId xmlns:a16="http://schemas.microsoft.com/office/drawing/2014/main" id="{45402F44-DA92-0809-8AA8-6CE2F2C8B6F4}"/>
              </a:ext>
            </a:extLst>
          </p:cNvPr>
          <p:cNvSpPr>
            <a:spLocks noGrp="1"/>
          </p:cNvSpPr>
          <p:nvPr>
            <p:ph type="body" sz="quarter" idx="17" hasCustomPrompt="1"/>
          </p:nvPr>
        </p:nvSpPr>
        <p:spPr bwMode="black">
          <a:xfrm>
            <a:off x="345600" y="6354887"/>
            <a:ext cx="5907600" cy="233348"/>
          </a:xfrm>
          <a:effectLst/>
        </p:spPr>
        <p:txBody>
          <a:bodyPr vert="horz" wrap="square" anchor="t" anchorCtr="0">
            <a:noAutofit/>
          </a:bodyPr>
          <a:lstStyle>
            <a:lvl1pPr marL="0" indent="0" algn="l">
              <a:buFont typeface="Arial" panose="020B0604020202020204" pitchFamily="34" charset="0"/>
              <a:buNone/>
              <a:defRPr sz="1400" b="0" i="0" u="none" strike="noStrike">
                <a:solidFill>
                  <a:schemeClr val="accent5"/>
                </a:solidFill>
                <a:latin typeface="+mn-lt"/>
              </a:defRPr>
            </a:lvl1pPr>
            <a:lvl2pPr marL="0" indent="0" algn="l">
              <a:buFont typeface="Arial" panose="020B0604020202020204" pitchFamily="34" charset="0"/>
              <a:buChar char="​"/>
              <a:defRPr sz="1400" b="0" i="0" u="none" strike="noStrike">
                <a:solidFill>
                  <a:schemeClr val="accent5"/>
                </a:solidFill>
                <a:latin typeface="+mn-lt"/>
              </a:defRPr>
            </a:lvl2pPr>
            <a:lvl3pPr marL="0" indent="0" algn="l">
              <a:buFont typeface="Arial" panose="020B0604020202020204" pitchFamily="34" charset="0"/>
              <a:buChar char="​"/>
              <a:defRPr sz="1400" b="0" i="0" u="none" strike="noStrike">
                <a:solidFill>
                  <a:schemeClr val="accent5"/>
                </a:solidFill>
                <a:latin typeface="+mn-lt"/>
              </a:defRPr>
            </a:lvl3pPr>
            <a:lvl4pPr marL="0" indent="0" algn="l">
              <a:buFont typeface="Arial" panose="020B0604020202020204" pitchFamily="34" charset="0"/>
              <a:buChar char="​"/>
              <a:defRPr sz="1400" b="0" i="0" u="none" strike="noStrike">
                <a:solidFill>
                  <a:schemeClr val="accent5"/>
                </a:solidFill>
                <a:latin typeface="+mn-lt"/>
              </a:defRPr>
            </a:lvl4pPr>
            <a:lvl5pPr marL="0" indent="0" algn="l">
              <a:buFont typeface="Arial" panose="020B0604020202020204" pitchFamily="34" charset="0"/>
              <a:buChar char="​"/>
              <a:defRPr sz="1400" b="0" i="0" u="none" strike="noStrike">
                <a:solidFill>
                  <a:schemeClr val="accent5"/>
                </a:solidFill>
                <a:latin typeface="+mn-lt"/>
              </a:defRPr>
            </a:lvl5pPr>
            <a:lvl6pPr>
              <a:defRPr sz="1400">
                <a:solidFill>
                  <a:schemeClr val="accent5"/>
                </a:solidFill>
              </a:defRPr>
            </a:lvl6pPr>
            <a:lvl7pPr>
              <a:defRPr sz="1400">
                <a:solidFill>
                  <a:schemeClr val="accent5"/>
                </a:solidFill>
              </a:defRPr>
            </a:lvl7pPr>
            <a:lvl8pPr>
              <a:defRPr sz="1400">
                <a:solidFill>
                  <a:schemeClr val="accent5"/>
                </a:solidFill>
              </a:defRPr>
            </a:lvl8pPr>
            <a:lvl9pPr>
              <a:defRPr sz="1400">
                <a:solidFill>
                  <a:schemeClr val="accent5"/>
                </a:solidFill>
              </a:defRPr>
            </a:lvl9pPr>
          </a:lstStyle>
          <a:p>
            <a:pPr lvl="0"/>
            <a:r>
              <a:rPr lang="en-GB" dirty="0"/>
              <a:t>Click to add date</a:t>
            </a:r>
          </a:p>
        </p:txBody>
      </p:sp>
    </p:spTree>
    <p:extLst>
      <p:ext uri="{BB962C8B-B14F-4D97-AF65-F5344CB8AC3E}">
        <p14:creationId xmlns:p14="http://schemas.microsoft.com/office/powerpoint/2010/main" val="37803604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9" userDrawn="1">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End slide 3">
    <p:bg>
      <p:bgPr>
        <a:solidFill>
          <a:schemeClr val="bg1"/>
        </a:solidFill>
        <a:effectLst/>
      </p:bgPr>
    </p:bg>
    <p:spTree>
      <p:nvGrpSpPr>
        <p:cNvPr id="1" name=""/>
        <p:cNvGrpSpPr/>
        <p:nvPr/>
      </p:nvGrpSpPr>
      <p:grpSpPr>
        <a:xfrm>
          <a:off x="0" y="0"/>
          <a:ext cx="0" cy="0"/>
          <a:chOff x="0" y="0"/>
          <a:chExt cx="0" cy="0"/>
        </a:xfrm>
      </p:grpSpPr>
      <p:sp>
        <p:nvSpPr>
          <p:cNvPr id="3" name="Date Placeholder 6" hidden="1">
            <a:extLst>
              <a:ext uri="{FF2B5EF4-FFF2-40B4-BE49-F238E27FC236}">
                <a16:creationId xmlns:a16="http://schemas.microsoft.com/office/drawing/2014/main" id="{6852AC22-E179-389F-586C-8D16A85CC83D}"/>
              </a:ext>
            </a:extLst>
          </p:cNvPr>
          <p:cNvSpPr>
            <a:spLocks noGrp="1"/>
          </p:cNvSpPr>
          <p:nvPr>
            <p:ph type="dt" sz="half" idx="18"/>
          </p:nvPr>
        </p:nvSpPr>
        <p:spPr>
          <a:xfrm>
            <a:off x="0" y="6858000"/>
            <a:ext cx="0" cy="0"/>
          </a:xfrm>
          <a:prstGeom prst="rect">
            <a:avLst/>
          </a:prstGeom>
        </p:spPr>
        <p:txBody>
          <a:bodyPr/>
          <a:lstStyle>
            <a:lvl1pPr>
              <a:defRPr sz="133">
                <a:noFill/>
              </a:defRPr>
            </a:lvl1pPr>
          </a:lstStyle>
          <a:p>
            <a:fld id="{AD528CD2-90E8-4F90-8BA1-C12A3A6783DF}" type="datetime3">
              <a:rPr lang="en-GB" smtClean="0"/>
              <a:t>21 July, 2026</a:t>
            </a:fld>
            <a:endParaRPr lang="en-GB" dirty="0"/>
          </a:p>
        </p:txBody>
      </p:sp>
      <p:sp>
        <p:nvSpPr>
          <p:cNvPr id="6" name="Footer Placeholder 8" hidden="1">
            <a:extLst>
              <a:ext uri="{FF2B5EF4-FFF2-40B4-BE49-F238E27FC236}">
                <a16:creationId xmlns:a16="http://schemas.microsoft.com/office/drawing/2014/main" id="{7F98DDF6-E83B-A7DB-3C6E-C8EAE1413450}"/>
              </a:ext>
            </a:extLst>
          </p:cNvPr>
          <p:cNvSpPr>
            <a:spLocks noGrp="1"/>
          </p:cNvSpPr>
          <p:nvPr>
            <p:ph type="ftr" sz="quarter" idx="19"/>
          </p:nvPr>
        </p:nvSpPr>
        <p:spPr>
          <a:xfrm>
            <a:off x="0" y="6858000"/>
            <a:ext cx="0" cy="0"/>
          </a:xfrm>
          <a:prstGeom prst="rect">
            <a:avLst/>
          </a:prstGeom>
        </p:spPr>
        <p:txBody>
          <a:bodyPr/>
          <a:lstStyle>
            <a:lvl1pPr>
              <a:defRPr sz="133">
                <a:noFill/>
              </a:defRPr>
            </a:lvl1pPr>
          </a:lstStyle>
          <a:p>
            <a:r>
              <a:rPr lang="en-GB" dirty="0"/>
              <a:t>Confidential</a:t>
            </a:r>
          </a:p>
        </p:txBody>
      </p:sp>
      <p:sp>
        <p:nvSpPr>
          <p:cNvPr id="7" name="Slide Number Placeholder 10" hidden="1">
            <a:extLst>
              <a:ext uri="{FF2B5EF4-FFF2-40B4-BE49-F238E27FC236}">
                <a16:creationId xmlns:a16="http://schemas.microsoft.com/office/drawing/2014/main" id="{A3FF52DC-3559-E87A-A6AA-B71E3EE68D46}"/>
              </a:ext>
            </a:extLst>
          </p:cNvPr>
          <p:cNvSpPr>
            <a:spLocks noGrp="1"/>
          </p:cNvSpPr>
          <p:nvPr>
            <p:ph type="sldNum" sz="quarter" idx="20"/>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32" name="Rectangle 31">
            <a:extLst>
              <a:ext uri="{FF2B5EF4-FFF2-40B4-BE49-F238E27FC236}">
                <a16:creationId xmlns:a16="http://schemas.microsoft.com/office/drawing/2014/main" id="{1629A0C0-C4FA-4BD5-B2B6-6748A116A518}"/>
              </a:ext>
            </a:extLst>
          </p:cNvPr>
          <p:cNvSpPr/>
          <p:nvPr userDrawn="1"/>
        </p:nvSpPr>
        <p:spPr bwMode="white">
          <a:xfrm>
            <a:off x="7246168" y="0"/>
            <a:ext cx="4948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2" name="Picture Placeholder 8">
            <a:extLst>
              <a:ext uri="{FF2B5EF4-FFF2-40B4-BE49-F238E27FC236}">
                <a16:creationId xmlns:a16="http://schemas.microsoft.com/office/drawing/2014/main" id="{8776322B-C2E0-4A4A-2EC4-97AD5DDD4359}"/>
              </a:ext>
            </a:extLst>
          </p:cNvPr>
          <p:cNvSpPr>
            <a:spLocks noGrp="1"/>
          </p:cNvSpPr>
          <p:nvPr>
            <p:ph type="pic" sz="quarter" idx="16" hasCustomPrompt="1"/>
          </p:nvPr>
        </p:nvSpPr>
        <p:spPr>
          <a:xfrm>
            <a:off x="7246168" y="0"/>
            <a:ext cx="4948800" cy="6858000"/>
          </a:xfrm>
          <a:custGeom>
            <a:avLst/>
            <a:gdLst>
              <a:gd name="connsiteX0" fmla="*/ 3895412 w 4948800"/>
              <a:gd name="connsiteY0" fmla="*/ 5575243 h 6858000"/>
              <a:gd name="connsiteX1" fmla="*/ 4270977 w 4948800"/>
              <a:gd name="connsiteY1" fmla="*/ 5575243 h 6858000"/>
              <a:gd name="connsiteX2" fmla="*/ 4351465 w 4948800"/>
              <a:gd name="connsiteY2" fmla="*/ 5655677 h 6858000"/>
              <a:gd name="connsiteX3" fmla="*/ 4351465 w 4948800"/>
              <a:gd name="connsiteY3" fmla="*/ 6227641 h 6858000"/>
              <a:gd name="connsiteX4" fmla="*/ 4270977 w 4948800"/>
              <a:gd name="connsiteY4" fmla="*/ 6308075 h 6858000"/>
              <a:gd name="connsiteX5" fmla="*/ 3895412 w 4948800"/>
              <a:gd name="connsiteY5" fmla="*/ 6308075 h 6858000"/>
              <a:gd name="connsiteX6" fmla="*/ 3814945 w 4948800"/>
              <a:gd name="connsiteY6" fmla="*/ 6227641 h 6858000"/>
              <a:gd name="connsiteX7" fmla="*/ 3814945 w 4948800"/>
              <a:gd name="connsiteY7" fmla="*/ 5655677 h 6858000"/>
              <a:gd name="connsiteX8" fmla="*/ 3895412 w 4948800"/>
              <a:gd name="connsiteY8" fmla="*/ 5575243 h 6858000"/>
              <a:gd name="connsiteX9" fmla="*/ 1950562 w 4948800"/>
              <a:gd name="connsiteY9" fmla="*/ 5575243 h 6858000"/>
              <a:gd name="connsiteX10" fmla="*/ 2288119 w 4948800"/>
              <a:gd name="connsiteY10" fmla="*/ 5575243 h 6858000"/>
              <a:gd name="connsiteX11" fmla="*/ 2355183 w 4948800"/>
              <a:gd name="connsiteY11" fmla="*/ 5640037 h 6858000"/>
              <a:gd name="connsiteX12" fmla="*/ 2308239 w 4948800"/>
              <a:gd name="connsiteY12" fmla="*/ 5711532 h 6858000"/>
              <a:gd name="connsiteX13" fmla="*/ 1870086 w 4948800"/>
              <a:gd name="connsiteY13" fmla="*/ 5926019 h 6858000"/>
              <a:gd name="connsiteX14" fmla="*/ 1870086 w 4948800"/>
              <a:gd name="connsiteY14" fmla="*/ 5655677 h 6858000"/>
              <a:gd name="connsiteX15" fmla="*/ 1950562 w 4948800"/>
              <a:gd name="connsiteY15" fmla="*/ 5575243 h 6858000"/>
              <a:gd name="connsiteX16" fmla="*/ 1217329 w 4948800"/>
              <a:gd name="connsiteY16" fmla="*/ 5383099 h 6858000"/>
              <a:gd name="connsiteX17" fmla="*/ 1217329 w 4948800"/>
              <a:gd name="connsiteY17" fmla="*/ 6504687 h 6858000"/>
              <a:gd name="connsiteX18" fmla="*/ 1463231 w 4948800"/>
              <a:gd name="connsiteY18" fmla="*/ 6504687 h 6858000"/>
              <a:gd name="connsiteX19" fmla="*/ 1463231 w 4948800"/>
              <a:gd name="connsiteY19" fmla="*/ 5383099 h 6858000"/>
              <a:gd name="connsiteX20" fmla="*/ 3859658 w 4948800"/>
              <a:gd name="connsiteY20" fmla="*/ 5374162 h 6858000"/>
              <a:gd name="connsiteX21" fmla="*/ 3569052 w 4948800"/>
              <a:gd name="connsiteY21" fmla="*/ 5664614 h 6858000"/>
              <a:gd name="connsiteX22" fmla="*/ 3569052 w 4948800"/>
              <a:gd name="connsiteY22" fmla="*/ 6218705 h 6858000"/>
              <a:gd name="connsiteX23" fmla="*/ 3859658 w 4948800"/>
              <a:gd name="connsiteY23" fmla="*/ 6509156 h 6858000"/>
              <a:gd name="connsiteX24" fmla="*/ 4306751 w 4948800"/>
              <a:gd name="connsiteY24" fmla="*/ 6509156 h 6858000"/>
              <a:gd name="connsiteX25" fmla="*/ 4597358 w 4948800"/>
              <a:gd name="connsiteY25" fmla="*/ 6218705 h 6858000"/>
              <a:gd name="connsiteX26" fmla="*/ 4597358 w 4948800"/>
              <a:gd name="connsiteY26" fmla="*/ 5664614 h 6858000"/>
              <a:gd name="connsiteX27" fmla="*/ 4306751 w 4948800"/>
              <a:gd name="connsiteY27" fmla="*/ 5374162 h 6858000"/>
              <a:gd name="connsiteX28" fmla="*/ 1914795 w 4948800"/>
              <a:gd name="connsiteY28" fmla="*/ 5374162 h 6858000"/>
              <a:gd name="connsiteX29" fmla="*/ 1624185 w 4948800"/>
              <a:gd name="connsiteY29" fmla="*/ 5664614 h 6858000"/>
              <a:gd name="connsiteX30" fmla="*/ 1624185 w 4948800"/>
              <a:gd name="connsiteY30" fmla="*/ 6214236 h 6858000"/>
              <a:gd name="connsiteX31" fmla="*/ 1914795 w 4948800"/>
              <a:gd name="connsiteY31" fmla="*/ 6504687 h 6858000"/>
              <a:gd name="connsiteX32" fmla="*/ 2583193 w 4948800"/>
              <a:gd name="connsiteY32" fmla="*/ 6504687 h 6858000"/>
              <a:gd name="connsiteX33" fmla="*/ 2583193 w 4948800"/>
              <a:gd name="connsiteY33" fmla="*/ 6303606 h 6858000"/>
              <a:gd name="connsiteX34" fmla="*/ 1950562 w 4948800"/>
              <a:gd name="connsiteY34" fmla="*/ 6303606 h 6858000"/>
              <a:gd name="connsiteX35" fmla="*/ 1870086 w 4948800"/>
              <a:gd name="connsiteY35" fmla="*/ 6223174 h 6858000"/>
              <a:gd name="connsiteX36" fmla="*/ 1870086 w 4948800"/>
              <a:gd name="connsiteY36" fmla="*/ 6158380 h 6858000"/>
              <a:gd name="connsiteX37" fmla="*/ 2428953 w 4948800"/>
              <a:gd name="connsiteY37" fmla="*/ 5885804 h 6858000"/>
              <a:gd name="connsiteX38" fmla="*/ 2601091 w 4948800"/>
              <a:gd name="connsiteY38" fmla="*/ 5633335 h 6858000"/>
              <a:gd name="connsiteX39" fmla="*/ 2323885 w 4948800"/>
              <a:gd name="connsiteY39" fmla="*/ 5374162 h 6858000"/>
              <a:gd name="connsiteX40" fmla="*/ 2976634 w 4948800"/>
              <a:gd name="connsiteY40" fmla="*/ 5061369 h 6858000"/>
              <a:gd name="connsiteX41" fmla="*/ 2746394 w 4948800"/>
              <a:gd name="connsiteY41" fmla="*/ 5173081 h 6858000"/>
              <a:gd name="connsiteX42" fmla="*/ 2746394 w 4948800"/>
              <a:gd name="connsiteY42" fmla="*/ 6214236 h 6858000"/>
              <a:gd name="connsiteX43" fmla="*/ 3037000 w 4948800"/>
              <a:gd name="connsiteY43" fmla="*/ 6504687 h 6858000"/>
              <a:gd name="connsiteX44" fmla="*/ 3443849 w 4948800"/>
              <a:gd name="connsiteY44" fmla="*/ 6504687 h 6858000"/>
              <a:gd name="connsiteX45" fmla="*/ 3443849 w 4948800"/>
              <a:gd name="connsiteY45" fmla="*/ 6303606 h 6858000"/>
              <a:gd name="connsiteX46" fmla="*/ 3072775 w 4948800"/>
              <a:gd name="connsiteY46" fmla="*/ 6303606 h 6858000"/>
              <a:gd name="connsiteX47" fmla="*/ 2992287 w 4948800"/>
              <a:gd name="connsiteY47" fmla="*/ 6223174 h 6858000"/>
              <a:gd name="connsiteX48" fmla="*/ 2992287 w 4948800"/>
              <a:gd name="connsiteY48" fmla="*/ 5584182 h 6858000"/>
              <a:gd name="connsiteX49" fmla="*/ 3443849 w 4948800"/>
              <a:gd name="connsiteY49" fmla="*/ 5584182 h 6858000"/>
              <a:gd name="connsiteX50" fmla="*/ 3443849 w 4948800"/>
              <a:gd name="connsiteY50" fmla="*/ 5383099 h 6858000"/>
              <a:gd name="connsiteX51" fmla="*/ 2992287 w 4948800"/>
              <a:gd name="connsiteY51" fmla="*/ 5383099 h 6858000"/>
              <a:gd name="connsiteX52" fmla="*/ 2992287 w 4948800"/>
              <a:gd name="connsiteY52" fmla="*/ 5061369 h 6858000"/>
              <a:gd name="connsiteX53" fmla="*/ 1217329 w 4948800"/>
              <a:gd name="connsiteY53" fmla="*/ 5061369 h 6858000"/>
              <a:gd name="connsiteX54" fmla="*/ 1217329 w 4948800"/>
              <a:gd name="connsiteY54" fmla="*/ 5284792 h 6858000"/>
              <a:gd name="connsiteX55" fmla="*/ 1463231 w 4948800"/>
              <a:gd name="connsiteY55" fmla="*/ 5284792 h 6858000"/>
              <a:gd name="connsiteX56" fmla="*/ 1463231 w 4948800"/>
              <a:gd name="connsiteY56" fmla="*/ 5061369 h 6858000"/>
              <a:gd name="connsiteX57" fmla="*/ 589162 w 4948800"/>
              <a:gd name="connsiteY57" fmla="*/ 5061369 h 6858000"/>
              <a:gd name="connsiteX58" fmla="*/ 358909 w 4948800"/>
              <a:gd name="connsiteY58" fmla="*/ 5173081 h 6858000"/>
              <a:gd name="connsiteX59" fmla="*/ 358909 w 4948800"/>
              <a:gd name="connsiteY59" fmla="*/ 6214236 h 6858000"/>
              <a:gd name="connsiteX60" fmla="*/ 649520 w 4948800"/>
              <a:gd name="connsiteY60" fmla="*/ 6504687 h 6858000"/>
              <a:gd name="connsiteX61" fmla="*/ 1056375 w 4948800"/>
              <a:gd name="connsiteY61" fmla="*/ 6504687 h 6858000"/>
              <a:gd name="connsiteX62" fmla="*/ 1056375 w 4948800"/>
              <a:gd name="connsiteY62" fmla="*/ 6303606 h 6858000"/>
              <a:gd name="connsiteX63" fmla="*/ 685288 w 4948800"/>
              <a:gd name="connsiteY63" fmla="*/ 6303606 h 6858000"/>
              <a:gd name="connsiteX64" fmla="*/ 604810 w 4948800"/>
              <a:gd name="connsiteY64" fmla="*/ 6223174 h 6858000"/>
              <a:gd name="connsiteX65" fmla="*/ 604810 w 4948800"/>
              <a:gd name="connsiteY65" fmla="*/ 5584182 h 6858000"/>
              <a:gd name="connsiteX66" fmla="*/ 1056375 w 4948800"/>
              <a:gd name="connsiteY66" fmla="*/ 5584182 h 6858000"/>
              <a:gd name="connsiteX67" fmla="*/ 1056375 w 4948800"/>
              <a:gd name="connsiteY67" fmla="*/ 5383099 h 6858000"/>
              <a:gd name="connsiteX68" fmla="*/ 604810 w 4948800"/>
              <a:gd name="connsiteY68" fmla="*/ 5383099 h 6858000"/>
              <a:gd name="connsiteX69" fmla="*/ 604810 w 4948800"/>
              <a:gd name="connsiteY69" fmla="*/ 5061369 h 6858000"/>
              <a:gd name="connsiteX70" fmla="*/ 0 w 4948800"/>
              <a:gd name="connsiteY70" fmla="*/ 0 h 6858000"/>
              <a:gd name="connsiteX71" fmla="*/ 4948800 w 4948800"/>
              <a:gd name="connsiteY71" fmla="*/ 0 h 6858000"/>
              <a:gd name="connsiteX72" fmla="*/ 4948800 w 4948800"/>
              <a:gd name="connsiteY72" fmla="*/ 6858000 h 6858000"/>
              <a:gd name="connsiteX73" fmla="*/ 0 w 4948800"/>
              <a:gd name="connsiteY7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948800" h="6858000">
                <a:moveTo>
                  <a:pt x="3895412" y="5575243"/>
                </a:moveTo>
                <a:lnTo>
                  <a:pt x="4270977" y="5575243"/>
                </a:lnTo>
                <a:cubicBezTo>
                  <a:pt x="4320159" y="5575243"/>
                  <a:pt x="4351465" y="5606524"/>
                  <a:pt x="4351465" y="5655677"/>
                </a:cubicBezTo>
                <a:lnTo>
                  <a:pt x="4351465" y="6227641"/>
                </a:lnTo>
                <a:cubicBezTo>
                  <a:pt x="4351465" y="6276795"/>
                  <a:pt x="4320159" y="6308075"/>
                  <a:pt x="4270977" y="6308075"/>
                </a:cubicBezTo>
                <a:lnTo>
                  <a:pt x="3895412" y="6308075"/>
                </a:lnTo>
                <a:cubicBezTo>
                  <a:pt x="3846250" y="6308075"/>
                  <a:pt x="3814945" y="6276795"/>
                  <a:pt x="3814945" y="6227641"/>
                </a:cubicBezTo>
                <a:lnTo>
                  <a:pt x="3814945" y="5655677"/>
                </a:lnTo>
                <a:cubicBezTo>
                  <a:pt x="3814945" y="5606524"/>
                  <a:pt x="3846250" y="5575243"/>
                  <a:pt x="3895412" y="5575243"/>
                </a:cubicBezTo>
                <a:close/>
                <a:moveTo>
                  <a:pt x="1950562" y="5575243"/>
                </a:moveTo>
                <a:lnTo>
                  <a:pt x="2288119" y="5575243"/>
                </a:lnTo>
                <a:cubicBezTo>
                  <a:pt x="2332828" y="5575243"/>
                  <a:pt x="2355183" y="5602055"/>
                  <a:pt x="2355183" y="5640037"/>
                </a:cubicBezTo>
                <a:cubicBezTo>
                  <a:pt x="2355183" y="5680254"/>
                  <a:pt x="2337300" y="5695892"/>
                  <a:pt x="2308239" y="5711532"/>
                </a:cubicBezTo>
                <a:lnTo>
                  <a:pt x="1870086" y="5926019"/>
                </a:lnTo>
                <a:lnTo>
                  <a:pt x="1870086" y="5655677"/>
                </a:lnTo>
                <a:cubicBezTo>
                  <a:pt x="1870086" y="5606524"/>
                  <a:pt x="1901384" y="5575243"/>
                  <a:pt x="1950562" y="5575243"/>
                </a:cubicBezTo>
                <a:close/>
                <a:moveTo>
                  <a:pt x="1217329" y="5383099"/>
                </a:moveTo>
                <a:lnTo>
                  <a:pt x="1217329" y="6504687"/>
                </a:lnTo>
                <a:lnTo>
                  <a:pt x="1463231" y="6504687"/>
                </a:lnTo>
                <a:lnTo>
                  <a:pt x="1463231" y="5383099"/>
                </a:lnTo>
                <a:close/>
                <a:moveTo>
                  <a:pt x="3859658" y="5374162"/>
                </a:moveTo>
                <a:cubicBezTo>
                  <a:pt x="3694233" y="5374162"/>
                  <a:pt x="3569052" y="5499281"/>
                  <a:pt x="3569052" y="5664614"/>
                </a:cubicBezTo>
                <a:lnTo>
                  <a:pt x="3569052" y="6218705"/>
                </a:lnTo>
                <a:cubicBezTo>
                  <a:pt x="3569052" y="6384038"/>
                  <a:pt x="3694233" y="6509156"/>
                  <a:pt x="3859658" y="6509156"/>
                </a:cubicBezTo>
                <a:lnTo>
                  <a:pt x="4306751" y="6509156"/>
                </a:lnTo>
                <a:cubicBezTo>
                  <a:pt x="4472177" y="6509156"/>
                  <a:pt x="4597358" y="6384038"/>
                  <a:pt x="4597358" y="6218705"/>
                </a:cubicBezTo>
                <a:lnTo>
                  <a:pt x="4597358" y="5664614"/>
                </a:lnTo>
                <a:cubicBezTo>
                  <a:pt x="4597358" y="5499281"/>
                  <a:pt x="4472177" y="5374162"/>
                  <a:pt x="4306751" y="5374162"/>
                </a:cubicBezTo>
                <a:close/>
                <a:moveTo>
                  <a:pt x="1914795" y="5374162"/>
                </a:moveTo>
                <a:cubicBezTo>
                  <a:pt x="1749370" y="5374162"/>
                  <a:pt x="1624185" y="5499281"/>
                  <a:pt x="1624185" y="5664614"/>
                </a:cubicBezTo>
                <a:lnTo>
                  <a:pt x="1624185" y="6214236"/>
                </a:lnTo>
                <a:cubicBezTo>
                  <a:pt x="1624185" y="6379571"/>
                  <a:pt x="1749370" y="6504687"/>
                  <a:pt x="1914795" y="6504687"/>
                </a:cubicBezTo>
                <a:lnTo>
                  <a:pt x="2583193" y="6504687"/>
                </a:lnTo>
                <a:lnTo>
                  <a:pt x="2583193" y="6303606"/>
                </a:lnTo>
                <a:lnTo>
                  <a:pt x="1950562" y="6303606"/>
                </a:lnTo>
                <a:cubicBezTo>
                  <a:pt x="1901384" y="6303606"/>
                  <a:pt x="1870086" y="6272328"/>
                  <a:pt x="1870086" y="6223174"/>
                </a:cubicBezTo>
                <a:lnTo>
                  <a:pt x="1870086" y="6158380"/>
                </a:lnTo>
                <a:lnTo>
                  <a:pt x="2428953" y="5885804"/>
                </a:lnTo>
                <a:cubicBezTo>
                  <a:pt x="2558601" y="5823245"/>
                  <a:pt x="2601091" y="5751749"/>
                  <a:pt x="2601091" y="5633335"/>
                </a:cubicBezTo>
                <a:cubicBezTo>
                  <a:pt x="2601091" y="5494811"/>
                  <a:pt x="2500480" y="5374162"/>
                  <a:pt x="2323885" y="5374162"/>
                </a:cubicBezTo>
                <a:close/>
                <a:moveTo>
                  <a:pt x="2976634" y="5061369"/>
                </a:moveTo>
                <a:lnTo>
                  <a:pt x="2746394" y="5173081"/>
                </a:lnTo>
                <a:lnTo>
                  <a:pt x="2746394" y="6214236"/>
                </a:lnTo>
                <a:cubicBezTo>
                  <a:pt x="2746394" y="6384038"/>
                  <a:pt x="2867106" y="6504687"/>
                  <a:pt x="3037000" y="6504687"/>
                </a:cubicBezTo>
                <a:lnTo>
                  <a:pt x="3443849" y="6504687"/>
                </a:lnTo>
                <a:lnTo>
                  <a:pt x="3443849" y="6303606"/>
                </a:lnTo>
                <a:lnTo>
                  <a:pt x="3072775" y="6303606"/>
                </a:lnTo>
                <a:cubicBezTo>
                  <a:pt x="3023593" y="6303606"/>
                  <a:pt x="2992287" y="6272328"/>
                  <a:pt x="2992287" y="6223174"/>
                </a:cubicBezTo>
                <a:lnTo>
                  <a:pt x="2992287" y="5584182"/>
                </a:lnTo>
                <a:lnTo>
                  <a:pt x="3443849" y="5584182"/>
                </a:lnTo>
                <a:lnTo>
                  <a:pt x="3443849" y="5383099"/>
                </a:lnTo>
                <a:lnTo>
                  <a:pt x="2992287" y="5383099"/>
                </a:lnTo>
                <a:lnTo>
                  <a:pt x="2992287" y="5061369"/>
                </a:lnTo>
                <a:close/>
                <a:moveTo>
                  <a:pt x="1217329" y="5061369"/>
                </a:moveTo>
                <a:lnTo>
                  <a:pt x="1217329" y="5284792"/>
                </a:lnTo>
                <a:lnTo>
                  <a:pt x="1463231" y="5284792"/>
                </a:lnTo>
                <a:lnTo>
                  <a:pt x="1463231" y="5061369"/>
                </a:lnTo>
                <a:close/>
                <a:moveTo>
                  <a:pt x="589162" y="5061369"/>
                </a:moveTo>
                <a:lnTo>
                  <a:pt x="358909" y="5173081"/>
                </a:lnTo>
                <a:lnTo>
                  <a:pt x="358909" y="6214236"/>
                </a:lnTo>
                <a:cubicBezTo>
                  <a:pt x="358909" y="6384038"/>
                  <a:pt x="479624" y="6504687"/>
                  <a:pt x="649520" y="6504687"/>
                </a:cubicBezTo>
                <a:lnTo>
                  <a:pt x="1056375" y="6504687"/>
                </a:lnTo>
                <a:lnTo>
                  <a:pt x="1056375" y="6303606"/>
                </a:lnTo>
                <a:lnTo>
                  <a:pt x="685288" y="6303606"/>
                </a:lnTo>
                <a:cubicBezTo>
                  <a:pt x="636108" y="6303606"/>
                  <a:pt x="604810" y="6272328"/>
                  <a:pt x="604810" y="6223174"/>
                </a:cubicBezTo>
                <a:lnTo>
                  <a:pt x="604810" y="5584182"/>
                </a:lnTo>
                <a:lnTo>
                  <a:pt x="1056375" y="5584182"/>
                </a:lnTo>
                <a:lnTo>
                  <a:pt x="1056375" y="5383099"/>
                </a:lnTo>
                <a:lnTo>
                  <a:pt x="604810" y="5383099"/>
                </a:lnTo>
                <a:lnTo>
                  <a:pt x="604810" y="5061369"/>
                </a:lnTo>
                <a:close/>
                <a:moveTo>
                  <a:pt x="0" y="0"/>
                </a:moveTo>
                <a:lnTo>
                  <a:pt x="4948800" y="0"/>
                </a:lnTo>
                <a:lnTo>
                  <a:pt x="4948800" y="6858000"/>
                </a:lnTo>
                <a:lnTo>
                  <a:pt x="0" y="6858000"/>
                </a:lnTo>
                <a:close/>
              </a:path>
            </a:pathLst>
          </a:custGeom>
          <a:solidFill>
            <a:schemeClr val="bg1">
              <a:lumMod val="75000"/>
            </a:schemeClr>
          </a:solidFill>
        </p:spPr>
        <p:txBody>
          <a:bodyPr wrap="square" tIns="72000" anchor="t" anchorCtr="0">
            <a:noAutofit/>
          </a:bodyPr>
          <a:lstStyle>
            <a:lvl1pPr marL="0" indent="0" algn="ctr">
              <a:buNone/>
              <a:defRPr sz="1400">
                <a:solidFill>
                  <a:schemeClr val="bg1"/>
                </a:solidFill>
              </a:defRPr>
            </a:lvl1pPr>
          </a:lstStyle>
          <a:p>
            <a:r>
              <a:rPr lang="en-GB" dirty="0"/>
              <a:t>Click to add picture</a:t>
            </a:r>
          </a:p>
        </p:txBody>
      </p:sp>
      <p:sp>
        <p:nvSpPr>
          <p:cNvPr id="33" name="Title 1">
            <a:extLst>
              <a:ext uri="{FF2B5EF4-FFF2-40B4-BE49-F238E27FC236}">
                <a16:creationId xmlns:a16="http://schemas.microsoft.com/office/drawing/2014/main" id="{1053A396-A4E8-411D-9AC4-A95D53FA725A}"/>
              </a:ext>
            </a:extLst>
          </p:cNvPr>
          <p:cNvSpPr>
            <a:spLocks noGrp="1"/>
          </p:cNvSpPr>
          <p:nvPr>
            <p:ph type="ctrTitle" hasCustomPrompt="1"/>
          </p:nvPr>
        </p:nvSpPr>
        <p:spPr>
          <a:xfrm>
            <a:off x="345600" y="344488"/>
            <a:ext cx="5907600" cy="3331112"/>
          </a:xfrm>
        </p:spPr>
        <p:txBody>
          <a:bodyPr anchor="b"/>
          <a:lstStyle>
            <a:lvl1pPr algn="l">
              <a:defRPr sz="6000" b="0">
                <a:solidFill>
                  <a:schemeClr val="accent3"/>
                </a:solidFill>
              </a:defRPr>
            </a:lvl1pPr>
          </a:lstStyle>
          <a:p>
            <a:r>
              <a:rPr lang="en-GB" dirty="0"/>
              <a:t>Add text for example Thank you</a:t>
            </a:r>
          </a:p>
        </p:txBody>
      </p:sp>
      <p:sp>
        <p:nvSpPr>
          <p:cNvPr id="4" name="Text Placeholder 3">
            <a:extLst>
              <a:ext uri="{FF2B5EF4-FFF2-40B4-BE49-F238E27FC236}">
                <a16:creationId xmlns:a16="http://schemas.microsoft.com/office/drawing/2014/main" id="{DFB32567-BA3B-4FFF-2B63-8F97BA335918}"/>
              </a:ext>
            </a:extLst>
          </p:cNvPr>
          <p:cNvSpPr>
            <a:spLocks noGrp="1"/>
          </p:cNvSpPr>
          <p:nvPr>
            <p:ph type="body" sz="quarter" idx="15" hasCustomPrompt="1"/>
          </p:nvPr>
        </p:nvSpPr>
        <p:spPr bwMode="black">
          <a:xfrm>
            <a:off x="345600" y="6000750"/>
            <a:ext cx="5907600" cy="282083"/>
          </a:xfrm>
          <a:effectLst/>
        </p:spPr>
        <p:txBody>
          <a:bodyPr vert="horz" wrap="square" anchor="b" anchorCtr="0">
            <a:noAutofit/>
          </a:bodyPr>
          <a:lstStyle>
            <a:lvl1pPr marL="0" indent="0" algn="l">
              <a:buFont typeface="Arial" panose="020B0604020202020204" pitchFamily="34" charset="0"/>
              <a:buNone/>
              <a:defRPr sz="1400" b="0" i="0" u="none" strike="noStrike">
                <a:solidFill>
                  <a:schemeClr val="accent1"/>
                </a:solidFill>
                <a:latin typeface="+mn-lt"/>
              </a:defRPr>
            </a:lvl1pPr>
            <a:lvl2pPr marL="0" indent="0" algn="l">
              <a:buFont typeface="Arial" panose="020B0604020202020204" pitchFamily="34" charset="0"/>
              <a:buChar char="​"/>
              <a:defRPr sz="1400" b="0" i="0" u="none" strike="noStrike">
                <a:solidFill>
                  <a:schemeClr val="accent1"/>
                </a:solidFill>
                <a:latin typeface="+mn-lt"/>
              </a:defRPr>
            </a:lvl2pPr>
            <a:lvl3pPr marL="0" indent="0" algn="l">
              <a:buFont typeface="Arial" panose="020B0604020202020204" pitchFamily="34" charset="0"/>
              <a:buChar char="​"/>
              <a:defRPr sz="1400" b="0" i="0" u="none" strike="noStrike">
                <a:solidFill>
                  <a:schemeClr val="accent1"/>
                </a:solidFill>
                <a:latin typeface="+mn-lt"/>
              </a:defRPr>
            </a:lvl3pPr>
            <a:lvl4pPr marL="0" indent="0" algn="l">
              <a:buFont typeface="Arial" panose="020B0604020202020204" pitchFamily="34" charset="0"/>
              <a:buChar char="​"/>
              <a:defRPr sz="1400" b="0" i="0" u="none" strike="noStrike">
                <a:solidFill>
                  <a:schemeClr val="accent1"/>
                </a:solidFill>
                <a:latin typeface="+mn-lt"/>
              </a:defRPr>
            </a:lvl4pPr>
            <a:lvl5pPr marL="0" indent="0" algn="l">
              <a:buFont typeface="Arial" panose="020B0604020202020204" pitchFamily="34" charset="0"/>
              <a:buChar char="​"/>
              <a:defRPr sz="1400" b="0" i="0" u="none" strike="noStrike">
                <a:solidFill>
                  <a:schemeClr val="accent1"/>
                </a:solidFill>
                <a:latin typeface="+mn-lt"/>
              </a:defRPr>
            </a:lvl5pPr>
            <a:lvl6pPr>
              <a:defRPr sz="1400">
                <a:solidFill>
                  <a:schemeClr val="accent1"/>
                </a:solidFill>
              </a:defRPr>
            </a:lvl6pPr>
            <a:lvl7pPr>
              <a:defRPr sz="1400">
                <a:solidFill>
                  <a:schemeClr val="accent1"/>
                </a:solidFill>
              </a:defRPr>
            </a:lvl7pPr>
            <a:lvl8pPr>
              <a:defRPr sz="1400">
                <a:solidFill>
                  <a:schemeClr val="accent1"/>
                </a:solidFill>
              </a:defRPr>
            </a:lvl8pPr>
            <a:lvl9pPr>
              <a:defRPr sz="1400">
                <a:solidFill>
                  <a:schemeClr val="accent1"/>
                </a:solidFill>
              </a:defRPr>
            </a:lvl9pPr>
          </a:lstStyle>
          <a:p>
            <a:pPr lvl="0"/>
            <a:r>
              <a:rPr lang="en-GB" dirty="0"/>
              <a:t>Click to add presenter's name</a:t>
            </a:r>
          </a:p>
        </p:txBody>
      </p:sp>
      <p:sp>
        <p:nvSpPr>
          <p:cNvPr id="5" name="Text Placeholder 3">
            <a:extLst>
              <a:ext uri="{FF2B5EF4-FFF2-40B4-BE49-F238E27FC236}">
                <a16:creationId xmlns:a16="http://schemas.microsoft.com/office/drawing/2014/main" id="{8D58F161-A4E0-97C9-B8BB-5F5DDDBBD061}"/>
              </a:ext>
            </a:extLst>
          </p:cNvPr>
          <p:cNvSpPr>
            <a:spLocks noGrp="1"/>
          </p:cNvSpPr>
          <p:nvPr>
            <p:ph type="body" sz="quarter" idx="17" hasCustomPrompt="1"/>
          </p:nvPr>
        </p:nvSpPr>
        <p:spPr bwMode="black">
          <a:xfrm>
            <a:off x="345600" y="6354887"/>
            <a:ext cx="5907600" cy="233348"/>
          </a:xfrm>
          <a:effectLst/>
        </p:spPr>
        <p:txBody>
          <a:bodyPr vert="horz" wrap="square" anchor="t" anchorCtr="0">
            <a:noAutofit/>
          </a:bodyPr>
          <a:lstStyle>
            <a:lvl1pPr marL="0" indent="0" algn="l">
              <a:buFont typeface="Arial" panose="020B0604020202020204" pitchFamily="34" charset="0"/>
              <a:buNone/>
              <a:defRPr sz="1400" b="0" i="0" u="none" strike="noStrike">
                <a:solidFill>
                  <a:schemeClr val="accent1"/>
                </a:solidFill>
                <a:latin typeface="+mn-lt"/>
              </a:defRPr>
            </a:lvl1pPr>
            <a:lvl2pPr marL="0" indent="0" algn="l">
              <a:buFont typeface="Arial" panose="020B0604020202020204" pitchFamily="34" charset="0"/>
              <a:buChar char="​"/>
              <a:defRPr sz="1400" b="0" i="0" u="none" strike="noStrike">
                <a:solidFill>
                  <a:schemeClr val="accent1"/>
                </a:solidFill>
                <a:latin typeface="+mn-lt"/>
              </a:defRPr>
            </a:lvl2pPr>
            <a:lvl3pPr marL="0" indent="0" algn="l">
              <a:buFont typeface="Arial" panose="020B0604020202020204" pitchFamily="34" charset="0"/>
              <a:buChar char="​"/>
              <a:defRPr sz="1400" b="0" i="0" u="none" strike="noStrike">
                <a:solidFill>
                  <a:schemeClr val="accent1"/>
                </a:solidFill>
                <a:latin typeface="+mn-lt"/>
              </a:defRPr>
            </a:lvl3pPr>
            <a:lvl4pPr marL="0" indent="0" algn="l">
              <a:buFont typeface="Arial" panose="020B0604020202020204" pitchFamily="34" charset="0"/>
              <a:buChar char="​"/>
              <a:defRPr sz="1400" b="0" i="0" u="none" strike="noStrike">
                <a:solidFill>
                  <a:schemeClr val="accent1"/>
                </a:solidFill>
                <a:latin typeface="+mn-lt"/>
              </a:defRPr>
            </a:lvl4pPr>
            <a:lvl5pPr marL="0" indent="0" algn="l">
              <a:buFont typeface="Arial" panose="020B0604020202020204" pitchFamily="34" charset="0"/>
              <a:buChar char="​"/>
              <a:defRPr sz="1400" b="0" i="0" u="none" strike="noStrike">
                <a:solidFill>
                  <a:schemeClr val="accent1"/>
                </a:solidFill>
                <a:latin typeface="+mn-lt"/>
              </a:defRPr>
            </a:lvl5pPr>
            <a:lvl6pPr>
              <a:defRPr sz="1400">
                <a:solidFill>
                  <a:schemeClr val="accent1"/>
                </a:solidFill>
              </a:defRPr>
            </a:lvl6pPr>
            <a:lvl7pPr>
              <a:defRPr sz="1400">
                <a:solidFill>
                  <a:schemeClr val="accent1"/>
                </a:solidFill>
              </a:defRPr>
            </a:lvl7pPr>
            <a:lvl8pPr>
              <a:defRPr sz="1400">
                <a:solidFill>
                  <a:schemeClr val="accent1"/>
                </a:solidFill>
              </a:defRPr>
            </a:lvl8pPr>
            <a:lvl9pPr>
              <a:defRPr sz="1400">
                <a:solidFill>
                  <a:schemeClr val="accent1"/>
                </a:solidFill>
              </a:defRPr>
            </a:lvl9pPr>
          </a:lstStyle>
          <a:p>
            <a:pPr lvl="0"/>
            <a:r>
              <a:rPr lang="en-GB" dirty="0"/>
              <a:t>Click to add date</a:t>
            </a:r>
          </a:p>
        </p:txBody>
      </p:sp>
    </p:spTree>
    <p:extLst>
      <p:ext uri="{BB962C8B-B14F-4D97-AF65-F5344CB8AC3E}">
        <p14:creationId xmlns:p14="http://schemas.microsoft.com/office/powerpoint/2010/main" val="2873155009"/>
      </p:ext>
    </p:extLst>
  </p:cSld>
  <p:clrMapOvr>
    <a:masterClrMapping/>
  </p:clrMapOvr>
  <p:extLst>
    <p:ext uri="{DCECCB84-F9BA-43D5-87BE-67443E8EF086}">
      <p15:sldGuideLst xmlns:p15="http://schemas.microsoft.com/office/powerpoint/2012/main">
        <p15:guide id="1" pos="3939" userDrawn="1">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9062643" y="1493850"/>
            <a:ext cx="2772000" cy="5192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GB" sz="1600" dirty="0">
                <a:solidFill>
                  <a:srgbClr val="000000"/>
                </a:solidFill>
                <a:latin typeface="+mn-lt"/>
                <a:cs typeface="Arial" panose="020B0604020202020204" pitchFamily="34" charset="0"/>
              </a:rPr>
              <a:t>SLIDE NUMBER</a:t>
            </a:r>
          </a:p>
          <a:p>
            <a:pPr eaLnBrk="1" hangingPunct="1">
              <a:spcAft>
                <a:spcPts val="600"/>
              </a:spcAft>
              <a:defRPr/>
            </a:pPr>
            <a:r>
              <a:rPr lang="en-GB" altLang="da-DK" sz="900" b="0" noProof="1">
                <a:solidFill>
                  <a:srgbClr val="000000"/>
                </a:solidFill>
                <a:latin typeface="+mn-lt"/>
                <a:cs typeface="Arial" panose="020B0604020202020204" pitchFamily="34" charset="0"/>
              </a:rPr>
              <a:t>Do this at the very end to apply the changes </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on all slides</a:t>
            </a:r>
          </a:p>
          <a:p>
            <a:pPr eaLnBrk="1" hangingPunct="1">
              <a:spcAft>
                <a:spcPts val="600"/>
              </a:spcAft>
              <a:defRPr/>
            </a:pPr>
            <a:r>
              <a:rPr lang="en-GB" altLang="da-DK" sz="900" b="0" noProof="1">
                <a:solidFill>
                  <a:srgbClr val="000000"/>
                </a:solidFill>
                <a:latin typeface="+mn-lt"/>
                <a:cs typeface="Arial" panose="020B0604020202020204" pitchFamily="34" charset="0"/>
              </a:rPr>
              <a:t>Click on </a:t>
            </a:r>
            <a:r>
              <a:rPr lang="en-GB" altLang="da-DK" sz="900" b="1" noProof="1">
                <a:solidFill>
                  <a:srgbClr val="000000"/>
                </a:solidFill>
                <a:latin typeface="+mn-lt"/>
                <a:cs typeface="Arial" panose="020B0604020202020204" pitchFamily="34" charset="0"/>
              </a:rPr>
              <a:t>Header &amp; Footer </a:t>
            </a:r>
            <a:r>
              <a:rPr lang="en-GB" altLang="da-DK" sz="900" b="0" noProof="1">
                <a:solidFill>
                  <a:srgbClr val="000000"/>
                </a:solidFill>
                <a:latin typeface="+mn-lt"/>
                <a:cs typeface="Arial" panose="020B0604020202020204" pitchFamily="34" charset="0"/>
              </a:rPr>
              <a:t>in the </a:t>
            </a:r>
            <a:r>
              <a:rPr lang="en-GB" altLang="da-DK" sz="900" b="1" noProof="1">
                <a:solidFill>
                  <a:srgbClr val="000000"/>
                </a:solidFill>
                <a:latin typeface="+mn-lt"/>
                <a:cs typeface="Arial" panose="020B0604020202020204" pitchFamily="34" charset="0"/>
              </a:rPr>
              <a:t>Insert</a:t>
            </a:r>
            <a:r>
              <a:rPr lang="en-GB" altLang="da-DK" sz="900" b="0" noProof="1">
                <a:solidFill>
                  <a:srgbClr val="000000"/>
                </a:solidFill>
                <a:latin typeface="+mn-lt"/>
                <a:cs typeface="Arial" panose="020B0604020202020204" pitchFamily="34" charset="0"/>
              </a:rPr>
              <a:t> tab </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activate check box next to Slide number</a:t>
            </a:r>
          </a:p>
          <a:p>
            <a:pPr eaLnBrk="1" hangingPunct="1">
              <a:spcAft>
                <a:spcPts val="600"/>
              </a:spcAft>
              <a:defRPr/>
            </a:pPr>
            <a:r>
              <a:rPr lang="en-GB" altLang="da-DK" sz="900" b="0" noProof="1">
                <a:solidFill>
                  <a:srgbClr val="000000"/>
                </a:solidFill>
                <a:latin typeface="+mn-lt"/>
                <a:cs typeface="Arial" panose="020B0604020202020204" pitchFamily="34" charset="0"/>
              </a:rPr>
              <a:t>Click </a:t>
            </a:r>
            <a:r>
              <a:rPr lang="en-GB" altLang="da-DK" sz="900" b="1" noProof="1">
                <a:solidFill>
                  <a:srgbClr val="000000"/>
                </a:solidFill>
                <a:latin typeface="+mn-lt"/>
                <a:cs typeface="Arial" panose="020B0604020202020204" pitchFamily="34" charset="0"/>
              </a:rPr>
              <a:t>Apply to All</a:t>
            </a:r>
            <a:endParaRPr lang="en-GB" altLang="da-DK" sz="900" b="0" noProof="1">
              <a:solidFill>
                <a:srgbClr val="000000"/>
              </a:solidFill>
              <a:latin typeface="+mn-lt"/>
              <a:cs typeface="Arial" panose="020B0604020202020204" pitchFamily="34" charset="0"/>
            </a:endParaRPr>
          </a:p>
          <a:p>
            <a:pPr eaLnBrk="1" hangingPunct="1">
              <a:spcAft>
                <a:spcPts val="600"/>
              </a:spcAft>
              <a:defRPr/>
            </a:pPr>
            <a:endParaRPr lang="en-GB" altLang="da-DK" sz="900" b="0" noProof="1">
              <a:solidFill>
                <a:srgbClr val="000000"/>
              </a:solidFill>
              <a:latin typeface="+mn-lt"/>
              <a:cs typeface="Arial" panose="020B0604020202020204" pitchFamily="34" charset="0"/>
            </a:endParaRPr>
          </a:p>
          <a:p>
            <a:pPr eaLnBrk="1" hangingPunct="1">
              <a:spcAft>
                <a:spcPts val="600"/>
              </a:spcAft>
              <a:defRPr/>
            </a:pPr>
            <a:r>
              <a:rPr lang="en-GB" altLang="da-DK" sz="1600" b="0" noProof="1">
                <a:solidFill>
                  <a:srgbClr val="000000"/>
                </a:solidFill>
                <a:latin typeface="+mn-lt"/>
                <a:cs typeface="Arial" panose="020B0604020202020204" pitchFamily="34" charset="0"/>
              </a:rPr>
              <a:t>COPY/PASTE CONTENT</a:t>
            </a:r>
          </a:p>
          <a:p>
            <a:pPr eaLnBrk="1" hangingPunct="1">
              <a:spcAft>
                <a:spcPts val="600"/>
              </a:spcAft>
              <a:defRPr/>
            </a:pPr>
            <a:r>
              <a:rPr lang="en-GB" altLang="da-DK" sz="900" b="0" noProof="1">
                <a:solidFill>
                  <a:srgbClr val="000000"/>
                </a:solidFill>
                <a:latin typeface="+mn-lt"/>
                <a:cs typeface="Arial" panose="020B0604020202020204" pitchFamily="34" charset="0"/>
              </a:rPr>
              <a:t>When copying old content to your new presentation, </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2 options are available:</a:t>
            </a:r>
          </a:p>
          <a:p>
            <a:pPr eaLnBrk="1" hangingPunct="1">
              <a:spcAft>
                <a:spcPts val="600"/>
              </a:spcAft>
              <a:defRPr/>
            </a:pPr>
            <a:r>
              <a:rPr lang="en-GB" altLang="da-DK" sz="900" b="1" noProof="1">
                <a:solidFill>
                  <a:srgbClr val="000000"/>
                </a:solidFill>
                <a:latin typeface="+mn-lt"/>
                <a:cs typeface="Arial" panose="020B0604020202020204" pitchFamily="34" charset="0"/>
              </a:rPr>
              <a:t>1. Best practice: </a:t>
            </a:r>
            <a:r>
              <a:rPr lang="en-GB" altLang="da-DK" sz="900" b="0" noProof="1">
                <a:solidFill>
                  <a:srgbClr val="000000"/>
                </a:solidFill>
                <a:latin typeface="+mn-lt"/>
                <a:cs typeface="Arial" panose="020B0604020202020204" pitchFamily="34" charset="0"/>
              </a:rPr>
              <a:t>Create a slide in your new presentation and copy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piece of content at a time (e.g. copy all text from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textbox)</a:t>
            </a:r>
            <a:endParaRPr lang="en-GB" altLang="da-DK" sz="900" b="1" i="0" u="sng" noProof="1">
              <a:solidFill>
                <a:srgbClr val="000000"/>
              </a:solidFill>
              <a:latin typeface="+mn-lt"/>
              <a:cs typeface="Arial" panose="020B0604020202020204" pitchFamily="34" charset="0"/>
            </a:endParaRPr>
          </a:p>
          <a:p>
            <a:pPr eaLnBrk="1" hangingPunct="1">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Or copy an entire slide into your new presentation and then choose a fitting layout. When presentation is done, open an empty presentation (press Ctrl+N). Copy all slides from presentation, paste them into empty one. This will ensure that there are no extra layouts</a:t>
            </a:r>
          </a:p>
          <a:p>
            <a:pPr eaLnBrk="1" hangingPunct="1">
              <a:spcAft>
                <a:spcPts val="600"/>
              </a:spcAft>
              <a:defRPr/>
            </a:pPr>
            <a:endParaRPr lang="en-GB" altLang="da-DK" sz="900" b="0" noProof="1">
              <a:solidFill>
                <a:srgbClr val="000000"/>
              </a:solidFill>
              <a:latin typeface="+mn-lt"/>
              <a:cs typeface="Arial" panose="020B0604020202020204" pitchFamily="34" charset="0"/>
            </a:endParaRPr>
          </a:p>
          <a:p>
            <a:pPr marL="0" marR="0" lvl="0" indent="0" algn="l" defTabSz="914377" rtl="0" eaLnBrk="1" fontAlgn="auto" latinLnBrk="0" hangingPunct="1">
              <a:lnSpc>
                <a:spcPct val="100000"/>
              </a:lnSpc>
              <a:spcBef>
                <a:spcPts val="0"/>
              </a:spcBef>
              <a:spcAft>
                <a:spcPts val="600"/>
              </a:spcAft>
              <a:buClrTx/>
              <a:buSzTx/>
              <a:buFontTx/>
              <a:buNone/>
              <a:tabLst/>
              <a:defRPr/>
            </a:pPr>
            <a:r>
              <a:rPr lang="en-GB" sz="1600" dirty="0">
                <a:solidFill>
                  <a:srgbClr val="000000"/>
                </a:solidFill>
                <a:latin typeface="+mn-lt"/>
                <a:cs typeface="Arial" panose="020B0604020202020204" pitchFamily="34" charset="0"/>
              </a:rPr>
              <a:t>SLIDES &amp; SLIDE ELEMENTS</a:t>
            </a:r>
          </a:p>
          <a:p>
            <a:pPr marL="0" marR="0" lvl="0" indent="0" algn="l" defTabSz="914377"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Insert predefined slides and elements </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using the Templafy pane. Choose </a:t>
            </a: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Slides</a:t>
            </a:r>
            <a:r>
              <a:rPr lang="en-GB" altLang="da-DK" sz="900" b="0" noProof="1">
                <a:solidFill>
                  <a:srgbClr val="000000"/>
                </a:solidFill>
                <a:latin typeface="+mn-lt"/>
                <a:cs typeface="Arial" panose="020B0604020202020204" pitchFamily="34" charset="0"/>
              </a:rPr>
              <a:t> and </a:t>
            </a:r>
            <a:r>
              <a:rPr lang="en-GB" altLang="da-DK" sz="900" b="1" noProof="1">
                <a:solidFill>
                  <a:srgbClr val="000000"/>
                </a:solidFill>
                <a:latin typeface="+mn-lt"/>
                <a:cs typeface="Arial" panose="020B0604020202020204" pitchFamily="34" charset="0"/>
              </a:rPr>
              <a:t>Slide elements </a:t>
            </a:r>
            <a:r>
              <a:rPr lang="en-GB" altLang="da-DK" sz="900" b="0" noProof="1">
                <a:solidFill>
                  <a:srgbClr val="000000"/>
                </a:solidFill>
                <a:latin typeface="+mn-lt"/>
                <a:cs typeface="Arial" panose="020B0604020202020204" pitchFamily="34" charset="0"/>
              </a:rPr>
              <a:t>from the </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buttons in the Templafy pane on the </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right side of the screen</a:t>
            </a:r>
            <a:endParaRPr lang="en-GB" altLang="da-DK" sz="900" b="1" noProof="1">
              <a:solidFill>
                <a:srgbClr val="000000"/>
              </a:solidFill>
              <a:latin typeface="+mn-lt"/>
              <a:cs typeface="Arial" panose="020B0604020202020204" pitchFamily="34" charset="0"/>
            </a:endParaRPr>
          </a:p>
        </p:txBody>
      </p:sp>
      <p:sp>
        <p:nvSpPr>
          <p:cNvPr id="65" name="Fast overskrift">
            <a:extLst>
              <a:ext uri="{FF2B5EF4-FFF2-40B4-BE49-F238E27FC236}">
                <a16:creationId xmlns:a16="http://schemas.microsoft.com/office/drawing/2014/main" id="{09C05D50-8477-4113-8B72-9C373B0FF9F9}"/>
              </a:ext>
            </a:extLst>
          </p:cNvPr>
          <p:cNvSpPr txBox="1"/>
          <p:nvPr userDrawn="1"/>
        </p:nvSpPr>
        <p:spPr>
          <a:xfrm>
            <a:off x="344488" y="351373"/>
            <a:ext cx="11499850" cy="650171"/>
          </a:xfrm>
          <a:prstGeom prst="rect">
            <a:avLst/>
          </a:prstGeom>
          <a:noFill/>
        </p:spPr>
        <p:txBody>
          <a:bodyPr wrap="square" lIns="0" tIns="0" rIns="0" bIns="0" rtlCol="0" anchor="t" anchorCtr="0">
            <a:noAutofit/>
          </a:bodyPr>
          <a:lstStyle/>
          <a:p>
            <a:r>
              <a:rPr lang="en-GB" sz="3200" b="0" noProof="1">
                <a:solidFill>
                  <a:schemeClr val="tx1"/>
                </a:solidFill>
                <a:latin typeface="+mj-lt"/>
                <a:cs typeface="Arial" panose="020B0604020202020204" pitchFamily="34" charset="0"/>
              </a:rPr>
              <a:t>TIPS &amp; TRICKS - YOUR USER GUIDE</a:t>
            </a:r>
          </a:p>
        </p:txBody>
      </p:sp>
      <p:pic>
        <p:nvPicPr>
          <p:cNvPr id="19" name="Picture 12">
            <a:extLst>
              <a:ext uri="{FF2B5EF4-FFF2-40B4-BE49-F238E27FC236}">
                <a16:creationId xmlns:a16="http://schemas.microsoft.com/office/drawing/2014/main" id="{D59A1415-DF88-48C2-BFBD-2900D34A9A2E}"/>
              </a:ext>
            </a:extLst>
          </p:cNvPr>
          <p:cNvPicPr>
            <a:picLocks noChangeAspect="1"/>
          </p:cNvPicPr>
          <p:nvPr userDrawn="1"/>
        </p:nvPicPr>
        <p:blipFill>
          <a:blip r:embed="rId2"/>
          <a:stretch>
            <a:fillRect/>
          </a:stretch>
        </p:blipFill>
        <p:spPr>
          <a:xfrm>
            <a:off x="11471230" y="2116483"/>
            <a:ext cx="378293" cy="543367"/>
          </a:xfrm>
          <a:prstGeom prst="rect">
            <a:avLst/>
          </a:prstGeom>
        </p:spPr>
      </p:pic>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0" y="6858000"/>
            <a:ext cx="0" cy="0"/>
          </a:xfrm>
          <a:prstGeom prst="rect">
            <a:avLst/>
          </a:prstGeom>
        </p:spPr>
        <p:txBody>
          <a:bodyPr/>
          <a:lstStyle>
            <a:lvl1pPr>
              <a:defRPr sz="133">
                <a:noFill/>
              </a:defRPr>
            </a:lvl1pPr>
          </a:lstStyle>
          <a:p>
            <a:fld id="{99EA5B8E-4FF3-4EA2-8582-B135F771E0AD}" type="datetime3">
              <a:rPr lang="en-GB" smtClean="0"/>
              <a:t>21 July, 2026</a:t>
            </a:fld>
            <a:endParaRPr lang="en-GB" dirty="0"/>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0" y="6858000"/>
            <a:ext cx="0" cy="0"/>
          </a:xfrm>
          <a:prstGeom prst="rect">
            <a:avLst/>
          </a:prstGeom>
        </p:spPr>
        <p:txBody>
          <a:bodyPr/>
          <a:lstStyle>
            <a:lvl1pPr>
              <a:defRPr sz="133">
                <a:noFill/>
              </a:defRPr>
            </a:lvl1pPr>
          </a:lstStyle>
          <a:p>
            <a:r>
              <a:rPr lang="en-GB" dirty="0"/>
              <a:t>Confidential</a:t>
            </a:r>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24" name="Text Box 2">
            <a:extLst>
              <a:ext uri="{FF2B5EF4-FFF2-40B4-BE49-F238E27FC236}">
                <a16:creationId xmlns:a16="http://schemas.microsoft.com/office/drawing/2014/main" id="{8B1B4749-2B7E-4474-A2D3-2B2892ADCA26}"/>
              </a:ext>
            </a:extLst>
          </p:cNvPr>
          <p:cNvSpPr txBox="1">
            <a:spLocks noChangeArrowheads="1"/>
          </p:cNvSpPr>
          <p:nvPr userDrawn="1"/>
        </p:nvSpPr>
        <p:spPr bwMode="auto">
          <a:xfrm>
            <a:off x="352637" y="1493851"/>
            <a:ext cx="2772000" cy="464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77" rtl="0" eaLnBrk="1" fontAlgn="auto" latinLnBrk="0" hangingPunct="1">
              <a:lnSpc>
                <a:spcPct val="100000"/>
              </a:lnSpc>
              <a:spcBef>
                <a:spcPts val="0"/>
              </a:spcBef>
              <a:spcAft>
                <a:spcPts val="600"/>
              </a:spcAft>
              <a:buClrTx/>
              <a:buSzTx/>
              <a:buFontTx/>
              <a:buNone/>
              <a:tabLst/>
              <a:defRPr/>
            </a:pPr>
            <a:r>
              <a:rPr lang="en-GB" sz="1600" dirty="0">
                <a:solidFill>
                  <a:srgbClr val="000000"/>
                </a:solidFill>
                <a:latin typeface="+mn-lt"/>
                <a:cs typeface="Arial" panose="020B0604020202020204" pitchFamily="34" charset="0"/>
              </a:rPr>
              <a:t>TEXT STYLES</a:t>
            </a:r>
            <a:endParaRPr lang="en-GB" altLang="da-DK" sz="1600" b="0" noProof="1">
              <a:solidFill>
                <a:srgbClr val="000000"/>
              </a:solidFill>
              <a:latin typeface="+mn-lt"/>
              <a:cs typeface="Arial" panose="020B0604020202020204" pitchFamily="34" charset="0"/>
            </a:endParaRPr>
          </a:p>
          <a:p>
            <a:pPr eaLnBrk="1" hangingPunct="1">
              <a:spcAft>
                <a:spcPts val="600"/>
              </a:spcAft>
              <a:defRPr/>
            </a:pPr>
            <a:r>
              <a:rPr lang="en-GB" altLang="da-DK" sz="900" b="0" noProof="1">
                <a:solidFill>
                  <a:srgbClr val="000000"/>
                </a:solidFill>
                <a:latin typeface="+mn-lt"/>
                <a:cs typeface="Arial" panose="020B0604020202020204" pitchFamily="34" charset="0"/>
              </a:rPr>
              <a:t>Use the </a:t>
            </a:r>
            <a:r>
              <a:rPr lang="en-GB" altLang="da-DK" sz="900" b="1" noProof="1">
                <a:solidFill>
                  <a:srgbClr val="000000"/>
                </a:solidFill>
                <a:latin typeface="+mn-lt"/>
                <a:cs typeface="Arial" panose="020B0604020202020204" pitchFamily="34" charset="0"/>
              </a:rPr>
              <a:t>TAB</a:t>
            </a:r>
            <a:r>
              <a:rPr lang="en-GB" altLang="da-DK" sz="900" b="0" noProof="1">
                <a:solidFill>
                  <a:srgbClr val="000000"/>
                </a:solidFill>
                <a:latin typeface="+mn-lt"/>
                <a:cs typeface="Arial" panose="020B0604020202020204" pitchFamily="34" charset="0"/>
              </a:rPr>
              <a:t>-key to jump though bullet-point levels. </a:t>
            </a:r>
            <a:r>
              <a:rPr lang="en-GB" altLang="da-DK" sz="900" b="0" baseline="0" noProof="1">
                <a:solidFill>
                  <a:srgbClr val="000000"/>
                </a:solidFill>
                <a:latin typeface="+mn-lt"/>
                <a:cs typeface="Arial" panose="020B0604020202020204" pitchFamily="34" charset="0"/>
              </a:rPr>
              <a:t>Click </a:t>
            </a:r>
            <a:r>
              <a:rPr lang="en-GB" altLang="da-DK" sz="900" b="1" baseline="0" noProof="1">
                <a:solidFill>
                  <a:srgbClr val="000000"/>
                </a:solidFill>
                <a:latin typeface="+mn-lt"/>
                <a:cs typeface="Arial" panose="020B0604020202020204" pitchFamily="34" charset="0"/>
              </a:rPr>
              <a:t>ENTER </a:t>
            </a:r>
            <a:r>
              <a:rPr lang="en-GB" altLang="da-DK" sz="900" b="0" baseline="0" noProof="1">
                <a:solidFill>
                  <a:srgbClr val="000000"/>
                </a:solidFill>
                <a:latin typeface="+mn-lt"/>
                <a:cs typeface="Arial" panose="020B0604020202020204" pitchFamily="34" charset="0"/>
              </a:rPr>
              <a:t>and</a:t>
            </a:r>
            <a:r>
              <a:rPr lang="en-GB" altLang="da-DK" sz="900" b="1" baseline="0" noProof="1">
                <a:solidFill>
                  <a:srgbClr val="000000"/>
                </a:solidFill>
                <a:latin typeface="+mn-lt"/>
                <a:cs typeface="Arial" panose="020B0604020202020204" pitchFamily="34" charset="0"/>
              </a:rPr>
              <a:t> TAB</a:t>
            </a:r>
            <a:r>
              <a:rPr lang="en-GB" altLang="da-DK" sz="900" b="0" baseline="0" noProof="1">
                <a:solidFill>
                  <a:srgbClr val="000000"/>
                </a:solidFill>
                <a:latin typeface="+mn-lt"/>
                <a:cs typeface="Arial" panose="020B0604020202020204" pitchFamily="34" charset="0"/>
              </a:rPr>
              <a:t> to switch from one level to the next level</a:t>
            </a:r>
          </a:p>
          <a:p>
            <a:pPr eaLnBrk="1" hangingPunct="1">
              <a:spcAft>
                <a:spcPts val="600"/>
              </a:spcAft>
              <a:defRPr/>
            </a:pPr>
            <a:r>
              <a:rPr lang="en-GB" altLang="da-DK" sz="900" b="0" baseline="0" noProof="1">
                <a:solidFill>
                  <a:srgbClr val="000000"/>
                </a:solidFill>
                <a:latin typeface="+mn-lt"/>
                <a:cs typeface="Arial" panose="020B0604020202020204" pitchFamily="34" charset="0"/>
              </a:rPr>
              <a:t>To go back in levels use </a:t>
            </a:r>
            <a:r>
              <a:rPr lang="en-GB" altLang="da-DK" sz="900" b="1" baseline="0" noProof="1">
                <a:solidFill>
                  <a:srgbClr val="000000"/>
                </a:solidFill>
                <a:latin typeface="+mn-lt"/>
                <a:cs typeface="Arial" panose="020B0604020202020204" pitchFamily="34" charset="0"/>
              </a:rPr>
              <a:t>SHIFT+TAB</a:t>
            </a:r>
            <a:endParaRPr lang="en-GB" sz="900" b="1" noProof="1">
              <a:solidFill>
                <a:srgbClr val="000000"/>
              </a:solidFill>
              <a:latin typeface="+mn-lt"/>
              <a:cs typeface="Arial" panose="020B0604020202020204" pitchFamily="34" charset="0"/>
            </a:endParaRPr>
          </a:p>
          <a:p>
            <a:pPr eaLnBrk="1" hangingPunct="1">
              <a:spcAft>
                <a:spcPts val="600"/>
              </a:spcAft>
              <a:defRPr/>
            </a:pPr>
            <a:r>
              <a:rPr lang="en-GB" sz="900" noProof="1">
                <a:solidFill>
                  <a:srgbClr val="000000"/>
                </a:solidFill>
                <a:latin typeface="+mn-lt"/>
                <a:cs typeface="Arial" panose="020B0604020202020204" pitchFamily="34" charset="0"/>
              </a:rPr>
              <a:t>Alternatively, </a:t>
            </a:r>
            <a:r>
              <a:rPr lang="en-GB" sz="900" b="1" noProof="1">
                <a:solidFill>
                  <a:srgbClr val="000000"/>
                </a:solidFill>
                <a:latin typeface="+mn-lt"/>
                <a:cs typeface="Arial" panose="020B0604020202020204" pitchFamily="34" charset="0"/>
              </a:rPr>
              <a:t>Increase</a:t>
            </a:r>
            <a:r>
              <a:rPr lang="en-GB" sz="900" baseline="0" noProof="1">
                <a:solidFill>
                  <a:srgbClr val="000000"/>
                </a:solidFill>
                <a:latin typeface="+mn-lt"/>
                <a:cs typeface="Arial" panose="020B0604020202020204" pitchFamily="34" charset="0"/>
              </a:rPr>
              <a:t> and </a:t>
            </a:r>
            <a:r>
              <a:rPr lang="en-GB" sz="900" b="1" baseline="0" noProof="1">
                <a:solidFill>
                  <a:srgbClr val="000000"/>
                </a:solidFill>
                <a:latin typeface="+mn-lt"/>
                <a:cs typeface="Arial" panose="020B0604020202020204" pitchFamily="34" charset="0"/>
              </a:rPr>
              <a:t>Decrease </a:t>
            </a:r>
            <a:r>
              <a:rPr lang="en-GB" sz="900" baseline="0" noProof="1">
                <a:solidFill>
                  <a:srgbClr val="000000"/>
                </a:solidFill>
                <a:latin typeface="+mn-lt"/>
                <a:cs typeface="Arial" panose="020B0604020202020204" pitchFamily="34" charset="0"/>
              </a:rPr>
              <a:t>list level can be used</a:t>
            </a:r>
            <a:br>
              <a:rPr lang="en-GB" sz="900" baseline="0" noProof="1">
                <a:solidFill>
                  <a:srgbClr val="000000"/>
                </a:solidFill>
                <a:latin typeface="+mn-lt"/>
                <a:cs typeface="Arial" panose="020B0604020202020204" pitchFamily="34" charset="0"/>
              </a:rPr>
            </a:br>
            <a:endParaRPr lang="en-GB" sz="900" baseline="0" noProof="1">
              <a:solidFill>
                <a:srgbClr val="000000"/>
              </a:solidFill>
              <a:latin typeface="+mn-lt"/>
              <a:cs typeface="Arial" panose="020B0604020202020204" pitchFamily="34" charset="0"/>
            </a:endParaRPr>
          </a:p>
          <a:p>
            <a:pPr eaLnBrk="1" hangingPunct="1">
              <a:spcAft>
                <a:spcPts val="600"/>
              </a:spcAft>
              <a:defRPr/>
            </a:pPr>
            <a:r>
              <a:rPr lang="en-GB" altLang="da-DK" sz="900" b="1" noProof="1">
                <a:solidFill>
                  <a:srgbClr val="000000"/>
                </a:solidFill>
                <a:latin typeface="+mn-lt"/>
                <a:cs typeface="Arial" panose="020B0604020202020204" pitchFamily="34" charset="0"/>
              </a:rPr>
              <a:t>HINT: </a:t>
            </a:r>
            <a:r>
              <a:rPr lang="en-GB" sz="900" b="1" noProof="1">
                <a:solidFill>
                  <a:srgbClr val="000000"/>
                </a:solidFill>
                <a:latin typeface="+mn-lt"/>
                <a:cs typeface="Arial" panose="020B0604020202020204" pitchFamily="34" charset="0"/>
              </a:rPr>
              <a:t>Use bullet button</a:t>
            </a:r>
          </a:p>
          <a:p>
            <a:pPr marL="0" marR="0" lvl="0" indent="0" algn="l" defTabSz="914377"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Delete bullet for regular text.</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Click on the bullet button to reaply the correct bullet again</a:t>
            </a:r>
          </a:p>
          <a:p>
            <a:pPr eaLnBrk="1" hangingPunct="1">
              <a:spcAft>
                <a:spcPts val="600"/>
              </a:spcAft>
              <a:defRPr/>
            </a:pPr>
            <a:br>
              <a:rPr lang="en-GB" altLang="da-DK" sz="900" b="0" noProof="1">
                <a:solidFill>
                  <a:srgbClr val="000000"/>
                </a:solidFill>
                <a:latin typeface="+mn-lt"/>
                <a:cs typeface="Arial" panose="020B0604020202020204" pitchFamily="34" charset="0"/>
              </a:rPr>
            </a:br>
            <a:r>
              <a:rPr lang="en-GB" sz="1600" dirty="0">
                <a:solidFill>
                  <a:srgbClr val="000000"/>
                </a:solidFill>
                <a:latin typeface="+mn-lt"/>
                <a:cs typeface="Arial" panose="020B0604020202020204" pitchFamily="34" charset="0"/>
              </a:rPr>
              <a:t>SLIDES &amp; LAYOUTS</a:t>
            </a:r>
          </a:p>
          <a:p>
            <a:pPr marL="0" marR="0" lvl="0" indent="0" algn="l" defTabSz="914377"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Click on the menu </a:t>
            </a:r>
            <a:r>
              <a:rPr lang="en-GB" altLang="da-DK" sz="900" b="1" noProof="1">
                <a:solidFill>
                  <a:srgbClr val="000000"/>
                </a:solidFill>
                <a:latin typeface="+mn-lt"/>
                <a:cs typeface="Arial" panose="020B0604020202020204" pitchFamily="34" charset="0"/>
              </a:rPr>
              <a:t>New Slide </a:t>
            </a:r>
            <a:r>
              <a:rPr lang="en-GB" altLang="da-DK" sz="900" b="0" noProof="1">
                <a:solidFill>
                  <a:srgbClr val="000000"/>
                </a:solidFill>
                <a:latin typeface="+mn-lt"/>
                <a:cs typeface="Arial" panose="020B0604020202020204" pitchFamily="34" charset="0"/>
              </a:rPr>
              <a:t>in the </a:t>
            </a:r>
            <a:r>
              <a:rPr lang="en-GB" altLang="da-DK" sz="900" b="1" noProof="1">
                <a:solidFill>
                  <a:srgbClr val="000000"/>
                </a:solidFill>
                <a:latin typeface="+mn-lt"/>
                <a:cs typeface="Arial" panose="020B0604020202020204" pitchFamily="34" charset="0"/>
              </a:rPr>
              <a:t>Home</a:t>
            </a:r>
            <a:r>
              <a:rPr lang="en-GB" altLang="da-DK" sz="900" b="0" noProof="1">
                <a:solidFill>
                  <a:srgbClr val="000000"/>
                </a:solidFill>
                <a:latin typeface="+mn-lt"/>
                <a:cs typeface="Arial" panose="020B0604020202020204" pitchFamily="34" charset="0"/>
              </a:rPr>
              <a:t> tab to insert a new slide</a:t>
            </a:r>
            <a:br>
              <a:rPr lang="en-GB" altLang="da-DK" sz="900" b="0" noProof="1">
                <a:solidFill>
                  <a:srgbClr val="000000"/>
                </a:solidFill>
                <a:latin typeface="+mn-lt"/>
                <a:cs typeface="Arial" panose="020B0604020202020204" pitchFamily="34" charset="0"/>
              </a:rPr>
            </a:b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Change layout</a:t>
            </a:r>
            <a:endParaRPr lang="en-GB" altLang="da-DK" sz="900" b="0" noProof="1">
              <a:solidFill>
                <a:srgbClr val="000000"/>
              </a:solidFill>
              <a:latin typeface="+mn-lt"/>
              <a:cs typeface="Arial" panose="020B0604020202020204" pitchFamily="34" charset="0"/>
            </a:endParaRPr>
          </a:p>
          <a:p>
            <a:pPr marL="0" indent="0">
              <a:spcAft>
                <a:spcPts val="600"/>
              </a:spcAft>
              <a:buFont typeface="+mj-lt"/>
              <a:buNone/>
            </a:pPr>
            <a:r>
              <a:rPr lang="en-GB" sz="900" noProof="1">
                <a:solidFill>
                  <a:srgbClr val="000000"/>
                </a:solidFill>
                <a:latin typeface="+mn-lt"/>
                <a:ea typeface="Arial" panose="020B0604020202020204" pitchFamily="34" charset="0"/>
              </a:rPr>
              <a:t>Click on the arrow next to </a:t>
            </a:r>
            <a:r>
              <a:rPr lang="en-GB" sz="900" b="1" noProof="1">
                <a:solidFill>
                  <a:srgbClr val="000000"/>
                </a:solidFill>
                <a:latin typeface="+mn-lt"/>
                <a:ea typeface="Arial" panose="020B0604020202020204" pitchFamily="34" charset="0"/>
              </a:rPr>
              <a:t>Layout </a:t>
            </a:r>
            <a:r>
              <a:rPr lang="en-GB" sz="900" noProof="1">
                <a:solidFill>
                  <a:srgbClr val="000000"/>
                </a:solidFill>
                <a:latin typeface="+mn-lt"/>
                <a:ea typeface="Arial" panose="020B0604020202020204" pitchFamily="34" charset="0"/>
              </a:rPr>
              <a:t>to view a dropdown menu of possible slide layouts</a:t>
            </a:r>
            <a:br>
              <a:rPr lang="en-GB" sz="900" noProof="0" dirty="0">
                <a:solidFill>
                  <a:srgbClr val="000000"/>
                </a:solidFill>
                <a:latin typeface="+mn-lt"/>
                <a:ea typeface="Arial" panose="020B0604020202020204" pitchFamily="34" charset="0"/>
              </a:rPr>
            </a:br>
            <a:endParaRPr lang="en-GB" sz="900" noProof="0" dirty="0">
              <a:solidFill>
                <a:srgbClr val="000000"/>
              </a:solidFill>
              <a:latin typeface="+mn-lt"/>
              <a:ea typeface="Arial" panose="020B0604020202020204" pitchFamily="34" charset="0"/>
            </a:endParaRPr>
          </a:p>
          <a:p>
            <a:pPr eaLnBrk="1" hangingPunct="1">
              <a:spcAft>
                <a:spcPts val="600"/>
              </a:spcAft>
              <a:defRPr/>
            </a:pPr>
            <a:r>
              <a:rPr lang="en-GB" sz="900" b="1" noProof="1">
                <a:solidFill>
                  <a:srgbClr val="000000"/>
                </a:solidFill>
                <a:latin typeface="+mn-lt"/>
                <a:cs typeface="Arial" panose="020B0604020202020204" pitchFamily="34" charset="0"/>
              </a:rPr>
              <a:t>Reset slide</a:t>
            </a:r>
          </a:p>
          <a:p>
            <a:pPr marL="0" marR="0" indent="0" algn="l" defTabSz="914377"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1.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Home</a:t>
            </a:r>
            <a:r>
              <a:rPr lang="en-GB" altLang="da-DK" sz="900" noProof="1">
                <a:solidFill>
                  <a:srgbClr val="000000"/>
                </a:solidFill>
                <a:latin typeface="+mn-lt"/>
                <a:cs typeface="Arial" panose="020B0604020202020204" pitchFamily="34" charset="0"/>
              </a:rPr>
              <a:t> tab</a:t>
            </a:r>
          </a:p>
          <a:p>
            <a:pPr marL="0" marR="0" indent="0" algn="l" defTabSz="914377"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2.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Reset</a:t>
            </a:r>
            <a:r>
              <a:rPr lang="en-GB" altLang="da-DK" sz="900" noProof="1">
                <a:solidFill>
                  <a:srgbClr val="000000"/>
                </a:solidFill>
                <a:latin typeface="+mn-lt"/>
                <a:cs typeface="Arial" panose="020B0604020202020204" pitchFamily="34" charset="0"/>
              </a:rPr>
              <a:t> menu to reset position, size and formatting of the slide placeholders to their default settings</a:t>
            </a:r>
            <a:endParaRPr lang="en-GB" sz="900" dirty="0">
              <a:solidFill>
                <a:srgbClr val="000000"/>
              </a:solidFill>
              <a:latin typeface="+mn-lt"/>
              <a:ea typeface="Arial" panose="020B0604020202020204" pitchFamily="34" charset="0"/>
            </a:endParaRPr>
          </a:p>
        </p:txBody>
      </p:sp>
      <p:pic>
        <p:nvPicPr>
          <p:cNvPr id="28" name="Picture 27">
            <a:extLst>
              <a:ext uri="{FF2B5EF4-FFF2-40B4-BE49-F238E27FC236}">
                <a16:creationId xmlns:a16="http://schemas.microsoft.com/office/drawing/2014/main" id="{12B8CEB7-8718-40FB-BCC9-2AC96094B83E}"/>
              </a:ext>
            </a:extLst>
          </p:cNvPr>
          <p:cNvPicPr>
            <a:picLocks noChangeAspect="1"/>
          </p:cNvPicPr>
          <p:nvPr userDrawn="1"/>
        </p:nvPicPr>
        <p:blipFill>
          <a:blip r:embed="rId3"/>
          <a:stretch>
            <a:fillRect/>
          </a:stretch>
        </p:blipFill>
        <p:spPr>
          <a:xfrm>
            <a:off x="3076505" y="4859225"/>
            <a:ext cx="475428" cy="176763"/>
          </a:xfrm>
          <a:prstGeom prst="rect">
            <a:avLst/>
          </a:prstGeom>
        </p:spPr>
      </p:pic>
      <p:pic>
        <p:nvPicPr>
          <p:cNvPr id="29" name="Picture 16">
            <a:extLst>
              <a:ext uri="{FF2B5EF4-FFF2-40B4-BE49-F238E27FC236}">
                <a16:creationId xmlns:a16="http://schemas.microsoft.com/office/drawing/2014/main" id="{1543AAD2-58D2-4DCE-A080-AFA6A459F608}"/>
              </a:ext>
            </a:extLst>
          </p:cNvPr>
          <p:cNvPicPr>
            <a:picLocks noChangeAspect="1"/>
          </p:cNvPicPr>
          <p:nvPr userDrawn="1"/>
        </p:nvPicPr>
        <p:blipFill>
          <a:blip r:embed="rId4"/>
          <a:stretch>
            <a:fillRect/>
          </a:stretch>
        </p:blipFill>
        <p:spPr>
          <a:xfrm>
            <a:off x="3076505" y="4004908"/>
            <a:ext cx="328881" cy="505501"/>
          </a:xfrm>
          <a:prstGeom prst="rect">
            <a:avLst/>
          </a:prstGeom>
        </p:spPr>
      </p:pic>
      <p:pic>
        <p:nvPicPr>
          <p:cNvPr id="30" name="Picture 20">
            <a:extLst>
              <a:ext uri="{FF2B5EF4-FFF2-40B4-BE49-F238E27FC236}">
                <a16:creationId xmlns:a16="http://schemas.microsoft.com/office/drawing/2014/main" id="{F410AF64-93DE-4C35-8AC4-D2AFA638F572}"/>
              </a:ext>
            </a:extLst>
          </p:cNvPr>
          <p:cNvPicPr>
            <a:picLocks noChangeAspect="1"/>
          </p:cNvPicPr>
          <p:nvPr userDrawn="1"/>
        </p:nvPicPr>
        <p:blipFill>
          <a:blip r:embed="rId5"/>
          <a:stretch>
            <a:fillRect/>
          </a:stretch>
        </p:blipFill>
        <p:spPr>
          <a:xfrm>
            <a:off x="3079202" y="5758525"/>
            <a:ext cx="538465" cy="172841"/>
          </a:xfrm>
          <a:prstGeom prst="rect">
            <a:avLst/>
          </a:prstGeom>
        </p:spPr>
      </p:pic>
      <p:pic>
        <p:nvPicPr>
          <p:cNvPr id="31" name="Picture 30">
            <a:extLst>
              <a:ext uri="{FF2B5EF4-FFF2-40B4-BE49-F238E27FC236}">
                <a16:creationId xmlns:a16="http://schemas.microsoft.com/office/drawing/2014/main" id="{5AAFDC93-9DCC-4CE4-B8D7-6137FEEF048E}"/>
              </a:ext>
            </a:extLst>
          </p:cNvPr>
          <p:cNvPicPr>
            <a:picLocks noChangeAspect="1"/>
          </p:cNvPicPr>
          <p:nvPr userDrawn="1"/>
        </p:nvPicPr>
        <p:blipFill>
          <a:blip r:embed="rId6"/>
          <a:stretch>
            <a:fillRect/>
          </a:stretch>
        </p:blipFill>
        <p:spPr>
          <a:xfrm>
            <a:off x="3076505" y="2499650"/>
            <a:ext cx="457143" cy="257143"/>
          </a:xfrm>
          <a:prstGeom prst="rect">
            <a:avLst/>
          </a:prstGeom>
        </p:spPr>
      </p:pic>
      <p:pic>
        <p:nvPicPr>
          <p:cNvPr id="34" name="Picture 2">
            <a:extLst>
              <a:ext uri="{FF2B5EF4-FFF2-40B4-BE49-F238E27FC236}">
                <a16:creationId xmlns:a16="http://schemas.microsoft.com/office/drawing/2014/main" id="{23C2B142-78D9-4D1A-A62B-85445D78273E}"/>
              </a:ext>
            </a:extLst>
          </p:cNvPr>
          <p:cNvPicPr>
            <a:picLocks noChangeAspect="1"/>
          </p:cNvPicPr>
          <p:nvPr userDrawn="1"/>
        </p:nvPicPr>
        <p:blipFill>
          <a:blip r:embed="rId7"/>
          <a:stretch>
            <a:fillRect/>
          </a:stretch>
        </p:blipFill>
        <p:spPr>
          <a:xfrm>
            <a:off x="3076504" y="3209517"/>
            <a:ext cx="257143" cy="285715"/>
          </a:xfrm>
          <a:prstGeom prst="rect">
            <a:avLst/>
          </a:prstGeom>
        </p:spPr>
      </p:pic>
      <p:pic>
        <p:nvPicPr>
          <p:cNvPr id="2" name="Picture 26">
            <a:extLst>
              <a:ext uri="{FF2B5EF4-FFF2-40B4-BE49-F238E27FC236}">
                <a16:creationId xmlns:a16="http://schemas.microsoft.com/office/drawing/2014/main" id="{90D50033-0D30-4D74-DA4D-E19E46BB5CE5}"/>
              </a:ext>
            </a:extLst>
          </p:cNvPr>
          <p:cNvPicPr>
            <a:picLocks noChangeAspect="1"/>
          </p:cNvPicPr>
          <p:nvPr userDrawn="1"/>
        </p:nvPicPr>
        <p:blipFill>
          <a:blip r:embed="rId8"/>
          <a:stretch>
            <a:fillRect/>
          </a:stretch>
        </p:blipFill>
        <p:spPr>
          <a:xfrm>
            <a:off x="7486443" y="1932587"/>
            <a:ext cx="372621" cy="501344"/>
          </a:xfrm>
          <a:prstGeom prst="rect">
            <a:avLst/>
          </a:prstGeom>
        </p:spPr>
      </p:pic>
      <p:sp>
        <p:nvSpPr>
          <p:cNvPr id="3" name="Text Box 3">
            <a:extLst>
              <a:ext uri="{FF2B5EF4-FFF2-40B4-BE49-F238E27FC236}">
                <a16:creationId xmlns:a16="http://schemas.microsoft.com/office/drawing/2014/main" id="{F94F80ED-10DA-AA01-1D57-132936E07698}"/>
              </a:ext>
            </a:extLst>
          </p:cNvPr>
          <p:cNvSpPr txBox="1">
            <a:spLocks noChangeArrowheads="1"/>
          </p:cNvSpPr>
          <p:nvPr userDrawn="1"/>
        </p:nvSpPr>
        <p:spPr bwMode="auto">
          <a:xfrm>
            <a:off x="4707331" y="1493850"/>
            <a:ext cx="2772000" cy="4462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600" dirty="0">
                <a:latin typeface="+mn-lt"/>
                <a:cs typeface="Arial" panose="020B0604020202020204" pitchFamily="34" charset="0"/>
              </a:rPr>
              <a:t>PICTURES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b="1" noProof="1">
                <a:solidFill>
                  <a:schemeClr val="tx1"/>
                </a:solidFill>
                <a:latin typeface="+mn-lt"/>
                <a:cs typeface="Arial" panose="020B0604020202020204" pitchFamily="34" charset="0"/>
              </a:rPr>
              <a:t>Insert corporate picture from Templafy</a:t>
            </a:r>
            <a:endParaRPr lang="en-GB" altLang="da-DK" sz="900" b="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noProof="1">
                <a:solidFill>
                  <a:schemeClr val="tx1"/>
                </a:solidFill>
                <a:latin typeface="+mn-lt"/>
                <a:cs typeface="Arial" panose="020B0604020202020204" pitchFamily="34" charset="0"/>
              </a:rPr>
              <a:t>1.</a:t>
            </a:r>
            <a:r>
              <a:rPr lang="en-GB" altLang="da-DK" sz="900" b="0" noProof="1">
                <a:solidFill>
                  <a:schemeClr val="tx1"/>
                </a:solidFill>
                <a:latin typeface="+mn-lt"/>
                <a:cs typeface="Arial" panose="020B0604020202020204" pitchFamily="34" charset="0"/>
              </a:rPr>
              <a:t> Click the blue </a:t>
            </a:r>
            <a:r>
              <a:rPr lang="en-GB" altLang="da-DK" sz="900" b="1" baseline="0" noProof="1">
                <a:solidFill>
                  <a:schemeClr val="tx1"/>
                </a:solidFill>
                <a:latin typeface="+mn-lt"/>
                <a:cs typeface="Arial" panose="020B0604020202020204" pitchFamily="34" charset="0"/>
              </a:rPr>
              <a:t>Templafy </a:t>
            </a:r>
            <a:r>
              <a:rPr lang="en-GB" altLang="da-DK" sz="900" b="0" baseline="0" noProof="1">
                <a:solidFill>
                  <a:schemeClr val="tx1"/>
                </a:solidFill>
                <a:latin typeface="+mn-lt"/>
                <a:cs typeface="Arial" panose="020B0604020202020204" pitchFamily="34" charset="0"/>
              </a:rPr>
              <a:t>button to view Templafy pane on right side of the screen, if it is not already there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chemeClr val="tx1"/>
                </a:solidFill>
                <a:latin typeface="+mn-lt"/>
                <a:cs typeface="Arial" panose="020B0604020202020204" pitchFamily="34" charset="0"/>
              </a:rPr>
              <a:t>2. </a:t>
            </a:r>
            <a:r>
              <a:rPr lang="en-GB" altLang="da-DK" sz="900" b="0" baseline="0" noProof="1">
                <a:solidFill>
                  <a:schemeClr val="tx1"/>
                </a:solidFill>
                <a:latin typeface="+mn-lt"/>
                <a:cs typeface="Arial" panose="020B0604020202020204" pitchFamily="34" charset="0"/>
              </a:rPr>
              <a:t>Select picture placeholder by clicking on the frame (at the edge)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chemeClr val="tx1"/>
                </a:solidFill>
                <a:latin typeface="+mn-lt"/>
                <a:cs typeface="Arial" panose="020B0604020202020204" pitchFamily="34" charset="0"/>
              </a:rPr>
              <a:t>3. </a:t>
            </a:r>
            <a:r>
              <a:rPr lang="en-GB" altLang="da-DK" sz="900" b="0" baseline="0" noProof="1">
                <a:solidFill>
                  <a:schemeClr val="tx1"/>
                </a:solidFill>
                <a:latin typeface="+mn-lt"/>
                <a:cs typeface="Arial" panose="020B0604020202020204" pitchFamily="34" charset="0"/>
              </a:rPr>
              <a:t>Click the </a:t>
            </a:r>
            <a:r>
              <a:rPr lang="en-GB" altLang="da-DK" sz="900" b="1" baseline="0" noProof="1">
                <a:solidFill>
                  <a:schemeClr val="tx1"/>
                </a:solidFill>
                <a:latin typeface="+mn-lt"/>
                <a:cs typeface="Arial" panose="020B0604020202020204" pitchFamily="34" charset="0"/>
              </a:rPr>
              <a:t>Images </a:t>
            </a:r>
            <a:r>
              <a:rPr lang="en-GB" altLang="da-DK" sz="900" b="0" i="0" baseline="0" noProof="1">
                <a:solidFill>
                  <a:schemeClr val="tx1"/>
                </a:solidFill>
                <a:latin typeface="+mn-lt"/>
                <a:cs typeface="Arial" panose="020B0604020202020204" pitchFamily="34" charset="0"/>
              </a:rPr>
              <a:t>button</a:t>
            </a:r>
            <a:r>
              <a:rPr lang="en-GB" altLang="da-DK" sz="900" b="0" baseline="0" noProof="1">
                <a:solidFill>
                  <a:schemeClr val="tx1"/>
                </a:solidFill>
                <a:latin typeface="+mn-lt"/>
                <a:cs typeface="Arial" panose="020B0604020202020204" pitchFamily="34" charset="0"/>
              </a:rPr>
              <a:t> in the Templafy pane</a:t>
            </a:r>
            <a:br>
              <a:rPr lang="en-GB" altLang="da-DK" sz="900" b="0" baseline="0" noProof="1">
                <a:solidFill>
                  <a:schemeClr val="tx1"/>
                </a:solidFill>
                <a:latin typeface="+mn-lt"/>
                <a:cs typeface="Arial" panose="020B0604020202020204" pitchFamily="34" charset="0"/>
              </a:rPr>
            </a:br>
            <a:endParaRPr lang="en-GB" altLang="da-DK" sz="900" b="0" baseline="0"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chemeClr val="tx1"/>
                </a:solidFill>
                <a:latin typeface="+mn-lt"/>
                <a:cs typeface="Arial" panose="020B0604020202020204" pitchFamily="34" charset="0"/>
              </a:rPr>
              <a:t>Insert picture from other location</a:t>
            </a:r>
          </a:p>
          <a:p>
            <a:pPr eaLnBrk="1" hangingPunct="1">
              <a:lnSpc>
                <a:spcPct val="100000"/>
              </a:lnSpc>
              <a:spcBef>
                <a:spcPts val="0"/>
              </a:spcBef>
              <a:spcAft>
                <a:spcPts val="600"/>
              </a:spcAft>
              <a:defRPr/>
            </a:pPr>
            <a:r>
              <a:rPr lang="en-GB" altLang="da-DK" sz="900" b="0" noProof="1">
                <a:solidFill>
                  <a:schemeClr val="tx1"/>
                </a:solidFill>
                <a:latin typeface="+mn-lt"/>
                <a:cs typeface="Arial" panose="020B0604020202020204" pitchFamily="34" charset="0"/>
              </a:rPr>
              <a:t>On slides with picture placeholder, click on the icon and choose </a:t>
            </a:r>
            <a:r>
              <a:rPr lang="en-GB" altLang="da-DK" sz="900" b="1" noProof="1">
                <a:solidFill>
                  <a:schemeClr val="tx1"/>
                </a:solidFill>
                <a:latin typeface="+mn-lt"/>
                <a:cs typeface="Arial" panose="020B0604020202020204" pitchFamily="34" charset="0"/>
              </a:rPr>
              <a:t>Insert </a:t>
            </a:r>
            <a:r>
              <a:rPr lang="en-GB" altLang="da-DK" sz="900" b="0" noProof="1">
                <a:solidFill>
                  <a:schemeClr val="tx1"/>
                </a:solidFill>
                <a:latin typeface="+mn-lt"/>
                <a:cs typeface="Arial" panose="020B0604020202020204" pitchFamily="34" charset="0"/>
              </a:rPr>
              <a:t>to browse for picture</a:t>
            </a:r>
            <a:br>
              <a:rPr lang="en-GB" altLang="da-DK" sz="900" b="0" noProof="1">
                <a:solidFill>
                  <a:schemeClr val="tx1"/>
                </a:solidFill>
                <a:latin typeface="+mn-lt"/>
                <a:cs typeface="Arial" panose="020B0604020202020204" pitchFamily="34" charset="0"/>
              </a:rPr>
            </a:br>
            <a:endParaRPr lang="en-GB" altLang="da-DK" sz="900" b="0" noProof="1">
              <a:solidFill>
                <a:schemeClr val="tx1"/>
              </a:solidFill>
              <a:latin typeface="+mn-lt"/>
              <a:cs typeface="Arial" panose="020B0604020202020204" pitchFamily="34" charset="0"/>
            </a:endParaRPr>
          </a:p>
          <a:p>
            <a:pPr eaLnBrk="1" hangingPunct="1">
              <a:lnSpc>
                <a:spcPct val="100000"/>
              </a:lnSpc>
              <a:spcBef>
                <a:spcPts val="0"/>
              </a:spcBef>
              <a:spcAft>
                <a:spcPts val="600"/>
              </a:spcAft>
              <a:defRPr/>
            </a:pPr>
            <a:r>
              <a:rPr lang="en-GB" sz="900" b="1" noProof="1">
                <a:solidFill>
                  <a:schemeClr val="tx1"/>
                </a:solidFill>
                <a:latin typeface="+mn-lt"/>
                <a:cs typeface="Arial" panose="020B0604020202020204" pitchFamily="34" charset="0"/>
              </a:rPr>
              <a:t>Crop picture</a:t>
            </a:r>
          </a:p>
          <a:p>
            <a:pPr eaLnBrk="1" hangingPunct="1">
              <a:lnSpc>
                <a:spcPct val="100000"/>
              </a:lnSpc>
              <a:spcBef>
                <a:spcPts val="0"/>
              </a:spcBef>
              <a:spcAft>
                <a:spcPts val="600"/>
              </a:spcAft>
              <a:defRPr/>
            </a:pPr>
            <a:r>
              <a:rPr lang="en-GB" altLang="da-DK" sz="900" b="0" noProof="1">
                <a:solidFill>
                  <a:schemeClr val="tx1"/>
                </a:solidFill>
                <a:latin typeface="+mn-lt"/>
                <a:cs typeface="Arial" panose="020B0604020202020204" pitchFamily="34" charset="0"/>
              </a:rPr>
              <a:t>Click </a:t>
            </a:r>
            <a:r>
              <a:rPr lang="en-GB" altLang="da-DK" sz="900" b="1" noProof="1">
                <a:solidFill>
                  <a:schemeClr val="tx1"/>
                </a:solidFill>
                <a:latin typeface="+mn-lt"/>
                <a:cs typeface="Arial" panose="020B0604020202020204" pitchFamily="34" charset="0"/>
              </a:rPr>
              <a:t>Crop</a:t>
            </a:r>
            <a:r>
              <a:rPr lang="en-GB" altLang="da-DK" sz="900" b="0" noProof="1">
                <a:solidFill>
                  <a:schemeClr val="tx1"/>
                </a:solidFill>
                <a:latin typeface="+mn-lt"/>
                <a:cs typeface="Arial" panose="020B0604020202020204" pitchFamily="34" charset="0"/>
              </a:rPr>
              <a:t> to change size or focus of the picture</a:t>
            </a:r>
          </a:p>
          <a:p>
            <a:pPr eaLnBrk="1" hangingPunct="1">
              <a:lnSpc>
                <a:spcPct val="100000"/>
              </a:lnSpc>
              <a:spcBef>
                <a:spcPts val="0"/>
              </a:spcBef>
              <a:spcAft>
                <a:spcPts val="600"/>
              </a:spcAft>
              <a:defRPr/>
            </a:pPr>
            <a:r>
              <a:rPr lang="en-GB" altLang="da-DK" sz="900" b="1" noProof="1">
                <a:solidFill>
                  <a:schemeClr val="tx1"/>
                </a:solidFill>
                <a:latin typeface="+mn-lt"/>
                <a:cs typeface="Arial" panose="020B0604020202020204" pitchFamily="34" charset="0"/>
              </a:rPr>
              <a:t>HINT: </a:t>
            </a:r>
            <a:r>
              <a:rPr lang="en-GB" altLang="da-DK" sz="900" b="0" noProof="1">
                <a:solidFill>
                  <a:schemeClr val="tx1"/>
                </a:solidFill>
                <a:latin typeface="+mn-lt"/>
                <a:cs typeface="Arial" panose="020B0604020202020204" pitchFamily="34" charset="0"/>
              </a:rPr>
              <a:t>If you delete the picture and insert a new one, the picture may lie in front of the text or graphic. If this happens, select the picture, </a:t>
            </a:r>
            <a:br>
              <a:rPr lang="en-GB" altLang="da-DK" sz="900" b="0" noProof="1">
                <a:solidFill>
                  <a:schemeClr val="tx1"/>
                </a:solidFill>
                <a:latin typeface="+mn-lt"/>
                <a:cs typeface="Arial" panose="020B0604020202020204" pitchFamily="34" charset="0"/>
              </a:rPr>
            </a:br>
            <a:r>
              <a:rPr lang="en-GB" altLang="da-DK" sz="900" b="0" noProof="1">
                <a:solidFill>
                  <a:schemeClr val="tx1"/>
                </a:solidFill>
                <a:latin typeface="+mn-lt"/>
                <a:cs typeface="Arial" panose="020B0604020202020204" pitchFamily="34" charset="0"/>
              </a:rPr>
              <a:t>right-click and choose </a:t>
            </a:r>
            <a:r>
              <a:rPr lang="en-GB" altLang="da-DK" sz="900" b="1" noProof="1">
                <a:solidFill>
                  <a:schemeClr val="tx1"/>
                </a:solidFill>
                <a:latin typeface="+mn-lt"/>
                <a:cs typeface="Arial" panose="020B0604020202020204" pitchFamily="34" charset="0"/>
              </a:rPr>
              <a:t>Send to Back</a:t>
            </a:r>
            <a:br>
              <a:rPr lang="en-GB" altLang="da-DK" sz="900" b="1" noProof="1">
                <a:solidFill>
                  <a:schemeClr val="tx1"/>
                </a:solidFill>
                <a:latin typeface="+mn-lt"/>
                <a:cs typeface="Arial" panose="020B0604020202020204" pitchFamily="34" charset="0"/>
              </a:rPr>
            </a:br>
            <a:endParaRPr lang="en-GB" altLang="da-DK" sz="900" b="1" noProof="1">
              <a:solidFill>
                <a:schemeClr val="tx1"/>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600" dirty="0">
                <a:latin typeface="+mn-lt"/>
                <a:cs typeface="Arial" panose="020B0604020202020204" pitchFamily="34" charset="0"/>
              </a:rPr>
              <a:t>GUIDES</a:t>
            </a:r>
            <a:endParaRPr lang="en-GB" sz="1600" b="1" noProof="1">
              <a:solidFill>
                <a:schemeClr val="tx1"/>
              </a:solidFill>
              <a:latin typeface="+mn-lt"/>
              <a:cs typeface="Arial" panose="020B0604020202020204" pitchFamily="34" charset="0"/>
            </a:endParaRPr>
          </a:p>
          <a:p>
            <a:pPr eaLnBrk="1" hangingPunct="1">
              <a:lnSpc>
                <a:spcPct val="100000"/>
              </a:lnSpc>
              <a:spcBef>
                <a:spcPts val="0"/>
              </a:spcBef>
              <a:spcAft>
                <a:spcPts val="600"/>
              </a:spcAft>
              <a:defRPr/>
            </a:pPr>
            <a:r>
              <a:rPr lang="en-GB" altLang="da-DK" sz="900" b="0" noProof="1">
                <a:solidFill>
                  <a:schemeClr val="tx1"/>
                </a:solidFill>
                <a:latin typeface="+mn-lt"/>
                <a:cs typeface="Arial" panose="020B0604020202020204" pitchFamily="34" charset="0"/>
              </a:rPr>
              <a:t>Click the </a:t>
            </a:r>
            <a:r>
              <a:rPr lang="en-GB" altLang="da-DK" sz="900" b="1" noProof="1">
                <a:solidFill>
                  <a:schemeClr val="tx1"/>
                </a:solidFill>
                <a:latin typeface="+mn-lt"/>
                <a:cs typeface="Arial" panose="020B0604020202020204" pitchFamily="34" charset="0"/>
              </a:rPr>
              <a:t>View</a:t>
            </a:r>
            <a:r>
              <a:rPr lang="en-GB" altLang="da-DK" sz="900" b="0" noProof="1">
                <a:solidFill>
                  <a:schemeClr val="tx1"/>
                </a:solidFill>
                <a:latin typeface="+mn-lt"/>
                <a:cs typeface="Arial" panose="020B0604020202020204" pitchFamily="34" charset="0"/>
              </a:rPr>
              <a:t> tab and set tick mark next to </a:t>
            </a:r>
            <a:r>
              <a:rPr lang="en-GB" altLang="da-DK" sz="900" b="1" noProof="1">
                <a:solidFill>
                  <a:schemeClr val="tx1"/>
                </a:solidFill>
                <a:latin typeface="+mn-lt"/>
                <a:cs typeface="Arial" panose="020B0604020202020204" pitchFamily="34" charset="0"/>
              </a:rPr>
              <a:t>Guides</a:t>
            </a:r>
            <a:endParaRPr lang="en-GB" altLang="da-DK" sz="900" b="0" noProof="1">
              <a:solidFill>
                <a:schemeClr val="tx1"/>
              </a:solidFill>
              <a:latin typeface="+mn-lt"/>
              <a:cs typeface="Arial" panose="020B0604020202020204" pitchFamily="34" charset="0"/>
            </a:endParaRPr>
          </a:p>
          <a:p>
            <a:pPr eaLnBrk="1" hangingPunct="1">
              <a:lnSpc>
                <a:spcPct val="100000"/>
              </a:lnSpc>
              <a:spcBef>
                <a:spcPts val="0"/>
              </a:spcBef>
              <a:spcAft>
                <a:spcPts val="600"/>
              </a:spcAft>
              <a:defRPr/>
            </a:pPr>
            <a:r>
              <a:rPr lang="en-GB" altLang="da-DK" sz="900" b="1" noProof="1">
                <a:solidFill>
                  <a:schemeClr val="tx1"/>
                </a:solidFill>
                <a:latin typeface="+mn-lt"/>
                <a:cs typeface="Arial" panose="020B0604020202020204" pitchFamily="34" charset="0"/>
              </a:rPr>
              <a:t>HINT: Alt + F9 </a:t>
            </a:r>
            <a:r>
              <a:rPr lang="en-GB" altLang="da-DK" sz="900" b="0" noProof="1">
                <a:solidFill>
                  <a:schemeClr val="tx1"/>
                </a:solidFill>
                <a:latin typeface="+mn-lt"/>
                <a:cs typeface="Arial" panose="020B0604020202020204" pitchFamily="34" charset="0"/>
              </a:rPr>
              <a:t>for quick view of guides</a:t>
            </a:r>
            <a:br>
              <a:rPr lang="en-GB" altLang="da-DK" sz="900" b="0" noProof="1">
                <a:solidFill>
                  <a:schemeClr val="tx1"/>
                </a:solidFill>
                <a:latin typeface="+mn-lt"/>
                <a:cs typeface="Arial" panose="020B0604020202020204" pitchFamily="34" charset="0"/>
              </a:rPr>
            </a:br>
            <a:r>
              <a:rPr lang="en-GB" altLang="da-DK" sz="900" b="1" noProof="1">
                <a:solidFill>
                  <a:schemeClr val="tx1"/>
                </a:solidFill>
                <a:latin typeface="+mn-lt"/>
                <a:cs typeface="Arial" panose="020B0604020202020204" pitchFamily="34" charset="0"/>
              </a:rPr>
              <a:t>Mac: </a:t>
            </a:r>
            <a:r>
              <a:rPr lang="en-GB" sz="900" b="0" i="0" dirty="0">
                <a:solidFill>
                  <a:srgbClr val="333333"/>
                </a:solidFill>
                <a:effectLst/>
                <a:latin typeface="+mn-lt"/>
              </a:rPr>
              <a:t>⌘ </a:t>
            </a:r>
            <a:r>
              <a:rPr lang="en-GB" altLang="da-DK" sz="900" b="0" noProof="1">
                <a:solidFill>
                  <a:schemeClr val="tx1"/>
                </a:solidFill>
                <a:latin typeface="+mn-lt"/>
                <a:cs typeface="Arial" panose="020B0604020202020204" pitchFamily="34" charset="0"/>
              </a:rPr>
              <a:t>+ option + ctrl + G</a:t>
            </a:r>
          </a:p>
        </p:txBody>
      </p:sp>
      <p:pic>
        <p:nvPicPr>
          <p:cNvPr id="5" name="Picture 19">
            <a:extLst>
              <a:ext uri="{FF2B5EF4-FFF2-40B4-BE49-F238E27FC236}">
                <a16:creationId xmlns:a16="http://schemas.microsoft.com/office/drawing/2014/main" id="{33DB5EE5-1A28-D336-94DA-C65E0612714E}"/>
              </a:ext>
            </a:extLst>
          </p:cNvPr>
          <p:cNvPicPr>
            <a:picLocks noChangeAspect="1"/>
          </p:cNvPicPr>
          <p:nvPr userDrawn="1"/>
        </p:nvPicPr>
        <p:blipFill>
          <a:blip r:embed="rId9"/>
          <a:stretch>
            <a:fillRect/>
          </a:stretch>
        </p:blipFill>
        <p:spPr>
          <a:xfrm>
            <a:off x="7545595" y="3931573"/>
            <a:ext cx="313788" cy="543900"/>
          </a:xfrm>
          <a:prstGeom prst="rect">
            <a:avLst/>
          </a:prstGeom>
        </p:spPr>
      </p:pic>
      <p:pic>
        <p:nvPicPr>
          <p:cNvPr id="6" name="Picture 33">
            <a:extLst>
              <a:ext uri="{FF2B5EF4-FFF2-40B4-BE49-F238E27FC236}">
                <a16:creationId xmlns:a16="http://schemas.microsoft.com/office/drawing/2014/main" id="{58579D8E-2371-3C26-FBFF-995CA26820FD}"/>
              </a:ext>
            </a:extLst>
          </p:cNvPr>
          <p:cNvPicPr>
            <a:picLocks noChangeAspect="1"/>
          </p:cNvPicPr>
          <p:nvPr userDrawn="1"/>
        </p:nvPicPr>
        <p:blipFill rotWithShape="1">
          <a:blip r:embed="rId10"/>
          <a:srcRect l="3901" t="45142" r="62601" b="9046"/>
          <a:stretch/>
        </p:blipFill>
        <p:spPr>
          <a:xfrm>
            <a:off x="7486124" y="3309842"/>
            <a:ext cx="341204" cy="321707"/>
          </a:xfrm>
          <a:prstGeom prst="rect">
            <a:avLst/>
          </a:prstGeom>
        </p:spPr>
      </p:pic>
      <p:pic>
        <p:nvPicPr>
          <p:cNvPr id="7" name="Picture 6">
            <a:extLst>
              <a:ext uri="{FF2B5EF4-FFF2-40B4-BE49-F238E27FC236}">
                <a16:creationId xmlns:a16="http://schemas.microsoft.com/office/drawing/2014/main" id="{ABCD4638-A265-0DA9-D513-3C6E6E653688}"/>
              </a:ext>
            </a:extLst>
          </p:cNvPr>
          <p:cNvPicPr>
            <a:picLocks noChangeAspect="1"/>
          </p:cNvPicPr>
          <p:nvPr userDrawn="1"/>
        </p:nvPicPr>
        <p:blipFill>
          <a:blip r:embed="rId11"/>
          <a:stretch>
            <a:fillRect/>
          </a:stretch>
        </p:blipFill>
        <p:spPr>
          <a:xfrm>
            <a:off x="7516019" y="2642893"/>
            <a:ext cx="372940" cy="366925"/>
          </a:xfrm>
          <a:prstGeom prst="rect">
            <a:avLst/>
          </a:prstGeom>
        </p:spPr>
      </p:pic>
      <p:pic>
        <p:nvPicPr>
          <p:cNvPr id="11" name="Picture 12">
            <a:extLst>
              <a:ext uri="{FF2B5EF4-FFF2-40B4-BE49-F238E27FC236}">
                <a16:creationId xmlns:a16="http://schemas.microsoft.com/office/drawing/2014/main" id="{F99B4BB6-8598-9030-E94B-3954CC7C8E47}"/>
              </a:ext>
            </a:extLst>
          </p:cNvPr>
          <p:cNvPicPr>
            <a:picLocks noChangeAspect="1"/>
          </p:cNvPicPr>
          <p:nvPr userDrawn="1"/>
        </p:nvPicPr>
        <p:blipFill rotWithShape="1">
          <a:blip r:embed="rId12"/>
          <a:srcRect t="1" r="70032" b="12836"/>
          <a:stretch/>
        </p:blipFill>
        <p:spPr>
          <a:xfrm>
            <a:off x="11391781" y="5471314"/>
            <a:ext cx="346308" cy="342892"/>
          </a:xfrm>
          <a:prstGeom prst="rect">
            <a:avLst/>
          </a:prstGeom>
        </p:spPr>
      </p:pic>
      <p:pic>
        <p:nvPicPr>
          <p:cNvPr id="12" name="Picture 14">
            <a:extLst>
              <a:ext uri="{FF2B5EF4-FFF2-40B4-BE49-F238E27FC236}">
                <a16:creationId xmlns:a16="http://schemas.microsoft.com/office/drawing/2014/main" id="{9315B33C-7319-5065-83CB-C40F27BEB6BA}"/>
              </a:ext>
            </a:extLst>
          </p:cNvPr>
          <p:cNvPicPr>
            <a:picLocks noChangeAspect="1"/>
          </p:cNvPicPr>
          <p:nvPr userDrawn="1"/>
        </p:nvPicPr>
        <p:blipFill rotWithShape="1">
          <a:blip r:embed="rId12"/>
          <a:srcRect l="37641" r="5969" b="11697"/>
          <a:stretch/>
        </p:blipFill>
        <p:spPr>
          <a:xfrm>
            <a:off x="11239118" y="5845965"/>
            <a:ext cx="651634" cy="347377"/>
          </a:xfrm>
          <a:prstGeom prst="rect">
            <a:avLst/>
          </a:prstGeom>
        </p:spPr>
      </p:pic>
    </p:spTree>
    <p:extLst>
      <p:ext uri="{BB962C8B-B14F-4D97-AF65-F5344CB8AC3E}">
        <p14:creationId xmlns:p14="http://schemas.microsoft.com/office/powerpoint/2010/main" val="21862840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gt;Copilot layout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2000" cy="6858000"/>
          </a:xfrm>
          <a:prstGeom prst="rect">
            <a:avLst/>
          </a:prstGeom>
          <a:solidFill>
            <a:srgbClr val="E31836"/>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dirty="0">
              <a:solidFill>
                <a:schemeClr val="tx1"/>
              </a:solidFill>
            </a:endParaRPr>
          </a:p>
        </p:txBody>
      </p:sp>
      <p:sp>
        <p:nvSpPr>
          <p:cNvPr id="5" name="Do not use"/>
          <p:cNvSpPr txBox="1"/>
          <p:nvPr userDrawn="1"/>
        </p:nvSpPr>
        <p:spPr>
          <a:xfrm>
            <a:off x="430213" y="561573"/>
            <a:ext cx="11356977" cy="2215991"/>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000" b="0" noProof="0" dirty="0">
                <a:solidFill>
                  <a:schemeClr val="bg1"/>
                </a:solidFill>
              </a:rPr>
              <a:t>Avoid using layouts beyond this point, </a:t>
            </a:r>
            <a:br>
              <a:rPr lang="en-GB" sz="4000" b="0" noProof="0" dirty="0">
                <a:solidFill>
                  <a:schemeClr val="bg1"/>
                </a:solidFill>
              </a:rPr>
            </a:br>
            <a:r>
              <a:rPr lang="en-GB" sz="4000" b="0" noProof="0" dirty="0">
                <a:solidFill>
                  <a:schemeClr val="bg1"/>
                </a:solidFill>
              </a:rPr>
              <a:t>as they are deliberately placed and reserved for Copilot functionality in the general template.</a:t>
            </a:r>
            <a:br>
              <a:rPr lang="en-GB" sz="2400" b="0" noProof="0" dirty="0">
                <a:solidFill>
                  <a:schemeClr val="bg1"/>
                </a:solidFill>
              </a:rPr>
            </a:br>
            <a:endParaRPr lang="en-GB" sz="2400" b="0" noProof="0" dirty="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4" y="3465095"/>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dirty="0">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dirty="0">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106326" y="3020224"/>
            <a:ext cx="10518556" cy="1862048"/>
          </a:xfrm>
          <a:prstGeom prst="rect">
            <a:avLst/>
          </a:prstGeom>
        </p:spPr>
        <p:txBody>
          <a:bodyPr wrap="square">
            <a:spAutoFit/>
          </a:bodyPr>
          <a:lstStyle/>
          <a:p>
            <a:pPr algn="ctr"/>
            <a:r>
              <a:rPr lang="en-GB" sz="11500" b="0" i="0" noProof="0" dirty="0">
                <a:solidFill>
                  <a:schemeClr val="bg1"/>
                </a:solidFill>
                <a:latin typeface="+mj-lt"/>
              </a:rPr>
              <a:t>Copilot layouts</a:t>
            </a:r>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585222"/>
            <a:ext cx="11356974" cy="615553"/>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2000" b="0" noProof="0" dirty="0">
                <a:solidFill>
                  <a:schemeClr val="bg1"/>
                </a:solidFill>
              </a:rPr>
              <a:t>Please note that layouts after this are part of the template, </a:t>
            </a:r>
            <a:br>
              <a:rPr lang="en-GB" sz="2000" b="0" noProof="0" dirty="0">
                <a:solidFill>
                  <a:schemeClr val="bg1"/>
                </a:solidFill>
              </a:rPr>
            </a:br>
            <a:r>
              <a:rPr lang="en-GB" sz="2000" b="0" noProof="0" dirty="0">
                <a:solidFill>
                  <a:schemeClr val="bg1"/>
                </a:solidFill>
              </a:rPr>
              <a:t>but should only be used by Copilot and not for manual content.</a:t>
            </a:r>
          </a:p>
        </p:txBody>
      </p:sp>
      <p:sp>
        <p:nvSpPr>
          <p:cNvPr id="13" name="Date Placeholder 6" hidden="1">
            <a:extLst>
              <a:ext uri="{FF2B5EF4-FFF2-40B4-BE49-F238E27FC236}">
                <a16:creationId xmlns:a16="http://schemas.microsoft.com/office/drawing/2014/main" id="{16F02AC0-8835-4687-9809-625BC7974E07}"/>
              </a:ext>
            </a:extLst>
          </p:cNvPr>
          <p:cNvSpPr>
            <a:spLocks noGrp="1"/>
          </p:cNvSpPr>
          <p:nvPr>
            <p:ph type="dt" sz="half" idx="15"/>
          </p:nvPr>
        </p:nvSpPr>
        <p:spPr>
          <a:xfrm>
            <a:off x="0" y="6858000"/>
            <a:ext cx="0" cy="0"/>
          </a:xfrm>
          <a:prstGeom prst="rect">
            <a:avLst/>
          </a:prstGeom>
        </p:spPr>
        <p:txBody>
          <a:bodyPr/>
          <a:lstStyle>
            <a:lvl1pPr>
              <a:defRPr sz="100">
                <a:noFill/>
              </a:defRPr>
            </a:lvl1pPr>
          </a:lstStyle>
          <a:p>
            <a:fld id="{EF0F487B-0B5A-4739-9B44-4D177D2741AA}" type="datetime3">
              <a:rPr lang="en-GB" smtClean="0"/>
              <a:t>21 July, 2026</a:t>
            </a:fld>
            <a:endParaRPr lang="en-GB" dirty="0"/>
          </a:p>
        </p:txBody>
      </p:sp>
      <p:sp>
        <p:nvSpPr>
          <p:cNvPr id="14" name="Footer Placeholder 8" hidden="1">
            <a:extLst>
              <a:ext uri="{FF2B5EF4-FFF2-40B4-BE49-F238E27FC236}">
                <a16:creationId xmlns:a16="http://schemas.microsoft.com/office/drawing/2014/main" id="{06D6C9CE-4F2C-454C-BB55-801B8D39FB8A}"/>
              </a:ext>
            </a:extLst>
          </p:cNvPr>
          <p:cNvSpPr>
            <a:spLocks noGrp="1"/>
          </p:cNvSpPr>
          <p:nvPr>
            <p:ph type="ftr" sz="quarter" idx="16"/>
          </p:nvPr>
        </p:nvSpPr>
        <p:spPr>
          <a:xfrm>
            <a:off x="0" y="6858000"/>
            <a:ext cx="0" cy="0"/>
          </a:xfrm>
          <a:prstGeom prst="rect">
            <a:avLst/>
          </a:prstGeom>
        </p:spPr>
        <p:txBody>
          <a:bodyPr/>
          <a:lstStyle>
            <a:lvl1pPr>
              <a:defRPr sz="100">
                <a:noFill/>
              </a:defRPr>
            </a:lvl1pPr>
          </a:lstStyle>
          <a:p>
            <a:r>
              <a:rPr lang="en-GB" dirty="0"/>
              <a:t>Confidential</a:t>
            </a:r>
          </a:p>
        </p:txBody>
      </p:sp>
      <p:sp>
        <p:nvSpPr>
          <p:cNvPr id="15" name="Slide Number Placeholder 10" hidden="1">
            <a:extLst>
              <a:ext uri="{FF2B5EF4-FFF2-40B4-BE49-F238E27FC236}">
                <a16:creationId xmlns:a16="http://schemas.microsoft.com/office/drawing/2014/main" id="{E475F42F-AD98-4F3B-A294-8047E72ED3B3}"/>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GB" smtClean="0"/>
              <a:pPr/>
              <a:t>‹#›</a:t>
            </a:fld>
            <a:endParaRPr lang="en-GB" dirty="0"/>
          </a:p>
        </p:txBody>
      </p:sp>
    </p:spTree>
    <p:extLst>
      <p:ext uri="{BB962C8B-B14F-4D97-AF65-F5344CB8AC3E}">
        <p14:creationId xmlns:p14="http://schemas.microsoft.com/office/powerpoint/2010/main" val="19206507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itle 1">
    <p:bg bwMode="ltGray">
      <p:bgPr>
        <a:solidFill>
          <a:schemeClr val="accent1"/>
        </a:solidFill>
        <a:effectLst/>
      </p:bgPr>
    </p:bg>
    <p:spTree>
      <p:nvGrpSpPr>
        <p:cNvPr id="1" name=""/>
        <p:cNvGrpSpPr/>
        <p:nvPr/>
      </p:nvGrpSpPr>
      <p:grpSpPr>
        <a:xfrm>
          <a:off x="0" y="0"/>
          <a:ext cx="0" cy="0"/>
          <a:chOff x="0" y="0"/>
          <a:chExt cx="0" cy="0"/>
        </a:xfrm>
      </p:grpSpPr>
      <p:sp>
        <p:nvSpPr>
          <p:cNvPr id="4" name="Date Placeholder 6" hidden="1">
            <a:extLst>
              <a:ext uri="{FF2B5EF4-FFF2-40B4-BE49-F238E27FC236}">
                <a16:creationId xmlns:a16="http://schemas.microsoft.com/office/drawing/2014/main" id="{5201BA81-B45B-7D92-50A4-CE8816397192}"/>
              </a:ext>
            </a:extLst>
          </p:cNvPr>
          <p:cNvSpPr>
            <a:spLocks noGrp="1"/>
          </p:cNvSpPr>
          <p:nvPr>
            <p:ph type="dt" sz="half" idx="15"/>
          </p:nvPr>
        </p:nvSpPr>
        <p:spPr>
          <a:xfrm>
            <a:off x="0" y="6858000"/>
            <a:ext cx="0" cy="0"/>
          </a:xfrm>
          <a:prstGeom prst="rect">
            <a:avLst/>
          </a:prstGeom>
        </p:spPr>
        <p:txBody>
          <a:bodyPr/>
          <a:lstStyle>
            <a:lvl1pPr>
              <a:defRPr sz="133">
                <a:noFill/>
              </a:defRPr>
            </a:lvl1pPr>
          </a:lstStyle>
          <a:p>
            <a:fld id="{07109E2E-A012-4CCC-9149-380B5A4842CE}" type="datetime3">
              <a:rPr lang="en-GB" smtClean="0"/>
              <a:t>21 July, 2026</a:t>
            </a:fld>
            <a:endParaRPr lang="en-GB" dirty="0"/>
          </a:p>
        </p:txBody>
      </p:sp>
      <p:sp>
        <p:nvSpPr>
          <p:cNvPr id="5" name="Footer Placeholder 8" hidden="1">
            <a:extLst>
              <a:ext uri="{FF2B5EF4-FFF2-40B4-BE49-F238E27FC236}">
                <a16:creationId xmlns:a16="http://schemas.microsoft.com/office/drawing/2014/main" id="{BA0A6449-0784-ADE6-7D7E-C3C3FFAF8D57}"/>
              </a:ext>
            </a:extLst>
          </p:cNvPr>
          <p:cNvSpPr>
            <a:spLocks noGrp="1"/>
          </p:cNvSpPr>
          <p:nvPr>
            <p:ph type="ftr" sz="quarter" idx="16"/>
          </p:nvPr>
        </p:nvSpPr>
        <p:spPr>
          <a:xfrm>
            <a:off x="0" y="6858000"/>
            <a:ext cx="0" cy="0"/>
          </a:xfrm>
          <a:prstGeom prst="rect">
            <a:avLst/>
          </a:prstGeom>
        </p:spPr>
        <p:txBody>
          <a:bodyPr/>
          <a:lstStyle>
            <a:lvl1pPr>
              <a:defRPr sz="133">
                <a:noFill/>
              </a:defRPr>
            </a:lvl1pPr>
          </a:lstStyle>
          <a:p>
            <a:r>
              <a:rPr lang="en-GB" dirty="0"/>
              <a:t>Confidential</a:t>
            </a:r>
          </a:p>
        </p:txBody>
      </p:sp>
      <p:sp>
        <p:nvSpPr>
          <p:cNvPr id="7" name="Slide Number Placeholder 10" hidden="1">
            <a:extLst>
              <a:ext uri="{FF2B5EF4-FFF2-40B4-BE49-F238E27FC236}">
                <a16:creationId xmlns:a16="http://schemas.microsoft.com/office/drawing/2014/main" id="{420D4455-BEE9-8874-027B-88BA3248B8E8}"/>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pic>
        <p:nvPicPr>
          <p:cNvPr id="6" name="Logo tieto">
            <a:extLst>
              <a:ext uri="{FF2B5EF4-FFF2-40B4-BE49-F238E27FC236}">
                <a16:creationId xmlns:a16="http://schemas.microsoft.com/office/drawing/2014/main" id="{2544F429-9B23-7D56-8DAB-F7E1AEC28B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auto">
          <a:xfrm>
            <a:off x="9683004" y="5771156"/>
            <a:ext cx="2160522" cy="738000"/>
          </a:xfrm>
          <a:prstGeom prst="rect">
            <a:avLst/>
          </a:prstGeom>
        </p:spPr>
      </p:pic>
      <p:sp>
        <p:nvSpPr>
          <p:cNvPr id="2" name="Title 1"/>
          <p:cNvSpPr>
            <a:spLocks noGrp="1"/>
          </p:cNvSpPr>
          <p:nvPr>
            <p:ph type="ctrTitle" hasCustomPrompt="1"/>
          </p:nvPr>
        </p:nvSpPr>
        <p:spPr bwMode="white">
          <a:xfrm>
            <a:off x="345600" y="345600"/>
            <a:ext cx="6552000" cy="2745600"/>
          </a:xfrm>
        </p:spPr>
        <p:txBody>
          <a:bodyPr anchor="b"/>
          <a:lstStyle>
            <a:lvl1pPr algn="l">
              <a:defRPr sz="6000" b="0">
                <a:solidFill>
                  <a:schemeClr val="tx1"/>
                </a:solidFill>
              </a:defRPr>
            </a:lvl1pPr>
          </a:lstStyle>
          <a:p>
            <a:r>
              <a:rPr lang="en-GB" dirty="0"/>
              <a:t>Click to add title</a:t>
            </a:r>
          </a:p>
        </p:txBody>
      </p:sp>
      <p:sp>
        <p:nvSpPr>
          <p:cNvPr id="3" name="Subtitle 2"/>
          <p:cNvSpPr>
            <a:spLocks noGrp="1"/>
          </p:cNvSpPr>
          <p:nvPr>
            <p:ph type="subTitle" idx="1" hasCustomPrompt="1"/>
          </p:nvPr>
        </p:nvSpPr>
        <p:spPr bwMode="white">
          <a:xfrm>
            <a:off x="345600" y="3438000"/>
            <a:ext cx="6552000" cy="955200"/>
          </a:xfrm>
        </p:spPr>
        <p:txBody>
          <a:bodyPr>
            <a:noAutofit/>
          </a:bodyPr>
          <a:lstStyle>
            <a:lvl1pPr marL="0" indent="0" algn="l">
              <a:buNone/>
              <a:defRPr sz="2200" b="0">
                <a:solidFill>
                  <a:schemeClr val="accent5"/>
                </a:solidFill>
              </a:defRPr>
            </a:lvl1pPr>
            <a:lvl2pPr marL="0" indent="0" algn="l">
              <a:buNone/>
              <a:defRPr sz="2200">
                <a:solidFill>
                  <a:schemeClr val="accent5"/>
                </a:solidFill>
                <a:latin typeface="+mn-lt"/>
              </a:defRPr>
            </a:lvl2pPr>
            <a:lvl3pPr marL="0" indent="0" algn="l">
              <a:buNone/>
              <a:defRPr sz="2200">
                <a:solidFill>
                  <a:schemeClr val="accent5"/>
                </a:solidFill>
                <a:latin typeface="+mn-lt"/>
              </a:defRPr>
            </a:lvl3pPr>
            <a:lvl4pPr marL="0" indent="0" algn="l">
              <a:buNone/>
              <a:defRPr sz="2200">
                <a:solidFill>
                  <a:schemeClr val="accent5"/>
                </a:solidFill>
                <a:latin typeface="+mn-lt"/>
              </a:defRPr>
            </a:lvl4pPr>
            <a:lvl5pPr marL="0" indent="0" algn="l">
              <a:buNone/>
              <a:defRPr sz="2200">
                <a:solidFill>
                  <a:schemeClr val="accent5"/>
                </a:solidFill>
                <a:latin typeface="+mn-lt"/>
              </a:defRPr>
            </a:lvl5pPr>
            <a:lvl6pPr marL="0" indent="0" algn="l">
              <a:buNone/>
              <a:defRPr sz="2200">
                <a:solidFill>
                  <a:schemeClr val="accent5"/>
                </a:solidFill>
                <a:latin typeface="+mn-lt"/>
              </a:defRPr>
            </a:lvl6pPr>
            <a:lvl7pPr marL="0" indent="0" algn="l">
              <a:buNone/>
              <a:defRPr sz="2200">
                <a:solidFill>
                  <a:schemeClr val="accent5"/>
                </a:solidFill>
                <a:latin typeface="+mn-lt"/>
              </a:defRPr>
            </a:lvl7pPr>
            <a:lvl8pPr marL="0" indent="0" algn="l">
              <a:buNone/>
              <a:defRPr sz="2200">
                <a:solidFill>
                  <a:schemeClr val="accent5"/>
                </a:solidFill>
                <a:latin typeface="+mn-lt"/>
              </a:defRPr>
            </a:lvl8pPr>
            <a:lvl9pPr marL="0" indent="0" algn="l">
              <a:buNone/>
              <a:defRPr sz="2200">
                <a:solidFill>
                  <a:schemeClr val="accent5"/>
                </a:solidFill>
                <a:latin typeface="+mn-lt"/>
              </a:defRPr>
            </a:lvl9pPr>
          </a:lstStyle>
          <a:p>
            <a:r>
              <a:rPr lang="en-GB" dirty="0"/>
              <a:t>Click to add subtitle</a:t>
            </a:r>
          </a:p>
        </p:txBody>
      </p:sp>
    </p:spTree>
    <p:extLst>
      <p:ext uri="{BB962C8B-B14F-4D97-AF65-F5344CB8AC3E}">
        <p14:creationId xmlns:p14="http://schemas.microsoft.com/office/powerpoint/2010/main" val="24301311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021E57"/>
        </a:solidFill>
        <a:effectLst/>
      </p:bgPr>
    </p:bg>
    <p:spTree>
      <p:nvGrpSpPr>
        <p:cNvPr id="1" name=""/>
        <p:cNvGrpSpPr/>
        <p:nvPr/>
      </p:nvGrpSpPr>
      <p:grpSpPr>
        <a:xfrm>
          <a:off x="0" y="0"/>
          <a:ext cx="0" cy="0"/>
          <a:chOff x="0" y="0"/>
          <a:chExt cx="0" cy="0"/>
        </a:xfrm>
      </p:grpSpPr>
      <p:sp>
        <p:nvSpPr>
          <p:cNvPr id="2" name="Date Placeholder 6" hidden="1">
            <a:extLst>
              <a:ext uri="{FF2B5EF4-FFF2-40B4-BE49-F238E27FC236}">
                <a16:creationId xmlns:a16="http://schemas.microsoft.com/office/drawing/2014/main" id="{379FFFE9-1688-42F0-FC08-A347C37995E8}"/>
              </a:ext>
            </a:extLst>
          </p:cNvPr>
          <p:cNvSpPr>
            <a:spLocks noGrp="1"/>
          </p:cNvSpPr>
          <p:nvPr>
            <p:ph type="dt" sz="half" idx="15"/>
          </p:nvPr>
        </p:nvSpPr>
        <p:spPr>
          <a:xfrm>
            <a:off x="0" y="6858000"/>
            <a:ext cx="0" cy="0"/>
          </a:xfrm>
          <a:prstGeom prst="rect">
            <a:avLst/>
          </a:prstGeom>
        </p:spPr>
        <p:txBody>
          <a:bodyPr/>
          <a:lstStyle>
            <a:lvl1pPr>
              <a:defRPr sz="133">
                <a:noFill/>
              </a:defRPr>
            </a:lvl1pPr>
          </a:lstStyle>
          <a:p>
            <a:fld id="{94204F1D-EDBC-435D-89D6-0C0D30125276}" type="datetime3">
              <a:rPr lang="en-GB" smtClean="0"/>
              <a:t>21 July, 2026</a:t>
            </a:fld>
            <a:endParaRPr lang="en-GB" dirty="0"/>
          </a:p>
        </p:txBody>
      </p:sp>
      <p:sp>
        <p:nvSpPr>
          <p:cNvPr id="5" name="Footer Placeholder 8" hidden="1">
            <a:extLst>
              <a:ext uri="{FF2B5EF4-FFF2-40B4-BE49-F238E27FC236}">
                <a16:creationId xmlns:a16="http://schemas.microsoft.com/office/drawing/2014/main" id="{5392CB50-E871-13B6-289A-0668DE38F55A}"/>
              </a:ext>
            </a:extLst>
          </p:cNvPr>
          <p:cNvSpPr>
            <a:spLocks noGrp="1"/>
          </p:cNvSpPr>
          <p:nvPr>
            <p:ph type="ftr" sz="quarter" idx="16"/>
          </p:nvPr>
        </p:nvSpPr>
        <p:spPr>
          <a:xfrm>
            <a:off x="0" y="6858000"/>
            <a:ext cx="0" cy="0"/>
          </a:xfrm>
          <a:prstGeom prst="rect">
            <a:avLst/>
          </a:prstGeom>
        </p:spPr>
        <p:txBody>
          <a:bodyPr/>
          <a:lstStyle>
            <a:lvl1pPr>
              <a:defRPr sz="133">
                <a:noFill/>
              </a:defRPr>
            </a:lvl1pPr>
          </a:lstStyle>
          <a:p>
            <a:r>
              <a:rPr lang="en-GB" dirty="0"/>
              <a:t>Confidential</a:t>
            </a:r>
          </a:p>
        </p:txBody>
      </p:sp>
      <p:sp>
        <p:nvSpPr>
          <p:cNvPr id="6" name="Slide Number Placeholder 10" hidden="1">
            <a:extLst>
              <a:ext uri="{FF2B5EF4-FFF2-40B4-BE49-F238E27FC236}">
                <a16:creationId xmlns:a16="http://schemas.microsoft.com/office/drawing/2014/main" id="{1A343501-C003-2B39-F59B-A84C9DF3DBF0}"/>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pic>
        <p:nvPicPr>
          <p:cNvPr id="4" name="Background picture" descr="Et billede, der indeholder Elektrisk blå, blå/nedtrykt, skærmbillede, Majorelle-blå&#10;&#10;AI-genereret indhold kan være ukorrekt.">
            <a:extLst>
              <a:ext uri="{FF2B5EF4-FFF2-40B4-BE49-F238E27FC236}">
                <a16:creationId xmlns:a16="http://schemas.microsoft.com/office/drawing/2014/main" id="{CF45B9EC-72CF-5907-BE36-1D20B0A1CB00}"/>
              </a:ext>
            </a:extLst>
          </p:cNvPr>
          <p:cNvPicPr>
            <a:picLocks noChangeAspect="1"/>
          </p:cNvPicPr>
          <p:nvPr userDrawn="1"/>
        </p:nvPicPr>
        <p:blipFill>
          <a:blip r:embed="rId2"/>
          <a:stretch>
            <a:fillRect/>
          </a:stretch>
        </p:blipFill>
        <p:spPr>
          <a:xfrm>
            <a:off x="231" y="0"/>
            <a:ext cx="12191539" cy="6858000"/>
          </a:xfrm>
          <a:prstGeom prst="rect">
            <a:avLst/>
          </a:prstGeom>
        </p:spPr>
      </p:pic>
      <p:pic>
        <p:nvPicPr>
          <p:cNvPr id="3" name="Logo tieto">
            <a:extLst>
              <a:ext uri="{FF2B5EF4-FFF2-40B4-BE49-F238E27FC236}">
                <a16:creationId xmlns:a16="http://schemas.microsoft.com/office/drawing/2014/main" id="{9636CE31-7661-46C6-D664-5D9485C1346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683004" y="5771156"/>
            <a:ext cx="2160522" cy="738000"/>
          </a:xfrm>
          <a:prstGeom prst="rect">
            <a:avLst/>
          </a:prstGeom>
        </p:spPr>
      </p:pic>
      <p:sp>
        <p:nvSpPr>
          <p:cNvPr id="33" name="Title 1">
            <a:extLst>
              <a:ext uri="{FF2B5EF4-FFF2-40B4-BE49-F238E27FC236}">
                <a16:creationId xmlns:a16="http://schemas.microsoft.com/office/drawing/2014/main" id="{C7D6CCA3-D98F-4E8C-B9B8-253423212EE6}"/>
              </a:ext>
            </a:extLst>
          </p:cNvPr>
          <p:cNvSpPr>
            <a:spLocks noGrp="1"/>
          </p:cNvSpPr>
          <p:nvPr>
            <p:ph type="ctrTitle" hasCustomPrompt="1"/>
          </p:nvPr>
        </p:nvSpPr>
        <p:spPr bwMode="white">
          <a:xfrm>
            <a:off x="345600" y="345600"/>
            <a:ext cx="6552000" cy="2746800"/>
          </a:xfrm>
        </p:spPr>
        <p:txBody>
          <a:bodyPr anchor="b"/>
          <a:lstStyle>
            <a:lvl1pPr algn="l">
              <a:defRPr sz="6000" b="0">
                <a:solidFill>
                  <a:schemeClr val="tx1"/>
                </a:solidFill>
              </a:defRPr>
            </a:lvl1pPr>
          </a:lstStyle>
          <a:p>
            <a:r>
              <a:rPr lang="en-GB" dirty="0"/>
              <a:t>Click to add title</a:t>
            </a:r>
          </a:p>
        </p:txBody>
      </p:sp>
      <p:sp>
        <p:nvSpPr>
          <p:cNvPr id="35" name="Subtitle 2">
            <a:extLst>
              <a:ext uri="{FF2B5EF4-FFF2-40B4-BE49-F238E27FC236}">
                <a16:creationId xmlns:a16="http://schemas.microsoft.com/office/drawing/2014/main" id="{466A57BE-C742-4942-BC2C-5CCB046B109C}"/>
              </a:ext>
            </a:extLst>
          </p:cNvPr>
          <p:cNvSpPr>
            <a:spLocks noGrp="1"/>
          </p:cNvSpPr>
          <p:nvPr>
            <p:ph type="subTitle" idx="1" hasCustomPrompt="1"/>
          </p:nvPr>
        </p:nvSpPr>
        <p:spPr bwMode="white">
          <a:xfrm>
            <a:off x="345599" y="3438000"/>
            <a:ext cx="6551999" cy="954000"/>
          </a:xfrm>
        </p:spPr>
        <p:txBody>
          <a:bodyPr>
            <a:noAutofit/>
          </a:bodyPr>
          <a:lstStyle>
            <a:lvl1pPr marL="0" indent="0" algn="l">
              <a:buNone/>
              <a:defRPr sz="2200" b="0">
                <a:solidFill>
                  <a:schemeClr val="tx1"/>
                </a:solidFill>
                <a:latin typeface="+mn-lt"/>
              </a:defRPr>
            </a:lvl1pPr>
            <a:lvl2pPr marL="0" indent="0" algn="l">
              <a:buNone/>
              <a:defRPr sz="2200">
                <a:solidFill>
                  <a:schemeClr val="tx1"/>
                </a:solidFill>
                <a:latin typeface="+mn-lt"/>
              </a:defRPr>
            </a:lvl2pPr>
            <a:lvl3pPr marL="0" indent="0" algn="l">
              <a:buNone/>
              <a:defRPr sz="2200">
                <a:solidFill>
                  <a:schemeClr val="tx1"/>
                </a:solidFill>
                <a:latin typeface="+mn-lt"/>
              </a:defRPr>
            </a:lvl3pPr>
            <a:lvl4pPr marL="0" indent="0" algn="l">
              <a:buNone/>
              <a:defRPr sz="2200">
                <a:solidFill>
                  <a:schemeClr val="tx1"/>
                </a:solidFill>
                <a:latin typeface="+mn-lt"/>
              </a:defRPr>
            </a:lvl4pPr>
            <a:lvl5pPr marL="0" indent="0" algn="l">
              <a:buNone/>
              <a:defRPr sz="2200">
                <a:solidFill>
                  <a:schemeClr val="tx1"/>
                </a:solidFill>
                <a:latin typeface="+mn-lt"/>
              </a:defRPr>
            </a:lvl5pPr>
            <a:lvl6pPr marL="0" indent="0" algn="l">
              <a:buNone/>
              <a:defRPr sz="2200">
                <a:solidFill>
                  <a:schemeClr val="tx1"/>
                </a:solidFill>
                <a:latin typeface="+mn-lt"/>
              </a:defRPr>
            </a:lvl6pPr>
            <a:lvl7pPr marL="0" indent="0" algn="l">
              <a:buNone/>
              <a:defRPr sz="2200">
                <a:solidFill>
                  <a:schemeClr val="tx1"/>
                </a:solidFill>
                <a:latin typeface="+mn-lt"/>
              </a:defRPr>
            </a:lvl7pPr>
            <a:lvl8pPr marL="0" indent="0" algn="l">
              <a:buNone/>
              <a:defRPr sz="2200">
                <a:solidFill>
                  <a:schemeClr val="tx1"/>
                </a:solidFill>
                <a:latin typeface="+mn-lt"/>
              </a:defRPr>
            </a:lvl8pPr>
            <a:lvl9pPr marL="0" indent="0" algn="l">
              <a:buNone/>
              <a:defRPr sz="2200">
                <a:solidFill>
                  <a:schemeClr val="tx1"/>
                </a:solidFill>
                <a:latin typeface="+mn-lt"/>
              </a:defRPr>
            </a:lvl9pPr>
          </a:lstStyle>
          <a:p>
            <a:r>
              <a:rPr lang="en-GB" dirty="0"/>
              <a:t>Click to add subtitle</a:t>
            </a:r>
          </a:p>
        </p:txBody>
      </p:sp>
    </p:spTree>
    <p:extLst>
      <p:ext uri="{BB962C8B-B14F-4D97-AF65-F5344CB8AC3E}">
        <p14:creationId xmlns:p14="http://schemas.microsoft.com/office/powerpoint/2010/main" val="42204741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Photo 1">
    <p:bg>
      <p:bgPr>
        <a:solidFill>
          <a:srgbClr val="021E57"/>
        </a:solidFill>
        <a:effectLst/>
      </p:bgPr>
    </p:bg>
    <p:spTree>
      <p:nvGrpSpPr>
        <p:cNvPr id="1" name=""/>
        <p:cNvGrpSpPr/>
        <p:nvPr/>
      </p:nvGrpSpPr>
      <p:grpSpPr>
        <a:xfrm>
          <a:off x="0" y="0"/>
          <a:ext cx="0" cy="0"/>
          <a:chOff x="0" y="0"/>
          <a:chExt cx="0" cy="0"/>
        </a:xfrm>
      </p:grpSpPr>
      <p:sp>
        <p:nvSpPr>
          <p:cNvPr id="4" name="Date Placeholder 6" hidden="1">
            <a:extLst>
              <a:ext uri="{FF2B5EF4-FFF2-40B4-BE49-F238E27FC236}">
                <a16:creationId xmlns:a16="http://schemas.microsoft.com/office/drawing/2014/main" id="{C27AEDC9-B5B6-56D7-2A92-3D2C38F34357}"/>
              </a:ext>
            </a:extLst>
          </p:cNvPr>
          <p:cNvSpPr>
            <a:spLocks noGrp="1"/>
          </p:cNvSpPr>
          <p:nvPr>
            <p:ph type="dt" sz="half" idx="15"/>
          </p:nvPr>
        </p:nvSpPr>
        <p:spPr>
          <a:xfrm>
            <a:off x="0" y="6858000"/>
            <a:ext cx="0" cy="0"/>
          </a:xfrm>
          <a:prstGeom prst="rect">
            <a:avLst/>
          </a:prstGeom>
        </p:spPr>
        <p:txBody>
          <a:bodyPr/>
          <a:lstStyle>
            <a:lvl1pPr>
              <a:defRPr sz="133">
                <a:noFill/>
              </a:defRPr>
            </a:lvl1pPr>
          </a:lstStyle>
          <a:p>
            <a:fld id="{8274FF40-49D1-40D3-8D4C-07A83CA8D416}" type="datetime3">
              <a:rPr lang="en-GB" smtClean="0"/>
              <a:t>21 July, 2026</a:t>
            </a:fld>
            <a:endParaRPr lang="en-GB" dirty="0"/>
          </a:p>
        </p:txBody>
      </p:sp>
      <p:sp>
        <p:nvSpPr>
          <p:cNvPr id="5" name="Footer Placeholder 8" hidden="1">
            <a:extLst>
              <a:ext uri="{FF2B5EF4-FFF2-40B4-BE49-F238E27FC236}">
                <a16:creationId xmlns:a16="http://schemas.microsoft.com/office/drawing/2014/main" id="{7011CDAF-C472-4011-66F1-EE8F4179A631}"/>
              </a:ext>
            </a:extLst>
          </p:cNvPr>
          <p:cNvSpPr>
            <a:spLocks noGrp="1"/>
          </p:cNvSpPr>
          <p:nvPr>
            <p:ph type="ftr" sz="quarter" idx="16"/>
          </p:nvPr>
        </p:nvSpPr>
        <p:spPr>
          <a:xfrm>
            <a:off x="0" y="6858000"/>
            <a:ext cx="0" cy="0"/>
          </a:xfrm>
          <a:prstGeom prst="rect">
            <a:avLst/>
          </a:prstGeom>
        </p:spPr>
        <p:txBody>
          <a:bodyPr/>
          <a:lstStyle>
            <a:lvl1pPr>
              <a:defRPr sz="133">
                <a:noFill/>
              </a:defRPr>
            </a:lvl1pPr>
          </a:lstStyle>
          <a:p>
            <a:r>
              <a:rPr lang="en-GB" dirty="0"/>
              <a:t>Confidential</a:t>
            </a:r>
          </a:p>
        </p:txBody>
      </p:sp>
      <p:sp>
        <p:nvSpPr>
          <p:cNvPr id="6" name="Slide Number Placeholder 10" hidden="1">
            <a:extLst>
              <a:ext uri="{FF2B5EF4-FFF2-40B4-BE49-F238E27FC236}">
                <a16:creationId xmlns:a16="http://schemas.microsoft.com/office/drawing/2014/main" id="{D23B2482-4B28-855E-A291-8CAE6F292449}"/>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10" name="Rectangle 9">
            <a:extLst>
              <a:ext uri="{FF2B5EF4-FFF2-40B4-BE49-F238E27FC236}">
                <a16:creationId xmlns:a16="http://schemas.microsoft.com/office/drawing/2014/main" id="{8B387E0D-B218-0FCD-04E8-3E46330A33D9}"/>
              </a:ext>
            </a:extLst>
          </p:cNvPr>
          <p:cNvSpPr/>
          <p:nvPr userDrawn="1"/>
        </p:nvSpPr>
        <p:spPr>
          <a:xfrm>
            <a:off x="7289317" y="0"/>
            <a:ext cx="490268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9" name="Picture Placeholder 8">
            <a:extLst>
              <a:ext uri="{FF2B5EF4-FFF2-40B4-BE49-F238E27FC236}">
                <a16:creationId xmlns:a16="http://schemas.microsoft.com/office/drawing/2014/main" id="{C6474245-6F11-647A-C136-F4F6506A3982}"/>
              </a:ext>
            </a:extLst>
          </p:cNvPr>
          <p:cNvSpPr>
            <a:spLocks noGrp="1"/>
          </p:cNvSpPr>
          <p:nvPr>
            <p:ph type="pic" sz="quarter" idx="14" hasCustomPrompt="1"/>
          </p:nvPr>
        </p:nvSpPr>
        <p:spPr>
          <a:xfrm>
            <a:off x="7246168" y="0"/>
            <a:ext cx="4948800" cy="6858000"/>
          </a:xfrm>
          <a:custGeom>
            <a:avLst/>
            <a:gdLst>
              <a:gd name="connsiteX0" fmla="*/ 3895412 w 4948800"/>
              <a:gd name="connsiteY0" fmla="*/ 5575243 h 6858000"/>
              <a:gd name="connsiteX1" fmla="*/ 4270977 w 4948800"/>
              <a:gd name="connsiteY1" fmla="*/ 5575243 h 6858000"/>
              <a:gd name="connsiteX2" fmla="*/ 4351465 w 4948800"/>
              <a:gd name="connsiteY2" fmla="*/ 5655677 h 6858000"/>
              <a:gd name="connsiteX3" fmla="*/ 4351465 w 4948800"/>
              <a:gd name="connsiteY3" fmla="*/ 6227641 h 6858000"/>
              <a:gd name="connsiteX4" fmla="*/ 4270977 w 4948800"/>
              <a:gd name="connsiteY4" fmla="*/ 6308075 h 6858000"/>
              <a:gd name="connsiteX5" fmla="*/ 3895412 w 4948800"/>
              <a:gd name="connsiteY5" fmla="*/ 6308075 h 6858000"/>
              <a:gd name="connsiteX6" fmla="*/ 3814945 w 4948800"/>
              <a:gd name="connsiteY6" fmla="*/ 6227641 h 6858000"/>
              <a:gd name="connsiteX7" fmla="*/ 3814945 w 4948800"/>
              <a:gd name="connsiteY7" fmla="*/ 5655677 h 6858000"/>
              <a:gd name="connsiteX8" fmla="*/ 3895412 w 4948800"/>
              <a:gd name="connsiteY8" fmla="*/ 5575243 h 6858000"/>
              <a:gd name="connsiteX9" fmla="*/ 1950562 w 4948800"/>
              <a:gd name="connsiteY9" fmla="*/ 5575243 h 6858000"/>
              <a:gd name="connsiteX10" fmla="*/ 2288119 w 4948800"/>
              <a:gd name="connsiteY10" fmla="*/ 5575243 h 6858000"/>
              <a:gd name="connsiteX11" fmla="*/ 2355183 w 4948800"/>
              <a:gd name="connsiteY11" fmla="*/ 5640037 h 6858000"/>
              <a:gd name="connsiteX12" fmla="*/ 2308239 w 4948800"/>
              <a:gd name="connsiteY12" fmla="*/ 5711532 h 6858000"/>
              <a:gd name="connsiteX13" fmla="*/ 1870086 w 4948800"/>
              <a:gd name="connsiteY13" fmla="*/ 5926019 h 6858000"/>
              <a:gd name="connsiteX14" fmla="*/ 1870086 w 4948800"/>
              <a:gd name="connsiteY14" fmla="*/ 5655677 h 6858000"/>
              <a:gd name="connsiteX15" fmla="*/ 1950562 w 4948800"/>
              <a:gd name="connsiteY15" fmla="*/ 5575243 h 6858000"/>
              <a:gd name="connsiteX16" fmla="*/ 1217329 w 4948800"/>
              <a:gd name="connsiteY16" fmla="*/ 5383099 h 6858000"/>
              <a:gd name="connsiteX17" fmla="*/ 1217329 w 4948800"/>
              <a:gd name="connsiteY17" fmla="*/ 6504687 h 6858000"/>
              <a:gd name="connsiteX18" fmla="*/ 1463231 w 4948800"/>
              <a:gd name="connsiteY18" fmla="*/ 6504687 h 6858000"/>
              <a:gd name="connsiteX19" fmla="*/ 1463231 w 4948800"/>
              <a:gd name="connsiteY19" fmla="*/ 5383099 h 6858000"/>
              <a:gd name="connsiteX20" fmla="*/ 3859658 w 4948800"/>
              <a:gd name="connsiteY20" fmla="*/ 5374162 h 6858000"/>
              <a:gd name="connsiteX21" fmla="*/ 3569052 w 4948800"/>
              <a:gd name="connsiteY21" fmla="*/ 5664614 h 6858000"/>
              <a:gd name="connsiteX22" fmla="*/ 3569052 w 4948800"/>
              <a:gd name="connsiteY22" fmla="*/ 6218705 h 6858000"/>
              <a:gd name="connsiteX23" fmla="*/ 3859658 w 4948800"/>
              <a:gd name="connsiteY23" fmla="*/ 6509156 h 6858000"/>
              <a:gd name="connsiteX24" fmla="*/ 4306751 w 4948800"/>
              <a:gd name="connsiteY24" fmla="*/ 6509156 h 6858000"/>
              <a:gd name="connsiteX25" fmla="*/ 4597358 w 4948800"/>
              <a:gd name="connsiteY25" fmla="*/ 6218705 h 6858000"/>
              <a:gd name="connsiteX26" fmla="*/ 4597358 w 4948800"/>
              <a:gd name="connsiteY26" fmla="*/ 5664614 h 6858000"/>
              <a:gd name="connsiteX27" fmla="*/ 4306751 w 4948800"/>
              <a:gd name="connsiteY27" fmla="*/ 5374162 h 6858000"/>
              <a:gd name="connsiteX28" fmla="*/ 1914795 w 4948800"/>
              <a:gd name="connsiteY28" fmla="*/ 5374162 h 6858000"/>
              <a:gd name="connsiteX29" fmla="*/ 1624185 w 4948800"/>
              <a:gd name="connsiteY29" fmla="*/ 5664614 h 6858000"/>
              <a:gd name="connsiteX30" fmla="*/ 1624185 w 4948800"/>
              <a:gd name="connsiteY30" fmla="*/ 6214236 h 6858000"/>
              <a:gd name="connsiteX31" fmla="*/ 1914795 w 4948800"/>
              <a:gd name="connsiteY31" fmla="*/ 6504687 h 6858000"/>
              <a:gd name="connsiteX32" fmla="*/ 2583193 w 4948800"/>
              <a:gd name="connsiteY32" fmla="*/ 6504687 h 6858000"/>
              <a:gd name="connsiteX33" fmla="*/ 2583193 w 4948800"/>
              <a:gd name="connsiteY33" fmla="*/ 6303606 h 6858000"/>
              <a:gd name="connsiteX34" fmla="*/ 1950562 w 4948800"/>
              <a:gd name="connsiteY34" fmla="*/ 6303606 h 6858000"/>
              <a:gd name="connsiteX35" fmla="*/ 1870086 w 4948800"/>
              <a:gd name="connsiteY35" fmla="*/ 6223174 h 6858000"/>
              <a:gd name="connsiteX36" fmla="*/ 1870086 w 4948800"/>
              <a:gd name="connsiteY36" fmla="*/ 6158380 h 6858000"/>
              <a:gd name="connsiteX37" fmla="*/ 2428953 w 4948800"/>
              <a:gd name="connsiteY37" fmla="*/ 5885804 h 6858000"/>
              <a:gd name="connsiteX38" fmla="*/ 2601091 w 4948800"/>
              <a:gd name="connsiteY38" fmla="*/ 5633335 h 6858000"/>
              <a:gd name="connsiteX39" fmla="*/ 2323885 w 4948800"/>
              <a:gd name="connsiteY39" fmla="*/ 5374162 h 6858000"/>
              <a:gd name="connsiteX40" fmla="*/ 2976634 w 4948800"/>
              <a:gd name="connsiteY40" fmla="*/ 5061369 h 6858000"/>
              <a:gd name="connsiteX41" fmla="*/ 2746394 w 4948800"/>
              <a:gd name="connsiteY41" fmla="*/ 5173081 h 6858000"/>
              <a:gd name="connsiteX42" fmla="*/ 2746394 w 4948800"/>
              <a:gd name="connsiteY42" fmla="*/ 6214236 h 6858000"/>
              <a:gd name="connsiteX43" fmla="*/ 3037000 w 4948800"/>
              <a:gd name="connsiteY43" fmla="*/ 6504687 h 6858000"/>
              <a:gd name="connsiteX44" fmla="*/ 3443849 w 4948800"/>
              <a:gd name="connsiteY44" fmla="*/ 6504687 h 6858000"/>
              <a:gd name="connsiteX45" fmla="*/ 3443849 w 4948800"/>
              <a:gd name="connsiteY45" fmla="*/ 6303606 h 6858000"/>
              <a:gd name="connsiteX46" fmla="*/ 3072775 w 4948800"/>
              <a:gd name="connsiteY46" fmla="*/ 6303606 h 6858000"/>
              <a:gd name="connsiteX47" fmla="*/ 2992287 w 4948800"/>
              <a:gd name="connsiteY47" fmla="*/ 6223174 h 6858000"/>
              <a:gd name="connsiteX48" fmla="*/ 2992287 w 4948800"/>
              <a:gd name="connsiteY48" fmla="*/ 5584182 h 6858000"/>
              <a:gd name="connsiteX49" fmla="*/ 3443849 w 4948800"/>
              <a:gd name="connsiteY49" fmla="*/ 5584182 h 6858000"/>
              <a:gd name="connsiteX50" fmla="*/ 3443849 w 4948800"/>
              <a:gd name="connsiteY50" fmla="*/ 5383099 h 6858000"/>
              <a:gd name="connsiteX51" fmla="*/ 2992287 w 4948800"/>
              <a:gd name="connsiteY51" fmla="*/ 5383099 h 6858000"/>
              <a:gd name="connsiteX52" fmla="*/ 2992287 w 4948800"/>
              <a:gd name="connsiteY52" fmla="*/ 5061369 h 6858000"/>
              <a:gd name="connsiteX53" fmla="*/ 1217329 w 4948800"/>
              <a:gd name="connsiteY53" fmla="*/ 5061369 h 6858000"/>
              <a:gd name="connsiteX54" fmla="*/ 1217329 w 4948800"/>
              <a:gd name="connsiteY54" fmla="*/ 5284792 h 6858000"/>
              <a:gd name="connsiteX55" fmla="*/ 1463231 w 4948800"/>
              <a:gd name="connsiteY55" fmla="*/ 5284792 h 6858000"/>
              <a:gd name="connsiteX56" fmla="*/ 1463231 w 4948800"/>
              <a:gd name="connsiteY56" fmla="*/ 5061369 h 6858000"/>
              <a:gd name="connsiteX57" fmla="*/ 589162 w 4948800"/>
              <a:gd name="connsiteY57" fmla="*/ 5061369 h 6858000"/>
              <a:gd name="connsiteX58" fmla="*/ 358909 w 4948800"/>
              <a:gd name="connsiteY58" fmla="*/ 5173081 h 6858000"/>
              <a:gd name="connsiteX59" fmla="*/ 358909 w 4948800"/>
              <a:gd name="connsiteY59" fmla="*/ 6214236 h 6858000"/>
              <a:gd name="connsiteX60" fmla="*/ 649520 w 4948800"/>
              <a:gd name="connsiteY60" fmla="*/ 6504687 h 6858000"/>
              <a:gd name="connsiteX61" fmla="*/ 1056375 w 4948800"/>
              <a:gd name="connsiteY61" fmla="*/ 6504687 h 6858000"/>
              <a:gd name="connsiteX62" fmla="*/ 1056375 w 4948800"/>
              <a:gd name="connsiteY62" fmla="*/ 6303606 h 6858000"/>
              <a:gd name="connsiteX63" fmla="*/ 685288 w 4948800"/>
              <a:gd name="connsiteY63" fmla="*/ 6303606 h 6858000"/>
              <a:gd name="connsiteX64" fmla="*/ 604810 w 4948800"/>
              <a:gd name="connsiteY64" fmla="*/ 6223174 h 6858000"/>
              <a:gd name="connsiteX65" fmla="*/ 604810 w 4948800"/>
              <a:gd name="connsiteY65" fmla="*/ 5584182 h 6858000"/>
              <a:gd name="connsiteX66" fmla="*/ 1056375 w 4948800"/>
              <a:gd name="connsiteY66" fmla="*/ 5584182 h 6858000"/>
              <a:gd name="connsiteX67" fmla="*/ 1056375 w 4948800"/>
              <a:gd name="connsiteY67" fmla="*/ 5383099 h 6858000"/>
              <a:gd name="connsiteX68" fmla="*/ 604810 w 4948800"/>
              <a:gd name="connsiteY68" fmla="*/ 5383099 h 6858000"/>
              <a:gd name="connsiteX69" fmla="*/ 604810 w 4948800"/>
              <a:gd name="connsiteY69" fmla="*/ 5061369 h 6858000"/>
              <a:gd name="connsiteX70" fmla="*/ 0 w 4948800"/>
              <a:gd name="connsiteY70" fmla="*/ 0 h 6858000"/>
              <a:gd name="connsiteX71" fmla="*/ 4948800 w 4948800"/>
              <a:gd name="connsiteY71" fmla="*/ 0 h 6858000"/>
              <a:gd name="connsiteX72" fmla="*/ 4948800 w 4948800"/>
              <a:gd name="connsiteY72" fmla="*/ 6858000 h 6858000"/>
              <a:gd name="connsiteX73" fmla="*/ 0 w 4948800"/>
              <a:gd name="connsiteY7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948800" h="6858000">
                <a:moveTo>
                  <a:pt x="3895412" y="5575243"/>
                </a:moveTo>
                <a:lnTo>
                  <a:pt x="4270977" y="5575243"/>
                </a:lnTo>
                <a:cubicBezTo>
                  <a:pt x="4320159" y="5575243"/>
                  <a:pt x="4351465" y="5606524"/>
                  <a:pt x="4351465" y="5655677"/>
                </a:cubicBezTo>
                <a:lnTo>
                  <a:pt x="4351465" y="6227641"/>
                </a:lnTo>
                <a:cubicBezTo>
                  <a:pt x="4351465" y="6276795"/>
                  <a:pt x="4320159" y="6308075"/>
                  <a:pt x="4270977" y="6308075"/>
                </a:cubicBezTo>
                <a:lnTo>
                  <a:pt x="3895412" y="6308075"/>
                </a:lnTo>
                <a:cubicBezTo>
                  <a:pt x="3846250" y="6308075"/>
                  <a:pt x="3814945" y="6276795"/>
                  <a:pt x="3814945" y="6227641"/>
                </a:cubicBezTo>
                <a:lnTo>
                  <a:pt x="3814945" y="5655677"/>
                </a:lnTo>
                <a:cubicBezTo>
                  <a:pt x="3814945" y="5606524"/>
                  <a:pt x="3846250" y="5575243"/>
                  <a:pt x="3895412" y="5575243"/>
                </a:cubicBezTo>
                <a:close/>
                <a:moveTo>
                  <a:pt x="1950562" y="5575243"/>
                </a:moveTo>
                <a:lnTo>
                  <a:pt x="2288119" y="5575243"/>
                </a:lnTo>
                <a:cubicBezTo>
                  <a:pt x="2332828" y="5575243"/>
                  <a:pt x="2355183" y="5602055"/>
                  <a:pt x="2355183" y="5640037"/>
                </a:cubicBezTo>
                <a:cubicBezTo>
                  <a:pt x="2355183" y="5680254"/>
                  <a:pt x="2337300" y="5695892"/>
                  <a:pt x="2308239" y="5711532"/>
                </a:cubicBezTo>
                <a:lnTo>
                  <a:pt x="1870086" y="5926019"/>
                </a:lnTo>
                <a:lnTo>
                  <a:pt x="1870086" y="5655677"/>
                </a:lnTo>
                <a:cubicBezTo>
                  <a:pt x="1870086" y="5606524"/>
                  <a:pt x="1901384" y="5575243"/>
                  <a:pt x="1950562" y="5575243"/>
                </a:cubicBezTo>
                <a:close/>
                <a:moveTo>
                  <a:pt x="1217329" y="5383099"/>
                </a:moveTo>
                <a:lnTo>
                  <a:pt x="1217329" y="6504687"/>
                </a:lnTo>
                <a:lnTo>
                  <a:pt x="1463231" y="6504687"/>
                </a:lnTo>
                <a:lnTo>
                  <a:pt x="1463231" y="5383099"/>
                </a:lnTo>
                <a:close/>
                <a:moveTo>
                  <a:pt x="3859658" y="5374162"/>
                </a:moveTo>
                <a:cubicBezTo>
                  <a:pt x="3694233" y="5374162"/>
                  <a:pt x="3569052" y="5499281"/>
                  <a:pt x="3569052" y="5664614"/>
                </a:cubicBezTo>
                <a:lnTo>
                  <a:pt x="3569052" y="6218705"/>
                </a:lnTo>
                <a:cubicBezTo>
                  <a:pt x="3569052" y="6384038"/>
                  <a:pt x="3694233" y="6509156"/>
                  <a:pt x="3859658" y="6509156"/>
                </a:cubicBezTo>
                <a:lnTo>
                  <a:pt x="4306751" y="6509156"/>
                </a:lnTo>
                <a:cubicBezTo>
                  <a:pt x="4472177" y="6509156"/>
                  <a:pt x="4597358" y="6384038"/>
                  <a:pt x="4597358" y="6218705"/>
                </a:cubicBezTo>
                <a:lnTo>
                  <a:pt x="4597358" y="5664614"/>
                </a:lnTo>
                <a:cubicBezTo>
                  <a:pt x="4597358" y="5499281"/>
                  <a:pt x="4472177" y="5374162"/>
                  <a:pt x="4306751" y="5374162"/>
                </a:cubicBezTo>
                <a:close/>
                <a:moveTo>
                  <a:pt x="1914795" y="5374162"/>
                </a:moveTo>
                <a:cubicBezTo>
                  <a:pt x="1749370" y="5374162"/>
                  <a:pt x="1624185" y="5499281"/>
                  <a:pt x="1624185" y="5664614"/>
                </a:cubicBezTo>
                <a:lnTo>
                  <a:pt x="1624185" y="6214236"/>
                </a:lnTo>
                <a:cubicBezTo>
                  <a:pt x="1624185" y="6379571"/>
                  <a:pt x="1749370" y="6504687"/>
                  <a:pt x="1914795" y="6504687"/>
                </a:cubicBezTo>
                <a:lnTo>
                  <a:pt x="2583193" y="6504687"/>
                </a:lnTo>
                <a:lnTo>
                  <a:pt x="2583193" y="6303606"/>
                </a:lnTo>
                <a:lnTo>
                  <a:pt x="1950562" y="6303606"/>
                </a:lnTo>
                <a:cubicBezTo>
                  <a:pt x="1901384" y="6303606"/>
                  <a:pt x="1870086" y="6272328"/>
                  <a:pt x="1870086" y="6223174"/>
                </a:cubicBezTo>
                <a:lnTo>
                  <a:pt x="1870086" y="6158380"/>
                </a:lnTo>
                <a:lnTo>
                  <a:pt x="2428953" y="5885804"/>
                </a:lnTo>
                <a:cubicBezTo>
                  <a:pt x="2558601" y="5823245"/>
                  <a:pt x="2601091" y="5751749"/>
                  <a:pt x="2601091" y="5633335"/>
                </a:cubicBezTo>
                <a:cubicBezTo>
                  <a:pt x="2601091" y="5494811"/>
                  <a:pt x="2500480" y="5374162"/>
                  <a:pt x="2323885" y="5374162"/>
                </a:cubicBezTo>
                <a:close/>
                <a:moveTo>
                  <a:pt x="2976634" y="5061369"/>
                </a:moveTo>
                <a:lnTo>
                  <a:pt x="2746394" y="5173081"/>
                </a:lnTo>
                <a:lnTo>
                  <a:pt x="2746394" y="6214236"/>
                </a:lnTo>
                <a:cubicBezTo>
                  <a:pt x="2746394" y="6384038"/>
                  <a:pt x="2867106" y="6504687"/>
                  <a:pt x="3037000" y="6504687"/>
                </a:cubicBezTo>
                <a:lnTo>
                  <a:pt x="3443849" y="6504687"/>
                </a:lnTo>
                <a:lnTo>
                  <a:pt x="3443849" y="6303606"/>
                </a:lnTo>
                <a:lnTo>
                  <a:pt x="3072775" y="6303606"/>
                </a:lnTo>
                <a:cubicBezTo>
                  <a:pt x="3023593" y="6303606"/>
                  <a:pt x="2992287" y="6272328"/>
                  <a:pt x="2992287" y="6223174"/>
                </a:cubicBezTo>
                <a:lnTo>
                  <a:pt x="2992287" y="5584182"/>
                </a:lnTo>
                <a:lnTo>
                  <a:pt x="3443849" y="5584182"/>
                </a:lnTo>
                <a:lnTo>
                  <a:pt x="3443849" y="5383099"/>
                </a:lnTo>
                <a:lnTo>
                  <a:pt x="2992287" y="5383099"/>
                </a:lnTo>
                <a:lnTo>
                  <a:pt x="2992287" y="5061369"/>
                </a:lnTo>
                <a:close/>
                <a:moveTo>
                  <a:pt x="1217329" y="5061369"/>
                </a:moveTo>
                <a:lnTo>
                  <a:pt x="1217329" y="5284792"/>
                </a:lnTo>
                <a:lnTo>
                  <a:pt x="1463231" y="5284792"/>
                </a:lnTo>
                <a:lnTo>
                  <a:pt x="1463231" y="5061369"/>
                </a:lnTo>
                <a:close/>
                <a:moveTo>
                  <a:pt x="589162" y="5061369"/>
                </a:moveTo>
                <a:lnTo>
                  <a:pt x="358909" y="5173081"/>
                </a:lnTo>
                <a:lnTo>
                  <a:pt x="358909" y="6214236"/>
                </a:lnTo>
                <a:cubicBezTo>
                  <a:pt x="358909" y="6384038"/>
                  <a:pt x="479624" y="6504687"/>
                  <a:pt x="649520" y="6504687"/>
                </a:cubicBezTo>
                <a:lnTo>
                  <a:pt x="1056375" y="6504687"/>
                </a:lnTo>
                <a:lnTo>
                  <a:pt x="1056375" y="6303606"/>
                </a:lnTo>
                <a:lnTo>
                  <a:pt x="685288" y="6303606"/>
                </a:lnTo>
                <a:cubicBezTo>
                  <a:pt x="636108" y="6303606"/>
                  <a:pt x="604810" y="6272328"/>
                  <a:pt x="604810" y="6223174"/>
                </a:cubicBezTo>
                <a:lnTo>
                  <a:pt x="604810" y="5584182"/>
                </a:lnTo>
                <a:lnTo>
                  <a:pt x="1056375" y="5584182"/>
                </a:lnTo>
                <a:lnTo>
                  <a:pt x="1056375" y="5383099"/>
                </a:lnTo>
                <a:lnTo>
                  <a:pt x="604810" y="5383099"/>
                </a:lnTo>
                <a:lnTo>
                  <a:pt x="604810" y="5061369"/>
                </a:lnTo>
                <a:close/>
                <a:moveTo>
                  <a:pt x="0" y="0"/>
                </a:moveTo>
                <a:lnTo>
                  <a:pt x="4948800" y="0"/>
                </a:lnTo>
                <a:lnTo>
                  <a:pt x="4948800" y="6858000"/>
                </a:lnTo>
                <a:lnTo>
                  <a:pt x="0" y="6858000"/>
                </a:lnTo>
                <a:close/>
              </a:path>
            </a:pathLst>
          </a:custGeom>
          <a:solidFill>
            <a:schemeClr val="tx1">
              <a:lumMod val="75000"/>
            </a:schemeClr>
          </a:solidFill>
        </p:spPr>
        <p:txBody>
          <a:bodyPr wrap="square" tIns="72000" anchor="t" anchorCtr="0">
            <a:noAutofit/>
          </a:bodyPr>
          <a:lstStyle>
            <a:lvl1pPr marL="0" indent="0" algn="ctr">
              <a:buNone/>
              <a:defRPr sz="1400">
                <a:solidFill>
                  <a:schemeClr val="tx1"/>
                </a:solidFill>
              </a:defRPr>
            </a:lvl1pPr>
          </a:lstStyle>
          <a:p>
            <a:r>
              <a:rPr lang="en-GB" dirty="0"/>
              <a:t>Click to add picture</a:t>
            </a:r>
          </a:p>
        </p:txBody>
      </p:sp>
      <p:sp>
        <p:nvSpPr>
          <p:cNvPr id="2" name="Title 1"/>
          <p:cNvSpPr>
            <a:spLocks noGrp="1"/>
          </p:cNvSpPr>
          <p:nvPr>
            <p:ph type="ctrTitle" hasCustomPrompt="1"/>
          </p:nvPr>
        </p:nvSpPr>
        <p:spPr>
          <a:xfrm>
            <a:off x="345600" y="345600"/>
            <a:ext cx="6555600" cy="2746800"/>
          </a:xfrm>
        </p:spPr>
        <p:txBody>
          <a:bodyPr anchor="b"/>
          <a:lstStyle>
            <a:lvl1pPr algn="l">
              <a:defRPr sz="6000" b="0">
                <a:solidFill>
                  <a:schemeClr val="tx1"/>
                </a:solidFill>
              </a:defRPr>
            </a:lvl1pPr>
          </a:lstStyle>
          <a:p>
            <a:r>
              <a:rPr lang="en-GB" dirty="0"/>
              <a:t>Click to add title</a:t>
            </a:r>
          </a:p>
        </p:txBody>
      </p:sp>
      <p:sp>
        <p:nvSpPr>
          <p:cNvPr id="3" name="Subtitle 2"/>
          <p:cNvSpPr>
            <a:spLocks noGrp="1"/>
          </p:cNvSpPr>
          <p:nvPr>
            <p:ph type="subTitle" idx="1" hasCustomPrompt="1"/>
          </p:nvPr>
        </p:nvSpPr>
        <p:spPr>
          <a:xfrm>
            <a:off x="345599" y="3438000"/>
            <a:ext cx="6555599" cy="954000"/>
          </a:xfrm>
        </p:spPr>
        <p:txBody>
          <a:bodyPr>
            <a:noAutofit/>
          </a:bodyPr>
          <a:lstStyle>
            <a:lvl1pPr marL="0" indent="0" algn="l">
              <a:buNone/>
              <a:defRPr sz="2200" b="0">
                <a:solidFill>
                  <a:schemeClr val="accent5"/>
                </a:solidFill>
              </a:defRPr>
            </a:lvl1pPr>
            <a:lvl2pPr marL="0" indent="0" algn="l">
              <a:buNone/>
              <a:defRPr sz="2200">
                <a:solidFill>
                  <a:schemeClr val="accent5"/>
                </a:solidFill>
                <a:latin typeface="+mn-lt"/>
              </a:defRPr>
            </a:lvl2pPr>
            <a:lvl3pPr marL="0" indent="0" algn="l">
              <a:buNone/>
              <a:defRPr sz="2200">
                <a:solidFill>
                  <a:schemeClr val="accent5"/>
                </a:solidFill>
                <a:latin typeface="+mn-lt"/>
              </a:defRPr>
            </a:lvl3pPr>
            <a:lvl4pPr marL="0" indent="0" algn="l">
              <a:buNone/>
              <a:defRPr sz="2200">
                <a:solidFill>
                  <a:schemeClr val="accent5"/>
                </a:solidFill>
                <a:latin typeface="+mn-lt"/>
              </a:defRPr>
            </a:lvl4pPr>
            <a:lvl5pPr marL="0" indent="0" algn="l">
              <a:buNone/>
              <a:defRPr sz="2200">
                <a:solidFill>
                  <a:schemeClr val="accent5"/>
                </a:solidFill>
                <a:latin typeface="+mn-lt"/>
              </a:defRPr>
            </a:lvl5pPr>
            <a:lvl6pPr marL="0" indent="0" algn="l">
              <a:buNone/>
              <a:defRPr sz="2200">
                <a:solidFill>
                  <a:schemeClr val="accent5"/>
                </a:solidFill>
                <a:latin typeface="+mn-lt"/>
              </a:defRPr>
            </a:lvl6pPr>
            <a:lvl7pPr marL="0" indent="0" algn="l">
              <a:buNone/>
              <a:defRPr sz="2200">
                <a:solidFill>
                  <a:schemeClr val="accent5"/>
                </a:solidFill>
                <a:latin typeface="+mn-lt"/>
              </a:defRPr>
            </a:lvl7pPr>
            <a:lvl8pPr marL="0" indent="0" algn="l">
              <a:buNone/>
              <a:defRPr sz="2200">
                <a:solidFill>
                  <a:schemeClr val="accent5"/>
                </a:solidFill>
                <a:latin typeface="+mn-lt"/>
              </a:defRPr>
            </a:lvl8pPr>
            <a:lvl9pPr marL="0" indent="0" algn="l">
              <a:buNone/>
              <a:defRPr sz="2200">
                <a:solidFill>
                  <a:schemeClr val="accent5"/>
                </a:solidFill>
                <a:latin typeface="+mn-lt"/>
              </a:defRPr>
            </a:lvl9pPr>
          </a:lstStyle>
          <a:p>
            <a:r>
              <a:rPr lang="en-GB" dirty="0"/>
              <a:t>Click to add subtitle</a:t>
            </a:r>
          </a:p>
        </p:txBody>
      </p:sp>
    </p:spTree>
    <p:extLst>
      <p:ext uri="{BB962C8B-B14F-4D97-AF65-F5344CB8AC3E}">
        <p14:creationId xmlns:p14="http://schemas.microsoft.com/office/powerpoint/2010/main" val="19200171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itle, Photo 2">
    <p:bg>
      <p:bgRef idx="1001">
        <a:schemeClr val="bg1"/>
      </p:bgRef>
    </p:bg>
    <p:spTree>
      <p:nvGrpSpPr>
        <p:cNvPr id="1" name=""/>
        <p:cNvGrpSpPr/>
        <p:nvPr/>
      </p:nvGrpSpPr>
      <p:grpSpPr>
        <a:xfrm>
          <a:off x="0" y="0"/>
          <a:ext cx="0" cy="0"/>
          <a:chOff x="0" y="0"/>
          <a:chExt cx="0" cy="0"/>
        </a:xfrm>
      </p:grpSpPr>
      <p:sp>
        <p:nvSpPr>
          <p:cNvPr id="4" name="Date Placeholder 6" hidden="1">
            <a:extLst>
              <a:ext uri="{FF2B5EF4-FFF2-40B4-BE49-F238E27FC236}">
                <a16:creationId xmlns:a16="http://schemas.microsoft.com/office/drawing/2014/main" id="{54141590-6CE9-4766-4C92-0D842FC64D15}"/>
              </a:ext>
            </a:extLst>
          </p:cNvPr>
          <p:cNvSpPr>
            <a:spLocks noGrp="1"/>
          </p:cNvSpPr>
          <p:nvPr>
            <p:ph type="dt" sz="half" idx="15"/>
          </p:nvPr>
        </p:nvSpPr>
        <p:spPr>
          <a:xfrm>
            <a:off x="0" y="6858000"/>
            <a:ext cx="0" cy="0"/>
          </a:xfrm>
          <a:prstGeom prst="rect">
            <a:avLst/>
          </a:prstGeom>
        </p:spPr>
        <p:txBody>
          <a:bodyPr/>
          <a:lstStyle>
            <a:lvl1pPr>
              <a:defRPr sz="133">
                <a:noFill/>
              </a:defRPr>
            </a:lvl1pPr>
          </a:lstStyle>
          <a:p>
            <a:fld id="{86444071-0D53-481A-B526-D90809E82A19}" type="datetime3">
              <a:rPr lang="en-GB" smtClean="0"/>
              <a:t>21 July, 2026</a:t>
            </a:fld>
            <a:endParaRPr lang="en-GB" dirty="0"/>
          </a:p>
        </p:txBody>
      </p:sp>
      <p:sp>
        <p:nvSpPr>
          <p:cNvPr id="5" name="Footer Placeholder 8" hidden="1">
            <a:extLst>
              <a:ext uri="{FF2B5EF4-FFF2-40B4-BE49-F238E27FC236}">
                <a16:creationId xmlns:a16="http://schemas.microsoft.com/office/drawing/2014/main" id="{103257A5-6253-8446-8F99-4FAC64067238}"/>
              </a:ext>
            </a:extLst>
          </p:cNvPr>
          <p:cNvSpPr>
            <a:spLocks noGrp="1"/>
          </p:cNvSpPr>
          <p:nvPr>
            <p:ph type="ftr" sz="quarter" idx="16"/>
          </p:nvPr>
        </p:nvSpPr>
        <p:spPr>
          <a:xfrm>
            <a:off x="0" y="6858000"/>
            <a:ext cx="0" cy="0"/>
          </a:xfrm>
          <a:prstGeom prst="rect">
            <a:avLst/>
          </a:prstGeom>
        </p:spPr>
        <p:txBody>
          <a:bodyPr/>
          <a:lstStyle>
            <a:lvl1pPr>
              <a:defRPr sz="133">
                <a:noFill/>
              </a:defRPr>
            </a:lvl1pPr>
          </a:lstStyle>
          <a:p>
            <a:r>
              <a:rPr lang="en-GB" dirty="0"/>
              <a:t>Confidential</a:t>
            </a:r>
          </a:p>
        </p:txBody>
      </p:sp>
      <p:sp>
        <p:nvSpPr>
          <p:cNvPr id="6" name="Slide Number Placeholder 10" hidden="1">
            <a:extLst>
              <a:ext uri="{FF2B5EF4-FFF2-40B4-BE49-F238E27FC236}">
                <a16:creationId xmlns:a16="http://schemas.microsoft.com/office/drawing/2014/main" id="{7D0B7340-368E-E4DB-23A2-414FEF302EFD}"/>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2" name="Rectangle 1">
            <a:extLst>
              <a:ext uri="{FF2B5EF4-FFF2-40B4-BE49-F238E27FC236}">
                <a16:creationId xmlns:a16="http://schemas.microsoft.com/office/drawing/2014/main" id="{E30CC86D-A9F1-4C7F-8A8B-0E2535F8A86C}"/>
              </a:ext>
            </a:extLst>
          </p:cNvPr>
          <p:cNvSpPr/>
          <p:nvPr userDrawn="1"/>
        </p:nvSpPr>
        <p:spPr>
          <a:xfrm>
            <a:off x="7289317" y="0"/>
            <a:ext cx="490268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3" name="Picture Placeholder 2">
            <a:extLst>
              <a:ext uri="{FF2B5EF4-FFF2-40B4-BE49-F238E27FC236}">
                <a16:creationId xmlns:a16="http://schemas.microsoft.com/office/drawing/2014/main" id="{078F6730-849B-5E93-DFBF-6223DC2A3944}"/>
              </a:ext>
            </a:extLst>
          </p:cNvPr>
          <p:cNvSpPr>
            <a:spLocks noGrp="1"/>
          </p:cNvSpPr>
          <p:nvPr>
            <p:ph type="pic" sz="quarter" idx="14" hasCustomPrompt="1"/>
          </p:nvPr>
        </p:nvSpPr>
        <p:spPr>
          <a:xfrm>
            <a:off x="7246168" y="0"/>
            <a:ext cx="4948800" cy="6858000"/>
          </a:xfrm>
          <a:custGeom>
            <a:avLst/>
            <a:gdLst>
              <a:gd name="connsiteX0" fmla="*/ 3895412 w 4948800"/>
              <a:gd name="connsiteY0" fmla="*/ 5575243 h 6858000"/>
              <a:gd name="connsiteX1" fmla="*/ 4270977 w 4948800"/>
              <a:gd name="connsiteY1" fmla="*/ 5575243 h 6858000"/>
              <a:gd name="connsiteX2" fmla="*/ 4351465 w 4948800"/>
              <a:gd name="connsiteY2" fmla="*/ 5655677 h 6858000"/>
              <a:gd name="connsiteX3" fmla="*/ 4351465 w 4948800"/>
              <a:gd name="connsiteY3" fmla="*/ 6227641 h 6858000"/>
              <a:gd name="connsiteX4" fmla="*/ 4270977 w 4948800"/>
              <a:gd name="connsiteY4" fmla="*/ 6308075 h 6858000"/>
              <a:gd name="connsiteX5" fmla="*/ 3895412 w 4948800"/>
              <a:gd name="connsiteY5" fmla="*/ 6308075 h 6858000"/>
              <a:gd name="connsiteX6" fmla="*/ 3814945 w 4948800"/>
              <a:gd name="connsiteY6" fmla="*/ 6227641 h 6858000"/>
              <a:gd name="connsiteX7" fmla="*/ 3814945 w 4948800"/>
              <a:gd name="connsiteY7" fmla="*/ 5655677 h 6858000"/>
              <a:gd name="connsiteX8" fmla="*/ 3895412 w 4948800"/>
              <a:gd name="connsiteY8" fmla="*/ 5575243 h 6858000"/>
              <a:gd name="connsiteX9" fmla="*/ 1950562 w 4948800"/>
              <a:gd name="connsiteY9" fmla="*/ 5575243 h 6858000"/>
              <a:gd name="connsiteX10" fmla="*/ 2288119 w 4948800"/>
              <a:gd name="connsiteY10" fmla="*/ 5575243 h 6858000"/>
              <a:gd name="connsiteX11" fmla="*/ 2355183 w 4948800"/>
              <a:gd name="connsiteY11" fmla="*/ 5640037 h 6858000"/>
              <a:gd name="connsiteX12" fmla="*/ 2308239 w 4948800"/>
              <a:gd name="connsiteY12" fmla="*/ 5711532 h 6858000"/>
              <a:gd name="connsiteX13" fmla="*/ 1870086 w 4948800"/>
              <a:gd name="connsiteY13" fmla="*/ 5926019 h 6858000"/>
              <a:gd name="connsiteX14" fmla="*/ 1870086 w 4948800"/>
              <a:gd name="connsiteY14" fmla="*/ 5655677 h 6858000"/>
              <a:gd name="connsiteX15" fmla="*/ 1950562 w 4948800"/>
              <a:gd name="connsiteY15" fmla="*/ 5575243 h 6858000"/>
              <a:gd name="connsiteX16" fmla="*/ 1217329 w 4948800"/>
              <a:gd name="connsiteY16" fmla="*/ 5383099 h 6858000"/>
              <a:gd name="connsiteX17" fmla="*/ 1217329 w 4948800"/>
              <a:gd name="connsiteY17" fmla="*/ 6504687 h 6858000"/>
              <a:gd name="connsiteX18" fmla="*/ 1463231 w 4948800"/>
              <a:gd name="connsiteY18" fmla="*/ 6504687 h 6858000"/>
              <a:gd name="connsiteX19" fmla="*/ 1463231 w 4948800"/>
              <a:gd name="connsiteY19" fmla="*/ 5383099 h 6858000"/>
              <a:gd name="connsiteX20" fmla="*/ 3859658 w 4948800"/>
              <a:gd name="connsiteY20" fmla="*/ 5374162 h 6858000"/>
              <a:gd name="connsiteX21" fmla="*/ 3569052 w 4948800"/>
              <a:gd name="connsiteY21" fmla="*/ 5664614 h 6858000"/>
              <a:gd name="connsiteX22" fmla="*/ 3569052 w 4948800"/>
              <a:gd name="connsiteY22" fmla="*/ 6218705 h 6858000"/>
              <a:gd name="connsiteX23" fmla="*/ 3859658 w 4948800"/>
              <a:gd name="connsiteY23" fmla="*/ 6509156 h 6858000"/>
              <a:gd name="connsiteX24" fmla="*/ 4306751 w 4948800"/>
              <a:gd name="connsiteY24" fmla="*/ 6509156 h 6858000"/>
              <a:gd name="connsiteX25" fmla="*/ 4597358 w 4948800"/>
              <a:gd name="connsiteY25" fmla="*/ 6218705 h 6858000"/>
              <a:gd name="connsiteX26" fmla="*/ 4597358 w 4948800"/>
              <a:gd name="connsiteY26" fmla="*/ 5664614 h 6858000"/>
              <a:gd name="connsiteX27" fmla="*/ 4306751 w 4948800"/>
              <a:gd name="connsiteY27" fmla="*/ 5374162 h 6858000"/>
              <a:gd name="connsiteX28" fmla="*/ 1914795 w 4948800"/>
              <a:gd name="connsiteY28" fmla="*/ 5374162 h 6858000"/>
              <a:gd name="connsiteX29" fmla="*/ 1624185 w 4948800"/>
              <a:gd name="connsiteY29" fmla="*/ 5664614 h 6858000"/>
              <a:gd name="connsiteX30" fmla="*/ 1624185 w 4948800"/>
              <a:gd name="connsiteY30" fmla="*/ 6214236 h 6858000"/>
              <a:gd name="connsiteX31" fmla="*/ 1914795 w 4948800"/>
              <a:gd name="connsiteY31" fmla="*/ 6504687 h 6858000"/>
              <a:gd name="connsiteX32" fmla="*/ 2583193 w 4948800"/>
              <a:gd name="connsiteY32" fmla="*/ 6504687 h 6858000"/>
              <a:gd name="connsiteX33" fmla="*/ 2583193 w 4948800"/>
              <a:gd name="connsiteY33" fmla="*/ 6303606 h 6858000"/>
              <a:gd name="connsiteX34" fmla="*/ 1950562 w 4948800"/>
              <a:gd name="connsiteY34" fmla="*/ 6303606 h 6858000"/>
              <a:gd name="connsiteX35" fmla="*/ 1870086 w 4948800"/>
              <a:gd name="connsiteY35" fmla="*/ 6223174 h 6858000"/>
              <a:gd name="connsiteX36" fmla="*/ 1870086 w 4948800"/>
              <a:gd name="connsiteY36" fmla="*/ 6158380 h 6858000"/>
              <a:gd name="connsiteX37" fmla="*/ 2428953 w 4948800"/>
              <a:gd name="connsiteY37" fmla="*/ 5885804 h 6858000"/>
              <a:gd name="connsiteX38" fmla="*/ 2601091 w 4948800"/>
              <a:gd name="connsiteY38" fmla="*/ 5633335 h 6858000"/>
              <a:gd name="connsiteX39" fmla="*/ 2323885 w 4948800"/>
              <a:gd name="connsiteY39" fmla="*/ 5374162 h 6858000"/>
              <a:gd name="connsiteX40" fmla="*/ 2976634 w 4948800"/>
              <a:gd name="connsiteY40" fmla="*/ 5061369 h 6858000"/>
              <a:gd name="connsiteX41" fmla="*/ 2746394 w 4948800"/>
              <a:gd name="connsiteY41" fmla="*/ 5173081 h 6858000"/>
              <a:gd name="connsiteX42" fmla="*/ 2746394 w 4948800"/>
              <a:gd name="connsiteY42" fmla="*/ 6214236 h 6858000"/>
              <a:gd name="connsiteX43" fmla="*/ 3037000 w 4948800"/>
              <a:gd name="connsiteY43" fmla="*/ 6504687 h 6858000"/>
              <a:gd name="connsiteX44" fmla="*/ 3443849 w 4948800"/>
              <a:gd name="connsiteY44" fmla="*/ 6504687 h 6858000"/>
              <a:gd name="connsiteX45" fmla="*/ 3443849 w 4948800"/>
              <a:gd name="connsiteY45" fmla="*/ 6303606 h 6858000"/>
              <a:gd name="connsiteX46" fmla="*/ 3072775 w 4948800"/>
              <a:gd name="connsiteY46" fmla="*/ 6303606 h 6858000"/>
              <a:gd name="connsiteX47" fmla="*/ 2992287 w 4948800"/>
              <a:gd name="connsiteY47" fmla="*/ 6223174 h 6858000"/>
              <a:gd name="connsiteX48" fmla="*/ 2992287 w 4948800"/>
              <a:gd name="connsiteY48" fmla="*/ 5584182 h 6858000"/>
              <a:gd name="connsiteX49" fmla="*/ 3443849 w 4948800"/>
              <a:gd name="connsiteY49" fmla="*/ 5584182 h 6858000"/>
              <a:gd name="connsiteX50" fmla="*/ 3443849 w 4948800"/>
              <a:gd name="connsiteY50" fmla="*/ 5383099 h 6858000"/>
              <a:gd name="connsiteX51" fmla="*/ 2992287 w 4948800"/>
              <a:gd name="connsiteY51" fmla="*/ 5383099 h 6858000"/>
              <a:gd name="connsiteX52" fmla="*/ 2992287 w 4948800"/>
              <a:gd name="connsiteY52" fmla="*/ 5061369 h 6858000"/>
              <a:gd name="connsiteX53" fmla="*/ 1217329 w 4948800"/>
              <a:gd name="connsiteY53" fmla="*/ 5061369 h 6858000"/>
              <a:gd name="connsiteX54" fmla="*/ 1217329 w 4948800"/>
              <a:gd name="connsiteY54" fmla="*/ 5284792 h 6858000"/>
              <a:gd name="connsiteX55" fmla="*/ 1463231 w 4948800"/>
              <a:gd name="connsiteY55" fmla="*/ 5284792 h 6858000"/>
              <a:gd name="connsiteX56" fmla="*/ 1463231 w 4948800"/>
              <a:gd name="connsiteY56" fmla="*/ 5061369 h 6858000"/>
              <a:gd name="connsiteX57" fmla="*/ 589162 w 4948800"/>
              <a:gd name="connsiteY57" fmla="*/ 5061369 h 6858000"/>
              <a:gd name="connsiteX58" fmla="*/ 358909 w 4948800"/>
              <a:gd name="connsiteY58" fmla="*/ 5173081 h 6858000"/>
              <a:gd name="connsiteX59" fmla="*/ 358909 w 4948800"/>
              <a:gd name="connsiteY59" fmla="*/ 6214236 h 6858000"/>
              <a:gd name="connsiteX60" fmla="*/ 649520 w 4948800"/>
              <a:gd name="connsiteY60" fmla="*/ 6504687 h 6858000"/>
              <a:gd name="connsiteX61" fmla="*/ 1056375 w 4948800"/>
              <a:gd name="connsiteY61" fmla="*/ 6504687 h 6858000"/>
              <a:gd name="connsiteX62" fmla="*/ 1056375 w 4948800"/>
              <a:gd name="connsiteY62" fmla="*/ 6303606 h 6858000"/>
              <a:gd name="connsiteX63" fmla="*/ 685288 w 4948800"/>
              <a:gd name="connsiteY63" fmla="*/ 6303606 h 6858000"/>
              <a:gd name="connsiteX64" fmla="*/ 604810 w 4948800"/>
              <a:gd name="connsiteY64" fmla="*/ 6223174 h 6858000"/>
              <a:gd name="connsiteX65" fmla="*/ 604810 w 4948800"/>
              <a:gd name="connsiteY65" fmla="*/ 5584182 h 6858000"/>
              <a:gd name="connsiteX66" fmla="*/ 1056375 w 4948800"/>
              <a:gd name="connsiteY66" fmla="*/ 5584182 h 6858000"/>
              <a:gd name="connsiteX67" fmla="*/ 1056375 w 4948800"/>
              <a:gd name="connsiteY67" fmla="*/ 5383099 h 6858000"/>
              <a:gd name="connsiteX68" fmla="*/ 604810 w 4948800"/>
              <a:gd name="connsiteY68" fmla="*/ 5383099 h 6858000"/>
              <a:gd name="connsiteX69" fmla="*/ 604810 w 4948800"/>
              <a:gd name="connsiteY69" fmla="*/ 5061369 h 6858000"/>
              <a:gd name="connsiteX70" fmla="*/ 0 w 4948800"/>
              <a:gd name="connsiteY70" fmla="*/ 0 h 6858000"/>
              <a:gd name="connsiteX71" fmla="*/ 4948800 w 4948800"/>
              <a:gd name="connsiteY71" fmla="*/ 0 h 6858000"/>
              <a:gd name="connsiteX72" fmla="*/ 4948800 w 4948800"/>
              <a:gd name="connsiteY72" fmla="*/ 6858000 h 6858000"/>
              <a:gd name="connsiteX73" fmla="*/ 0 w 4948800"/>
              <a:gd name="connsiteY7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4948800" h="6858000">
                <a:moveTo>
                  <a:pt x="3895412" y="5575243"/>
                </a:moveTo>
                <a:lnTo>
                  <a:pt x="4270977" y="5575243"/>
                </a:lnTo>
                <a:cubicBezTo>
                  <a:pt x="4320159" y="5575243"/>
                  <a:pt x="4351465" y="5606524"/>
                  <a:pt x="4351465" y="5655677"/>
                </a:cubicBezTo>
                <a:lnTo>
                  <a:pt x="4351465" y="6227641"/>
                </a:lnTo>
                <a:cubicBezTo>
                  <a:pt x="4351465" y="6276795"/>
                  <a:pt x="4320159" y="6308075"/>
                  <a:pt x="4270977" y="6308075"/>
                </a:cubicBezTo>
                <a:lnTo>
                  <a:pt x="3895412" y="6308075"/>
                </a:lnTo>
                <a:cubicBezTo>
                  <a:pt x="3846250" y="6308075"/>
                  <a:pt x="3814945" y="6276795"/>
                  <a:pt x="3814945" y="6227641"/>
                </a:cubicBezTo>
                <a:lnTo>
                  <a:pt x="3814945" y="5655677"/>
                </a:lnTo>
                <a:cubicBezTo>
                  <a:pt x="3814945" y="5606524"/>
                  <a:pt x="3846250" y="5575243"/>
                  <a:pt x="3895412" y="5575243"/>
                </a:cubicBezTo>
                <a:close/>
                <a:moveTo>
                  <a:pt x="1950562" y="5575243"/>
                </a:moveTo>
                <a:lnTo>
                  <a:pt x="2288119" y="5575243"/>
                </a:lnTo>
                <a:cubicBezTo>
                  <a:pt x="2332828" y="5575243"/>
                  <a:pt x="2355183" y="5602055"/>
                  <a:pt x="2355183" y="5640037"/>
                </a:cubicBezTo>
                <a:cubicBezTo>
                  <a:pt x="2355183" y="5680254"/>
                  <a:pt x="2337300" y="5695892"/>
                  <a:pt x="2308239" y="5711532"/>
                </a:cubicBezTo>
                <a:lnTo>
                  <a:pt x="1870086" y="5926019"/>
                </a:lnTo>
                <a:lnTo>
                  <a:pt x="1870086" y="5655677"/>
                </a:lnTo>
                <a:cubicBezTo>
                  <a:pt x="1870086" y="5606524"/>
                  <a:pt x="1901384" y="5575243"/>
                  <a:pt x="1950562" y="5575243"/>
                </a:cubicBezTo>
                <a:close/>
                <a:moveTo>
                  <a:pt x="1217329" y="5383099"/>
                </a:moveTo>
                <a:lnTo>
                  <a:pt x="1217329" y="6504687"/>
                </a:lnTo>
                <a:lnTo>
                  <a:pt x="1463231" y="6504687"/>
                </a:lnTo>
                <a:lnTo>
                  <a:pt x="1463231" y="5383099"/>
                </a:lnTo>
                <a:close/>
                <a:moveTo>
                  <a:pt x="3859658" y="5374162"/>
                </a:moveTo>
                <a:cubicBezTo>
                  <a:pt x="3694233" y="5374162"/>
                  <a:pt x="3569052" y="5499281"/>
                  <a:pt x="3569052" y="5664614"/>
                </a:cubicBezTo>
                <a:lnTo>
                  <a:pt x="3569052" y="6218705"/>
                </a:lnTo>
                <a:cubicBezTo>
                  <a:pt x="3569052" y="6384038"/>
                  <a:pt x="3694233" y="6509156"/>
                  <a:pt x="3859658" y="6509156"/>
                </a:cubicBezTo>
                <a:lnTo>
                  <a:pt x="4306751" y="6509156"/>
                </a:lnTo>
                <a:cubicBezTo>
                  <a:pt x="4472177" y="6509156"/>
                  <a:pt x="4597358" y="6384038"/>
                  <a:pt x="4597358" y="6218705"/>
                </a:cubicBezTo>
                <a:lnTo>
                  <a:pt x="4597358" y="5664614"/>
                </a:lnTo>
                <a:cubicBezTo>
                  <a:pt x="4597358" y="5499281"/>
                  <a:pt x="4472177" y="5374162"/>
                  <a:pt x="4306751" y="5374162"/>
                </a:cubicBezTo>
                <a:close/>
                <a:moveTo>
                  <a:pt x="1914795" y="5374162"/>
                </a:moveTo>
                <a:cubicBezTo>
                  <a:pt x="1749370" y="5374162"/>
                  <a:pt x="1624185" y="5499281"/>
                  <a:pt x="1624185" y="5664614"/>
                </a:cubicBezTo>
                <a:lnTo>
                  <a:pt x="1624185" y="6214236"/>
                </a:lnTo>
                <a:cubicBezTo>
                  <a:pt x="1624185" y="6379571"/>
                  <a:pt x="1749370" y="6504687"/>
                  <a:pt x="1914795" y="6504687"/>
                </a:cubicBezTo>
                <a:lnTo>
                  <a:pt x="2583193" y="6504687"/>
                </a:lnTo>
                <a:lnTo>
                  <a:pt x="2583193" y="6303606"/>
                </a:lnTo>
                <a:lnTo>
                  <a:pt x="1950562" y="6303606"/>
                </a:lnTo>
                <a:cubicBezTo>
                  <a:pt x="1901384" y="6303606"/>
                  <a:pt x="1870086" y="6272328"/>
                  <a:pt x="1870086" y="6223174"/>
                </a:cubicBezTo>
                <a:lnTo>
                  <a:pt x="1870086" y="6158380"/>
                </a:lnTo>
                <a:lnTo>
                  <a:pt x="2428953" y="5885804"/>
                </a:lnTo>
                <a:cubicBezTo>
                  <a:pt x="2558601" y="5823245"/>
                  <a:pt x="2601091" y="5751749"/>
                  <a:pt x="2601091" y="5633335"/>
                </a:cubicBezTo>
                <a:cubicBezTo>
                  <a:pt x="2601091" y="5494811"/>
                  <a:pt x="2500480" y="5374162"/>
                  <a:pt x="2323885" y="5374162"/>
                </a:cubicBezTo>
                <a:close/>
                <a:moveTo>
                  <a:pt x="2976634" y="5061369"/>
                </a:moveTo>
                <a:lnTo>
                  <a:pt x="2746394" y="5173081"/>
                </a:lnTo>
                <a:lnTo>
                  <a:pt x="2746394" y="6214236"/>
                </a:lnTo>
                <a:cubicBezTo>
                  <a:pt x="2746394" y="6384038"/>
                  <a:pt x="2867106" y="6504687"/>
                  <a:pt x="3037000" y="6504687"/>
                </a:cubicBezTo>
                <a:lnTo>
                  <a:pt x="3443849" y="6504687"/>
                </a:lnTo>
                <a:lnTo>
                  <a:pt x="3443849" y="6303606"/>
                </a:lnTo>
                <a:lnTo>
                  <a:pt x="3072775" y="6303606"/>
                </a:lnTo>
                <a:cubicBezTo>
                  <a:pt x="3023593" y="6303606"/>
                  <a:pt x="2992287" y="6272328"/>
                  <a:pt x="2992287" y="6223174"/>
                </a:cubicBezTo>
                <a:lnTo>
                  <a:pt x="2992287" y="5584182"/>
                </a:lnTo>
                <a:lnTo>
                  <a:pt x="3443849" y="5584182"/>
                </a:lnTo>
                <a:lnTo>
                  <a:pt x="3443849" y="5383099"/>
                </a:lnTo>
                <a:lnTo>
                  <a:pt x="2992287" y="5383099"/>
                </a:lnTo>
                <a:lnTo>
                  <a:pt x="2992287" y="5061369"/>
                </a:lnTo>
                <a:close/>
                <a:moveTo>
                  <a:pt x="1217329" y="5061369"/>
                </a:moveTo>
                <a:lnTo>
                  <a:pt x="1217329" y="5284792"/>
                </a:lnTo>
                <a:lnTo>
                  <a:pt x="1463231" y="5284792"/>
                </a:lnTo>
                <a:lnTo>
                  <a:pt x="1463231" y="5061369"/>
                </a:lnTo>
                <a:close/>
                <a:moveTo>
                  <a:pt x="589162" y="5061369"/>
                </a:moveTo>
                <a:lnTo>
                  <a:pt x="358909" y="5173081"/>
                </a:lnTo>
                <a:lnTo>
                  <a:pt x="358909" y="6214236"/>
                </a:lnTo>
                <a:cubicBezTo>
                  <a:pt x="358909" y="6384038"/>
                  <a:pt x="479624" y="6504687"/>
                  <a:pt x="649520" y="6504687"/>
                </a:cubicBezTo>
                <a:lnTo>
                  <a:pt x="1056375" y="6504687"/>
                </a:lnTo>
                <a:lnTo>
                  <a:pt x="1056375" y="6303606"/>
                </a:lnTo>
                <a:lnTo>
                  <a:pt x="685288" y="6303606"/>
                </a:lnTo>
                <a:cubicBezTo>
                  <a:pt x="636108" y="6303606"/>
                  <a:pt x="604810" y="6272328"/>
                  <a:pt x="604810" y="6223174"/>
                </a:cubicBezTo>
                <a:lnTo>
                  <a:pt x="604810" y="5584182"/>
                </a:lnTo>
                <a:lnTo>
                  <a:pt x="1056375" y="5584182"/>
                </a:lnTo>
                <a:lnTo>
                  <a:pt x="1056375" y="5383099"/>
                </a:lnTo>
                <a:lnTo>
                  <a:pt x="604810" y="5383099"/>
                </a:lnTo>
                <a:lnTo>
                  <a:pt x="604810" y="5061369"/>
                </a:lnTo>
                <a:close/>
                <a:moveTo>
                  <a:pt x="0" y="0"/>
                </a:moveTo>
                <a:lnTo>
                  <a:pt x="4948800" y="0"/>
                </a:lnTo>
                <a:lnTo>
                  <a:pt x="4948800" y="6858000"/>
                </a:lnTo>
                <a:lnTo>
                  <a:pt x="0" y="6858000"/>
                </a:lnTo>
                <a:close/>
              </a:path>
            </a:pathLst>
          </a:custGeom>
          <a:solidFill>
            <a:schemeClr val="bg1">
              <a:lumMod val="75000"/>
            </a:schemeClr>
          </a:solidFill>
        </p:spPr>
        <p:txBody>
          <a:bodyPr wrap="square" tIns="72000" anchor="t" anchorCtr="0">
            <a:noAutofit/>
          </a:bodyPr>
          <a:lstStyle>
            <a:lvl1pPr marL="0" indent="0" algn="ctr">
              <a:buNone/>
              <a:defRPr sz="1400">
                <a:solidFill>
                  <a:schemeClr val="bg1"/>
                </a:solidFill>
              </a:defRPr>
            </a:lvl1pPr>
          </a:lstStyle>
          <a:p>
            <a:r>
              <a:rPr lang="en-GB" dirty="0"/>
              <a:t>Click to add picture</a:t>
            </a:r>
          </a:p>
        </p:txBody>
      </p:sp>
      <p:sp>
        <p:nvSpPr>
          <p:cNvPr id="33" name="Title 1">
            <a:extLst>
              <a:ext uri="{FF2B5EF4-FFF2-40B4-BE49-F238E27FC236}">
                <a16:creationId xmlns:a16="http://schemas.microsoft.com/office/drawing/2014/main" id="{1053A396-A4E8-411D-9AC4-A95D53FA725A}"/>
              </a:ext>
            </a:extLst>
          </p:cNvPr>
          <p:cNvSpPr>
            <a:spLocks noGrp="1"/>
          </p:cNvSpPr>
          <p:nvPr>
            <p:ph type="ctrTitle" hasCustomPrompt="1"/>
          </p:nvPr>
        </p:nvSpPr>
        <p:spPr>
          <a:xfrm>
            <a:off x="345599" y="345600"/>
            <a:ext cx="6555600" cy="2746800"/>
          </a:xfrm>
        </p:spPr>
        <p:txBody>
          <a:bodyPr anchor="b"/>
          <a:lstStyle>
            <a:lvl1pPr algn="l">
              <a:defRPr sz="6000" b="0">
                <a:solidFill>
                  <a:schemeClr val="accent1"/>
                </a:solidFill>
              </a:defRPr>
            </a:lvl1pPr>
          </a:lstStyle>
          <a:p>
            <a:r>
              <a:rPr lang="en-GB" dirty="0"/>
              <a:t>Click to add title</a:t>
            </a:r>
          </a:p>
        </p:txBody>
      </p:sp>
      <p:sp>
        <p:nvSpPr>
          <p:cNvPr id="35" name="Subtitle 2">
            <a:extLst>
              <a:ext uri="{FF2B5EF4-FFF2-40B4-BE49-F238E27FC236}">
                <a16:creationId xmlns:a16="http://schemas.microsoft.com/office/drawing/2014/main" id="{0A3928A5-23A9-42AB-BE2A-254DDB2EE1F6}"/>
              </a:ext>
            </a:extLst>
          </p:cNvPr>
          <p:cNvSpPr>
            <a:spLocks noGrp="1"/>
          </p:cNvSpPr>
          <p:nvPr>
            <p:ph type="subTitle" idx="1" hasCustomPrompt="1"/>
          </p:nvPr>
        </p:nvSpPr>
        <p:spPr>
          <a:xfrm>
            <a:off x="345599" y="3438000"/>
            <a:ext cx="6555600" cy="954000"/>
          </a:xfrm>
        </p:spPr>
        <p:txBody>
          <a:bodyPr>
            <a:noAutofit/>
          </a:bodyPr>
          <a:lstStyle>
            <a:lvl1pPr marL="0" indent="0" algn="l">
              <a:buNone/>
              <a:defRPr sz="2200" b="0">
                <a:solidFill>
                  <a:schemeClr val="accent3"/>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GB" dirty="0"/>
              <a:t>Click to add subtitle</a:t>
            </a:r>
          </a:p>
        </p:txBody>
      </p:sp>
    </p:spTree>
    <p:extLst>
      <p:ext uri="{BB962C8B-B14F-4D97-AF65-F5344CB8AC3E}">
        <p14:creationId xmlns:p14="http://schemas.microsoft.com/office/powerpoint/2010/main" val="405299715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rgbClr val="021E57"/>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55AA8E6-7A46-4092-A3A7-300270FD1AF4}"/>
              </a:ext>
            </a:extLst>
          </p:cNvPr>
          <p:cNvSpPr>
            <a:spLocks noGrp="1"/>
          </p:cNvSpPr>
          <p:nvPr>
            <p:ph type="pic" sz="quarter" idx="13" hasCustomPrompt="1"/>
          </p:nvPr>
        </p:nvSpPr>
        <p:spPr>
          <a:xfrm>
            <a:off x="7822800" y="0"/>
            <a:ext cx="4370400" cy="6858000"/>
          </a:xfrm>
          <a:solidFill>
            <a:schemeClr val="tx1">
              <a:lumMod val="75000"/>
            </a:schemeClr>
          </a:solidFill>
        </p:spPr>
        <p:txBody>
          <a:bodyPr tIns="72000" anchor="t" anchorCtr="0"/>
          <a:lstStyle>
            <a:lvl1pPr marL="0" indent="0" algn="ctr">
              <a:buNone/>
              <a:defRPr>
                <a:solidFill>
                  <a:schemeClr val="tx1"/>
                </a:solidFill>
              </a:defRPr>
            </a:lvl1pPr>
          </a:lstStyle>
          <a:p>
            <a:pPr marL="0" marR="0" lvl="0" indent="0" algn="ctr"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picture</a:t>
            </a:r>
          </a:p>
        </p:txBody>
      </p:sp>
      <p:sp>
        <p:nvSpPr>
          <p:cNvPr id="2" name="Title 1"/>
          <p:cNvSpPr>
            <a:spLocks noGrp="1"/>
          </p:cNvSpPr>
          <p:nvPr>
            <p:ph type="title" hasCustomPrompt="1"/>
          </p:nvPr>
        </p:nvSpPr>
        <p:spPr>
          <a:xfrm>
            <a:off x="345600" y="1320800"/>
            <a:ext cx="6901200" cy="4218678"/>
          </a:xfrm>
        </p:spPr>
        <p:txBody>
          <a:bodyPr anchor="ctr"/>
          <a:lstStyle>
            <a:lvl1pPr>
              <a:defRPr sz="4800">
                <a:solidFill>
                  <a:schemeClr val="accent4"/>
                </a:solidFill>
              </a:defRPr>
            </a:lvl1pPr>
          </a:lstStyle>
          <a:p>
            <a:r>
              <a:rPr lang="en-GB" dirty="0"/>
              <a:t>Click to add chapter number and title</a:t>
            </a:r>
          </a:p>
        </p:txBody>
      </p:sp>
      <p:sp>
        <p:nvSpPr>
          <p:cNvPr id="4" name="tieto logo">
            <a:extLst>
              <a:ext uri="{FF2B5EF4-FFF2-40B4-BE49-F238E27FC236}">
                <a16:creationId xmlns:a16="http://schemas.microsoft.com/office/drawing/2014/main" id="{8B7E46C1-02FB-11DC-CF89-A81883328EB3}"/>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6" name="Date Placeholder 5" hidden="1">
            <a:extLst>
              <a:ext uri="{FF2B5EF4-FFF2-40B4-BE49-F238E27FC236}">
                <a16:creationId xmlns:a16="http://schemas.microsoft.com/office/drawing/2014/main" id="{AC11633C-2277-7305-02D3-34F4B8653A76}"/>
              </a:ext>
            </a:extLst>
          </p:cNvPr>
          <p:cNvSpPr>
            <a:spLocks noGrp="1"/>
          </p:cNvSpPr>
          <p:nvPr>
            <p:ph type="dt" sz="half" idx="17"/>
          </p:nvPr>
        </p:nvSpPr>
        <p:spPr/>
        <p:txBody>
          <a:bodyPr/>
          <a:lstStyle>
            <a:lvl1pPr>
              <a:defRPr>
                <a:solidFill>
                  <a:schemeClr val="bg1"/>
                </a:solidFill>
              </a:defRPr>
            </a:lvl1pPr>
          </a:lstStyle>
          <a:p>
            <a:fld id="{E8C192D9-9AF6-430D-9C03-B60774BEE0D9}" type="datetime3">
              <a:rPr lang="en-GB" smtClean="0"/>
              <a:t>21 July, 2026</a:t>
            </a:fld>
            <a:endParaRPr lang="en-GB" dirty="0"/>
          </a:p>
        </p:txBody>
      </p:sp>
      <p:sp>
        <p:nvSpPr>
          <p:cNvPr id="10" name="Footer Placeholder 9">
            <a:extLst>
              <a:ext uri="{FF2B5EF4-FFF2-40B4-BE49-F238E27FC236}">
                <a16:creationId xmlns:a16="http://schemas.microsoft.com/office/drawing/2014/main" id="{0063ADA8-5C3F-957D-6544-90E7EB09C56D}"/>
              </a:ext>
            </a:extLst>
          </p:cNvPr>
          <p:cNvSpPr>
            <a:spLocks noGrp="1"/>
          </p:cNvSpPr>
          <p:nvPr>
            <p:ph type="ftr" sz="quarter" idx="18"/>
          </p:nvPr>
        </p:nvSpPr>
        <p:spPr/>
        <p:txBody>
          <a:bodyPr/>
          <a:lstStyle>
            <a:lvl1pPr>
              <a:defRPr>
                <a:solidFill>
                  <a:schemeClr val="accent6">
                    <a:lumMod val="60000"/>
                    <a:lumOff val="40000"/>
                  </a:schemeClr>
                </a:solidFill>
              </a:defRPr>
            </a:lvl1pPr>
          </a:lstStyle>
          <a:p>
            <a:r>
              <a:rPr lang="en-GB" dirty="0"/>
              <a:t>Confidential</a:t>
            </a:r>
          </a:p>
        </p:txBody>
      </p:sp>
      <p:sp>
        <p:nvSpPr>
          <p:cNvPr id="9" name="Slide Number Placeholder 8">
            <a:extLst>
              <a:ext uri="{FF2B5EF4-FFF2-40B4-BE49-F238E27FC236}">
                <a16:creationId xmlns:a16="http://schemas.microsoft.com/office/drawing/2014/main" id="{D84E51D5-29C6-C233-A237-609421AEABC2}"/>
              </a:ext>
            </a:extLst>
          </p:cNvPr>
          <p:cNvSpPr>
            <a:spLocks noGrp="1"/>
          </p:cNvSpPr>
          <p:nvPr>
            <p:ph type="sldNum" sz="quarter" idx="16"/>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17069353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4564" userDrawn="1">
          <p15:clr>
            <a:srgbClr val="A4A3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955AA8E6-7A46-4092-A3A7-300270FD1AF4}"/>
              </a:ext>
            </a:extLst>
          </p:cNvPr>
          <p:cNvSpPr>
            <a:spLocks noGrp="1"/>
          </p:cNvSpPr>
          <p:nvPr>
            <p:ph type="pic" sz="quarter" idx="13" hasCustomPrompt="1"/>
          </p:nvPr>
        </p:nvSpPr>
        <p:spPr>
          <a:xfrm>
            <a:off x="7822800" y="0"/>
            <a:ext cx="4370400" cy="6858000"/>
          </a:xfrm>
          <a:solidFill>
            <a:schemeClr val="bg1">
              <a:lumMod val="75000"/>
            </a:schemeClr>
          </a:solidFill>
        </p:spPr>
        <p:txBody>
          <a:bodyPr tIns="72000" anchor="t" anchorCtr="0"/>
          <a:lstStyle>
            <a:lvl1pPr marL="0" indent="0" algn="ctr">
              <a:buNone/>
              <a:defRPr>
                <a:solidFill>
                  <a:schemeClr val="bg1"/>
                </a:solidFill>
              </a:defRPr>
            </a:lvl1pPr>
          </a:lstStyle>
          <a:p>
            <a:pPr marL="0" marR="0" lvl="0" indent="0" algn="ctr" defTabSz="914377" rtl="0" eaLnBrk="1" fontAlgn="auto" latinLnBrk="0" hangingPunct="1">
              <a:lnSpc>
                <a:spcPct val="88000"/>
              </a:lnSpc>
              <a:spcBef>
                <a:spcPts val="2133"/>
              </a:spcBef>
              <a:spcAft>
                <a:spcPts val="0"/>
              </a:spcAft>
              <a:buClrTx/>
              <a:buSzTx/>
              <a:buFont typeface="Arial" panose="020B0604020202020204" pitchFamily="34" charset="0"/>
              <a:buNone/>
              <a:tabLst/>
              <a:defRPr/>
            </a:pPr>
            <a:r>
              <a:rPr lang="en-GB" dirty="0"/>
              <a:t>Click to add picture</a:t>
            </a:r>
          </a:p>
        </p:txBody>
      </p:sp>
      <p:sp>
        <p:nvSpPr>
          <p:cNvPr id="2" name="Title 1"/>
          <p:cNvSpPr>
            <a:spLocks noGrp="1"/>
          </p:cNvSpPr>
          <p:nvPr>
            <p:ph type="title" hasCustomPrompt="1"/>
          </p:nvPr>
        </p:nvSpPr>
        <p:spPr>
          <a:xfrm>
            <a:off x="345600" y="1320800"/>
            <a:ext cx="6901200" cy="4220000"/>
          </a:xfrm>
        </p:spPr>
        <p:txBody>
          <a:bodyPr anchor="ctr"/>
          <a:lstStyle>
            <a:lvl1pPr>
              <a:defRPr sz="4800">
                <a:solidFill>
                  <a:schemeClr val="accent3"/>
                </a:solidFill>
              </a:defRPr>
            </a:lvl1pPr>
          </a:lstStyle>
          <a:p>
            <a:r>
              <a:rPr lang="en-GB" dirty="0"/>
              <a:t>Click to add chapter number and title</a:t>
            </a:r>
          </a:p>
        </p:txBody>
      </p:sp>
      <p:sp>
        <p:nvSpPr>
          <p:cNvPr id="3" name="tieto logo">
            <a:extLst>
              <a:ext uri="{FF2B5EF4-FFF2-40B4-BE49-F238E27FC236}">
                <a16:creationId xmlns:a16="http://schemas.microsoft.com/office/drawing/2014/main" id="{93479982-A94A-1A08-2EAE-8547919BDD8E}"/>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tx1"/>
          </a:solidFill>
          <a:ln w="302" cap="flat">
            <a:noFill/>
            <a:prstDash val="solid"/>
            <a:miter/>
          </a:ln>
        </p:spPr>
        <p:txBody>
          <a:bodyPr/>
          <a:lstStyle/>
          <a:p>
            <a:endParaRPr lang="en-GB" dirty="0"/>
          </a:p>
        </p:txBody>
      </p:sp>
      <p:sp>
        <p:nvSpPr>
          <p:cNvPr id="5" name="Date Placeholder 4" hidden="1">
            <a:extLst>
              <a:ext uri="{FF2B5EF4-FFF2-40B4-BE49-F238E27FC236}">
                <a16:creationId xmlns:a16="http://schemas.microsoft.com/office/drawing/2014/main" id="{6C3C31F9-C54F-9881-F853-E0BDBC0CB6D8}"/>
              </a:ext>
            </a:extLst>
          </p:cNvPr>
          <p:cNvSpPr>
            <a:spLocks noGrp="1"/>
          </p:cNvSpPr>
          <p:nvPr>
            <p:ph type="dt" sz="half" idx="17"/>
          </p:nvPr>
        </p:nvSpPr>
        <p:spPr/>
        <p:txBody>
          <a:bodyPr/>
          <a:lstStyle>
            <a:lvl1pPr>
              <a:defRPr>
                <a:solidFill>
                  <a:schemeClr val="bg1"/>
                </a:solidFill>
              </a:defRPr>
            </a:lvl1pPr>
          </a:lstStyle>
          <a:p>
            <a:fld id="{8969FF24-5711-4A28-8534-5F1A3420B45C}" type="datetime3">
              <a:rPr lang="en-GB" smtClean="0"/>
              <a:t>21 July, 2026</a:t>
            </a:fld>
            <a:endParaRPr lang="en-GB" dirty="0"/>
          </a:p>
        </p:txBody>
      </p:sp>
      <p:sp>
        <p:nvSpPr>
          <p:cNvPr id="6" name="Footer Placeholder 5">
            <a:extLst>
              <a:ext uri="{FF2B5EF4-FFF2-40B4-BE49-F238E27FC236}">
                <a16:creationId xmlns:a16="http://schemas.microsoft.com/office/drawing/2014/main" id="{A270EAFE-D840-3B67-2336-E8E185EDD019}"/>
              </a:ext>
            </a:extLst>
          </p:cNvPr>
          <p:cNvSpPr>
            <a:spLocks noGrp="1"/>
          </p:cNvSpPr>
          <p:nvPr>
            <p:ph type="ftr" sz="quarter" idx="18"/>
          </p:nvPr>
        </p:nvSpPr>
        <p:spPr/>
        <p:txBody>
          <a:bodyPr/>
          <a:lstStyle>
            <a:lvl1pPr>
              <a:defRPr>
                <a:solidFill>
                  <a:schemeClr val="tx1"/>
                </a:solidFill>
              </a:defRPr>
            </a:lvl1pPr>
          </a:lstStyle>
          <a:p>
            <a:r>
              <a:rPr lang="en-GB" dirty="0"/>
              <a:t>Confidential</a:t>
            </a:r>
          </a:p>
        </p:txBody>
      </p:sp>
      <p:sp>
        <p:nvSpPr>
          <p:cNvPr id="11" name="Slide Number Placeholder 10">
            <a:extLst>
              <a:ext uri="{FF2B5EF4-FFF2-40B4-BE49-F238E27FC236}">
                <a16:creationId xmlns:a16="http://schemas.microsoft.com/office/drawing/2014/main" id="{177B913B-5855-3C5E-6DB4-F816C4BD4FAC}"/>
              </a:ext>
            </a:extLst>
          </p:cNvPr>
          <p:cNvSpPr>
            <a:spLocks noGrp="1"/>
          </p:cNvSpPr>
          <p:nvPr>
            <p:ph type="sldNum" sz="quarter" idx="16"/>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100082856"/>
      </p:ext>
    </p:extLst>
  </p:cSld>
  <p:clrMapOvr>
    <a:masterClrMapping/>
  </p:clrMapOvr>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rgbClr val="021E57"/>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1" y="2469092"/>
            <a:ext cx="4405788" cy="1919817"/>
          </a:xfrm>
        </p:spPr>
        <p:txBody>
          <a:bodyPr anchor="ctr"/>
          <a:lstStyle>
            <a:lvl1pPr>
              <a:defRPr sz="3600">
                <a:solidFill>
                  <a:schemeClr val="tx1"/>
                </a:solidFill>
              </a:defRPr>
            </a:lvl1pPr>
          </a:lstStyle>
          <a:p>
            <a:r>
              <a:rPr lang="en-GB" dirty="0"/>
              <a:t>Click to add title for example Agenda</a:t>
            </a:r>
          </a:p>
        </p:txBody>
      </p:sp>
      <p:sp>
        <p:nvSpPr>
          <p:cNvPr id="4" name="Content Placeholder 6">
            <a:extLst>
              <a:ext uri="{FF2B5EF4-FFF2-40B4-BE49-F238E27FC236}">
                <a16:creationId xmlns:a16="http://schemas.microsoft.com/office/drawing/2014/main" id="{6BEAFDE7-74A2-96A9-1EF8-4F34AAA05882}"/>
              </a:ext>
            </a:extLst>
          </p:cNvPr>
          <p:cNvSpPr>
            <a:spLocks noGrp="1"/>
          </p:cNvSpPr>
          <p:nvPr>
            <p:ph sz="quarter" idx="17" hasCustomPrompt="1"/>
          </p:nvPr>
        </p:nvSpPr>
        <p:spPr>
          <a:xfrm>
            <a:off x="5183718" y="344488"/>
            <a:ext cx="4368799" cy="6169024"/>
          </a:xfrm>
        </p:spPr>
        <p:txBody>
          <a:bodyPr anchor="ctr" anchorCtr="0">
            <a:noAutofit/>
          </a:bodyPr>
          <a:lstStyle>
            <a:lvl1pPr marL="320400" indent="-320400">
              <a:buClr>
                <a:schemeClr val="accent5"/>
              </a:buClr>
              <a:buFont typeface="+mj-lt"/>
              <a:buAutoNum type="arabicPeriod"/>
              <a:defRPr sz="1400">
                <a:solidFill>
                  <a:schemeClr val="tx1"/>
                </a:solidFill>
                <a:latin typeface="+mn-lt"/>
              </a:defRPr>
            </a:lvl1pPr>
            <a:lvl2pPr marL="543600">
              <a:buClr>
                <a:schemeClr val="accent5"/>
              </a:buClr>
              <a:buFont typeface="+mj-lt"/>
              <a:buAutoNum type="arabicPeriod"/>
              <a:defRPr sz="1400">
                <a:solidFill>
                  <a:schemeClr val="tx1"/>
                </a:solidFill>
                <a:latin typeface="+mn-lt"/>
              </a:defRPr>
            </a:lvl2pPr>
            <a:lvl3pPr>
              <a:buClr>
                <a:schemeClr val="accent5"/>
              </a:buClr>
              <a:buFont typeface="+mj-lt"/>
              <a:buAutoNum type="arabicPeriod"/>
              <a:defRPr sz="1400">
                <a:solidFill>
                  <a:schemeClr val="tx1"/>
                </a:solidFill>
                <a:latin typeface="+mn-lt"/>
              </a:defRPr>
            </a:lvl3pPr>
            <a:lvl4pPr marL="921600" indent="-230400">
              <a:buClr>
                <a:schemeClr val="accent5"/>
              </a:buClr>
              <a:buFont typeface="+mj-lt"/>
              <a:buAutoNum type="arabicPeriod"/>
              <a:defRPr sz="1400">
                <a:solidFill>
                  <a:schemeClr val="tx1"/>
                </a:solidFill>
                <a:latin typeface="+mn-lt"/>
              </a:defRPr>
            </a:lvl4pPr>
            <a:lvl5pPr marL="1152000" indent="-230400">
              <a:buClr>
                <a:schemeClr val="accent5"/>
              </a:buClr>
              <a:buFont typeface="+mj-lt"/>
              <a:buAutoNum type="arabicPeriod"/>
              <a:defRPr sz="1400">
                <a:solidFill>
                  <a:schemeClr val="tx1"/>
                </a:solidFill>
                <a:latin typeface="+mn-lt"/>
              </a:defRPr>
            </a:lvl5pPr>
            <a:lvl6pPr marL="1152000" indent="-230400">
              <a:buClr>
                <a:schemeClr val="accent5"/>
              </a:buClr>
              <a:buFont typeface="+mj-lt"/>
              <a:buAutoNum type="arabicPeriod"/>
              <a:defRPr sz="1400">
                <a:solidFill>
                  <a:schemeClr val="tx1"/>
                </a:solidFill>
                <a:latin typeface="+mn-lt"/>
              </a:defRPr>
            </a:lvl6pPr>
            <a:lvl7pPr marL="1152000" indent="-230400">
              <a:buClr>
                <a:schemeClr val="accent5"/>
              </a:buClr>
              <a:buFont typeface="+mj-lt"/>
              <a:buAutoNum type="arabicPeriod"/>
              <a:defRPr sz="1400">
                <a:solidFill>
                  <a:schemeClr val="tx1"/>
                </a:solidFill>
                <a:latin typeface="+mn-lt"/>
              </a:defRPr>
            </a:lvl7pPr>
            <a:lvl8pPr marL="1152000" indent="-230400">
              <a:buClr>
                <a:schemeClr val="accent5"/>
              </a:buClr>
              <a:buFont typeface="+mj-lt"/>
              <a:buAutoNum type="arabicPeriod"/>
              <a:defRPr sz="1400">
                <a:solidFill>
                  <a:schemeClr val="tx1"/>
                </a:solidFill>
                <a:latin typeface="+mn-lt"/>
              </a:defRPr>
            </a:lvl8pPr>
            <a:lvl9pPr marL="1152000" indent="-230400">
              <a:buClr>
                <a:schemeClr val="accent5"/>
              </a:buClr>
              <a:buFont typeface="+mj-lt"/>
              <a:buAutoNum type="arabicPeriod"/>
              <a:defRPr sz="1400">
                <a:solidFill>
                  <a:schemeClr val="tx1"/>
                </a:solidFill>
                <a:latin typeface="+mn-lt"/>
              </a:defRPr>
            </a:lvl9pPr>
          </a:lstStyle>
          <a:p>
            <a:pPr lvl="0"/>
            <a:r>
              <a:rPr lang="en-GB" dirty="0"/>
              <a:t>Click to add text</a:t>
            </a:r>
          </a:p>
        </p:txBody>
      </p:sp>
      <p:sp>
        <p:nvSpPr>
          <p:cNvPr id="5" name="tieto logo">
            <a:extLst>
              <a:ext uri="{FF2B5EF4-FFF2-40B4-BE49-F238E27FC236}">
                <a16:creationId xmlns:a16="http://schemas.microsoft.com/office/drawing/2014/main" id="{064EF2CD-EB93-6A62-D0C0-6D68075DD090}"/>
              </a:ext>
            </a:extLst>
          </p:cNvPr>
          <p:cNvSpPr/>
          <p:nvPr userDrawn="1"/>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60000"/>
              <a:lumOff val="40000"/>
            </a:schemeClr>
          </a:solidFill>
          <a:ln w="302" cap="flat">
            <a:noFill/>
            <a:prstDash val="solid"/>
            <a:miter/>
          </a:ln>
        </p:spPr>
        <p:txBody>
          <a:bodyPr/>
          <a:lstStyle/>
          <a:p>
            <a:endParaRPr lang="en-GB" dirty="0"/>
          </a:p>
        </p:txBody>
      </p:sp>
      <p:sp>
        <p:nvSpPr>
          <p:cNvPr id="6" name="Date Placeholder 5" hidden="1">
            <a:extLst>
              <a:ext uri="{FF2B5EF4-FFF2-40B4-BE49-F238E27FC236}">
                <a16:creationId xmlns:a16="http://schemas.microsoft.com/office/drawing/2014/main" id="{B39D60CF-0DD8-7B7E-1946-8B6BD08BF87F}"/>
              </a:ext>
            </a:extLst>
          </p:cNvPr>
          <p:cNvSpPr>
            <a:spLocks noGrp="1"/>
          </p:cNvSpPr>
          <p:nvPr>
            <p:ph type="dt" sz="half" idx="18"/>
          </p:nvPr>
        </p:nvSpPr>
        <p:spPr/>
        <p:txBody>
          <a:bodyPr/>
          <a:lstStyle>
            <a:lvl1pPr>
              <a:defRPr>
                <a:solidFill>
                  <a:schemeClr val="accent6">
                    <a:lumMod val="60000"/>
                    <a:lumOff val="40000"/>
                  </a:schemeClr>
                </a:solidFill>
              </a:defRPr>
            </a:lvl1pPr>
          </a:lstStyle>
          <a:p>
            <a:fld id="{808831D0-CCDE-4E72-B13B-55C9C63905FD}" type="datetime3">
              <a:rPr lang="en-GB" smtClean="0"/>
              <a:t>21 July, 2026</a:t>
            </a:fld>
            <a:endParaRPr lang="en-GB" dirty="0"/>
          </a:p>
        </p:txBody>
      </p:sp>
      <p:sp>
        <p:nvSpPr>
          <p:cNvPr id="7" name="Footer Placeholder 6">
            <a:extLst>
              <a:ext uri="{FF2B5EF4-FFF2-40B4-BE49-F238E27FC236}">
                <a16:creationId xmlns:a16="http://schemas.microsoft.com/office/drawing/2014/main" id="{BA958029-7839-5C99-F17D-567A30EB8696}"/>
              </a:ext>
            </a:extLst>
          </p:cNvPr>
          <p:cNvSpPr>
            <a:spLocks noGrp="1"/>
          </p:cNvSpPr>
          <p:nvPr>
            <p:ph type="ftr" sz="quarter" idx="19"/>
          </p:nvPr>
        </p:nvSpPr>
        <p:spPr/>
        <p:txBody>
          <a:bodyPr/>
          <a:lstStyle>
            <a:lvl1pPr>
              <a:defRPr>
                <a:solidFill>
                  <a:schemeClr val="accent6">
                    <a:lumMod val="60000"/>
                    <a:lumOff val="40000"/>
                  </a:schemeClr>
                </a:solidFill>
              </a:defRPr>
            </a:lvl1pPr>
          </a:lstStyle>
          <a:p>
            <a:r>
              <a:rPr lang="en-GB" dirty="0"/>
              <a:t>Confidential</a:t>
            </a:r>
          </a:p>
        </p:txBody>
      </p:sp>
      <p:sp>
        <p:nvSpPr>
          <p:cNvPr id="11" name="Slide Number Placeholder 10">
            <a:extLst>
              <a:ext uri="{FF2B5EF4-FFF2-40B4-BE49-F238E27FC236}">
                <a16:creationId xmlns:a16="http://schemas.microsoft.com/office/drawing/2014/main" id="{96C77536-C884-4A81-AE68-002872FF9735}"/>
              </a:ext>
            </a:extLst>
          </p:cNvPr>
          <p:cNvSpPr>
            <a:spLocks noGrp="1"/>
          </p:cNvSpPr>
          <p:nvPr>
            <p:ph type="sldNum" sz="quarter" idx="16"/>
          </p:nvPr>
        </p:nvSpPr>
        <p:spPr/>
        <p:txBody>
          <a:bodyPr/>
          <a:lstStyle>
            <a:lvl1pPr>
              <a:defRPr>
                <a:solidFill>
                  <a:schemeClr val="accent6">
                    <a:lumMod val="60000"/>
                    <a:lumOff val="40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748147929"/>
      </p:ext>
    </p:extLst>
  </p:cSld>
  <p:clrMapOvr>
    <a:overrideClrMapping bg1="dk1" tx1="lt1" bg2="dk2" tx2="lt2" accent1="lt2" accent2="accent2" accent3="accent3" accent4="accent4" accent5="accent5" accent6="accent6" hlink="hlink" folHlink="folHlink"/>
  </p:clrMapOvr>
  <p:extLst>
    <p:ext uri="{DCECCB84-F9BA-43D5-87BE-67443E8EF086}">
      <p15:sldGuideLst xmlns:p15="http://schemas.microsoft.com/office/powerpoint/2012/main">
        <p15:guide id="1" pos="3265" userDrawn="1">
          <p15:clr>
            <a:srgbClr val="A4A3A4"/>
          </p15:clr>
        </p15:guide>
        <p15:guide id="3" pos="6017" userDrawn="1">
          <p15:clr>
            <a:srgbClr val="A4A3A4"/>
          </p15:clr>
        </p15:guide>
        <p15:guide id="4" pos="2993" userDrawn="1">
          <p15:clr>
            <a:srgbClr val="A4A3A4"/>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2469092"/>
            <a:ext cx="4405788" cy="1919817"/>
          </a:xfrm>
        </p:spPr>
        <p:txBody>
          <a:bodyPr anchor="ctr"/>
          <a:lstStyle>
            <a:lvl1pPr>
              <a:defRPr sz="3600">
                <a:solidFill>
                  <a:schemeClr val="accent3"/>
                </a:solidFill>
              </a:defRPr>
            </a:lvl1pPr>
          </a:lstStyle>
          <a:p>
            <a:r>
              <a:rPr lang="en-GB" dirty="0"/>
              <a:t>Click to add title for example Agenda</a:t>
            </a:r>
          </a:p>
        </p:txBody>
      </p:sp>
      <p:sp>
        <p:nvSpPr>
          <p:cNvPr id="3" name="Content Placeholder 6">
            <a:extLst>
              <a:ext uri="{FF2B5EF4-FFF2-40B4-BE49-F238E27FC236}">
                <a16:creationId xmlns:a16="http://schemas.microsoft.com/office/drawing/2014/main" id="{3D19A7C5-AC4C-1A36-1AE8-38636BB5431E}"/>
              </a:ext>
            </a:extLst>
          </p:cNvPr>
          <p:cNvSpPr>
            <a:spLocks noGrp="1"/>
          </p:cNvSpPr>
          <p:nvPr>
            <p:ph sz="quarter" idx="17" hasCustomPrompt="1"/>
          </p:nvPr>
        </p:nvSpPr>
        <p:spPr>
          <a:xfrm>
            <a:off x="5183718" y="344488"/>
            <a:ext cx="4368799" cy="6169024"/>
          </a:xfrm>
        </p:spPr>
        <p:txBody>
          <a:bodyPr anchor="ctr" anchorCtr="0">
            <a:noAutofit/>
          </a:bodyPr>
          <a:lstStyle>
            <a:lvl1pPr marL="320400" indent="-320400">
              <a:buClr>
                <a:schemeClr val="accent3"/>
              </a:buClr>
              <a:buFont typeface="+mj-lt"/>
              <a:buAutoNum type="arabicPeriod"/>
              <a:defRPr sz="1400">
                <a:solidFill>
                  <a:schemeClr val="accent1"/>
                </a:solidFill>
                <a:latin typeface="+mn-lt"/>
              </a:defRPr>
            </a:lvl1pPr>
            <a:lvl2pPr marL="543600">
              <a:buClr>
                <a:schemeClr val="accent3"/>
              </a:buClr>
              <a:buFont typeface="+mj-lt"/>
              <a:buAutoNum type="arabicPeriod"/>
              <a:defRPr sz="1400">
                <a:solidFill>
                  <a:schemeClr val="accent1"/>
                </a:solidFill>
                <a:latin typeface="+mn-lt"/>
              </a:defRPr>
            </a:lvl2pPr>
            <a:lvl3pPr>
              <a:buClr>
                <a:schemeClr val="accent3"/>
              </a:buClr>
              <a:buFont typeface="+mj-lt"/>
              <a:buAutoNum type="arabicPeriod"/>
              <a:defRPr sz="1400">
                <a:solidFill>
                  <a:schemeClr val="accent1"/>
                </a:solidFill>
                <a:latin typeface="+mn-lt"/>
              </a:defRPr>
            </a:lvl3pPr>
            <a:lvl4pPr marL="921600" indent="-230400">
              <a:buClr>
                <a:schemeClr val="accent3"/>
              </a:buClr>
              <a:buFont typeface="+mj-lt"/>
              <a:buAutoNum type="arabicPeriod"/>
              <a:defRPr sz="1400">
                <a:solidFill>
                  <a:schemeClr val="accent1"/>
                </a:solidFill>
                <a:latin typeface="+mn-lt"/>
              </a:defRPr>
            </a:lvl4pPr>
            <a:lvl5pPr marL="1152000" indent="-230400">
              <a:buClr>
                <a:schemeClr val="accent3"/>
              </a:buClr>
              <a:buFont typeface="+mj-lt"/>
              <a:buAutoNum type="arabicPeriod"/>
              <a:defRPr sz="1400">
                <a:solidFill>
                  <a:schemeClr val="accent1"/>
                </a:solidFill>
                <a:latin typeface="+mn-lt"/>
              </a:defRPr>
            </a:lvl5pPr>
            <a:lvl6pPr marL="1152000" indent="-230400">
              <a:buClr>
                <a:schemeClr val="accent3"/>
              </a:buClr>
              <a:buFont typeface="+mj-lt"/>
              <a:buAutoNum type="arabicPeriod"/>
              <a:defRPr sz="1400">
                <a:solidFill>
                  <a:schemeClr val="accent1"/>
                </a:solidFill>
                <a:latin typeface="+mn-lt"/>
              </a:defRPr>
            </a:lvl6pPr>
            <a:lvl7pPr marL="1152000" indent="-230400">
              <a:buClr>
                <a:schemeClr val="accent3"/>
              </a:buClr>
              <a:buFont typeface="+mj-lt"/>
              <a:buAutoNum type="arabicPeriod"/>
              <a:defRPr sz="1400">
                <a:solidFill>
                  <a:schemeClr val="accent1"/>
                </a:solidFill>
                <a:latin typeface="+mn-lt"/>
              </a:defRPr>
            </a:lvl7pPr>
            <a:lvl8pPr marL="1152000" indent="-230400">
              <a:buClr>
                <a:schemeClr val="accent3"/>
              </a:buClr>
              <a:buFont typeface="+mj-lt"/>
              <a:buAutoNum type="arabicPeriod"/>
              <a:defRPr sz="1400">
                <a:solidFill>
                  <a:schemeClr val="accent1"/>
                </a:solidFill>
                <a:latin typeface="+mn-lt"/>
              </a:defRPr>
            </a:lvl8pPr>
            <a:lvl9pPr marL="1152000" indent="-230400">
              <a:buClr>
                <a:schemeClr val="accent3"/>
              </a:buClr>
              <a:buFont typeface="+mj-lt"/>
              <a:buAutoNum type="arabicPeriod"/>
              <a:defRPr sz="1400">
                <a:solidFill>
                  <a:schemeClr val="accent1"/>
                </a:solidFill>
                <a:latin typeface="+mn-lt"/>
              </a:defRPr>
            </a:lvl9pPr>
          </a:lstStyle>
          <a:p>
            <a:pPr lvl="0"/>
            <a:r>
              <a:rPr lang="en-GB" dirty="0"/>
              <a:t>Click to add text</a:t>
            </a:r>
          </a:p>
        </p:txBody>
      </p:sp>
      <p:sp>
        <p:nvSpPr>
          <p:cNvPr id="4" name="Date Placeholder 3" hidden="1">
            <a:extLst>
              <a:ext uri="{FF2B5EF4-FFF2-40B4-BE49-F238E27FC236}">
                <a16:creationId xmlns:a16="http://schemas.microsoft.com/office/drawing/2014/main" id="{4B482D06-0A92-5AEC-68E1-D44A8C1AFF63}"/>
              </a:ext>
            </a:extLst>
          </p:cNvPr>
          <p:cNvSpPr>
            <a:spLocks noGrp="1"/>
          </p:cNvSpPr>
          <p:nvPr>
            <p:ph type="dt" sz="half" idx="18"/>
          </p:nvPr>
        </p:nvSpPr>
        <p:spPr/>
        <p:txBody>
          <a:bodyPr/>
          <a:lstStyle/>
          <a:p>
            <a:fld id="{208CB755-FED0-432E-8EB8-6A7617B88863}" type="datetime3">
              <a:rPr lang="en-GB" smtClean="0"/>
              <a:t>21 July, 2026</a:t>
            </a:fld>
            <a:endParaRPr lang="en-GB" dirty="0"/>
          </a:p>
        </p:txBody>
      </p:sp>
      <p:sp>
        <p:nvSpPr>
          <p:cNvPr id="8" name="Footer Placeholder 7">
            <a:extLst>
              <a:ext uri="{FF2B5EF4-FFF2-40B4-BE49-F238E27FC236}">
                <a16:creationId xmlns:a16="http://schemas.microsoft.com/office/drawing/2014/main" id="{E8D92472-8CA8-6841-D0EA-7DED5A290FED}"/>
              </a:ext>
            </a:extLst>
          </p:cNvPr>
          <p:cNvSpPr>
            <a:spLocks noGrp="1"/>
          </p:cNvSpPr>
          <p:nvPr>
            <p:ph type="ftr" sz="quarter" idx="19"/>
          </p:nvPr>
        </p:nvSpPr>
        <p:spPr/>
        <p:txBody>
          <a:bodyPr/>
          <a:lstStyle/>
          <a:p>
            <a:r>
              <a:rPr lang="en-GB" dirty="0"/>
              <a:t>Confidential</a:t>
            </a:r>
          </a:p>
        </p:txBody>
      </p:sp>
      <p:sp>
        <p:nvSpPr>
          <p:cNvPr id="7" name="Slide Number Placeholder 6">
            <a:extLst>
              <a:ext uri="{FF2B5EF4-FFF2-40B4-BE49-F238E27FC236}">
                <a16:creationId xmlns:a16="http://schemas.microsoft.com/office/drawing/2014/main" id="{26F72BB6-D857-A331-41BB-F449CD027F3A}"/>
              </a:ext>
            </a:extLst>
          </p:cNvPr>
          <p:cNvSpPr>
            <a:spLocks noGrp="1"/>
          </p:cNvSpPr>
          <p:nvPr>
            <p:ph type="sldNum" sz="quarter" idx="16"/>
          </p:nvPr>
        </p:nvSpPr>
        <p:spPr/>
        <p:txBody>
          <a:bodyPr/>
          <a:lstStyle>
            <a:lvl1pPr>
              <a:defRPr>
                <a:solidFill>
                  <a:schemeClr val="accent6">
                    <a:lumMod val="75000"/>
                  </a:schemeClr>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4250148103"/>
      </p:ext>
    </p:extLst>
  </p:cSld>
  <p:clrMapOvr>
    <a:masterClrMapping/>
  </p:clrMapOvr>
  <p:extLst>
    <p:ext uri="{DCECCB84-F9BA-43D5-87BE-67443E8EF086}">
      <p15:sldGuideLst xmlns:p15="http://schemas.microsoft.com/office/powerpoint/2012/main">
        <p15:guide id="1" pos="3265">
          <p15:clr>
            <a:srgbClr val="A4A3A4"/>
          </p15:clr>
        </p15:guide>
        <p15:guide id="3" pos="6017">
          <p15:clr>
            <a:srgbClr val="A4A3A4"/>
          </p15:clr>
        </p15:guide>
        <p15:guide id="4" pos="2993">
          <p15:clr>
            <a:srgbClr val="A4A3A4"/>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Agenda 5">
    <p:bg>
      <p:bgPr>
        <a:solidFill>
          <a:srgbClr val="3531C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2469093"/>
            <a:ext cx="4405788" cy="1919817"/>
          </a:xfrm>
        </p:spPr>
        <p:txBody>
          <a:bodyPr anchor="ctr"/>
          <a:lstStyle>
            <a:lvl1pPr>
              <a:defRPr sz="3600">
                <a:solidFill>
                  <a:schemeClr val="tx1"/>
                </a:solidFill>
              </a:defRPr>
            </a:lvl1pPr>
          </a:lstStyle>
          <a:p>
            <a:r>
              <a:rPr lang="en-GB" dirty="0"/>
              <a:t>Click to add title for example Agenda</a:t>
            </a:r>
          </a:p>
        </p:txBody>
      </p:sp>
      <p:sp>
        <p:nvSpPr>
          <p:cNvPr id="6" name="Content Placeholder 6">
            <a:extLst>
              <a:ext uri="{FF2B5EF4-FFF2-40B4-BE49-F238E27FC236}">
                <a16:creationId xmlns:a16="http://schemas.microsoft.com/office/drawing/2014/main" id="{96215C74-B30E-5EE7-7769-882E8F5AF1AA}"/>
              </a:ext>
            </a:extLst>
          </p:cNvPr>
          <p:cNvSpPr>
            <a:spLocks noGrp="1"/>
          </p:cNvSpPr>
          <p:nvPr>
            <p:ph sz="quarter" idx="17" hasCustomPrompt="1"/>
          </p:nvPr>
        </p:nvSpPr>
        <p:spPr>
          <a:xfrm>
            <a:off x="5183718" y="344488"/>
            <a:ext cx="4368799" cy="6169024"/>
          </a:xfrm>
        </p:spPr>
        <p:txBody>
          <a:bodyPr anchor="ctr" anchorCtr="0">
            <a:noAutofit/>
          </a:bodyPr>
          <a:lstStyle>
            <a:lvl1pPr marL="320400" indent="-320400">
              <a:buClr>
                <a:schemeClr val="accent5"/>
              </a:buClr>
              <a:buFont typeface="+mj-lt"/>
              <a:buAutoNum type="arabicPeriod"/>
              <a:defRPr sz="1400">
                <a:solidFill>
                  <a:schemeClr val="tx1"/>
                </a:solidFill>
                <a:latin typeface="+mn-lt"/>
              </a:defRPr>
            </a:lvl1pPr>
            <a:lvl2pPr marL="543600">
              <a:buClr>
                <a:schemeClr val="accent5"/>
              </a:buClr>
              <a:buFont typeface="+mj-lt"/>
              <a:buAutoNum type="arabicPeriod"/>
              <a:defRPr sz="1400">
                <a:solidFill>
                  <a:schemeClr val="tx1"/>
                </a:solidFill>
                <a:latin typeface="+mn-lt"/>
              </a:defRPr>
            </a:lvl2pPr>
            <a:lvl3pPr>
              <a:buClr>
                <a:schemeClr val="accent5"/>
              </a:buClr>
              <a:buFont typeface="+mj-lt"/>
              <a:buAutoNum type="arabicPeriod"/>
              <a:defRPr sz="1400">
                <a:solidFill>
                  <a:schemeClr val="tx1"/>
                </a:solidFill>
                <a:latin typeface="+mn-lt"/>
              </a:defRPr>
            </a:lvl3pPr>
            <a:lvl4pPr marL="921600" indent="-230400">
              <a:buClr>
                <a:schemeClr val="accent5"/>
              </a:buClr>
              <a:buFont typeface="+mj-lt"/>
              <a:buAutoNum type="arabicPeriod"/>
              <a:defRPr sz="1400">
                <a:solidFill>
                  <a:schemeClr val="tx1"/>
                </a:solidFill>
                <a:latin typeface="+mn-lt"/>
              </a:defRPr>
            </a:lvl4pPr>
            <a:lvl5pPr marL="1152000" indent="-230400">
              <a:buClr>
                <a:schemeClr val="accent5"/>
              </a:buClr>
              <a:buFont typeface="+mj-lt"/>
              <a:buAutoNum type="arabicPeriod"/>
              <a:defRPr sz="1400">
                <a:solidFill>
                  <a:schemeClr val="tx1"/>
                </a:solidFill>
                <a:latin typeface="+mn-lt"/>
              </a:defRPr>
            </a:lvl5pPr>
            <a:lvl6pPr marL="1152000" indent="-230400">
              <a:buClr>
                <a:schemeClr val="accent5"/>
              </a:buClr>
              <a:buFont typeface="+mj-lt"/>
              <a:buAutoNum type="arabicPeriod"/>
              <a:defRPr sz="1400">
                <a:solidFill>
                  <a:schemeClr val="tx1"/>
                </a:solidFill>
                <a:latin typeface="+mn-lt"/>
              </a:defRPr>
            </a:lvl6pPr>
            <a:lvl7pPr marL="1152000" indent="-230400">
              <a:buClr>
                <a:schemeClr val="accent5"/>
              </a:buClr>
              <a:buFont typeface="+mj-lt"/>
              <a:buAutoNum type="arabicPeriod"/>
              <a:defRPr sz="1400">
                <a:solidFill>
                  <a:schemeClr val="tx1"/>
                </a:solidFill>
                <a:latin typeface="+mn-lt"/>
              </a:defRPr>
            </a:lvl7pPr>
            <a:lvl8pPr marL="1152000" indent="-230400">
              <a:buClr>
                <a:schemeClr val="accent5"/>
              </a:buClr>
              <a:buFont typeface="+mj-lt"/>
              <a:buAutoNum type="arabicPeriod"/>
              <a:defRPr sz="1400">
                <a:solidFill>
                  <a:schemeClr val="tx1"/>
                </a:solidFill>
                <a:latin typeface="+mn-lt"/>
              </a:defRPr>
            </a:lvl8pPr>
            <a:lvl9pPr marL="1152000" indent="-230400">
              <a:buClr>
                <a:schemeClr val="accent5"/>
              </a:buClr>
              <a:buFont typeface="+mj-lt"/>
              <a:buAutoNum type="arabicPeriod"/>
              <a:defRPr sz="1400">
                <a:solidFill>
                  <a:schemeClr val="tx1"/>
                </a:solidFill>
                <a:latin typeface="+mn-lt"/>
              </a:defRPr>
            </a:lvl9pPr>
          </a:lstStyle>
          <a:p>
            <a:pPr lvl="0"/>
            <a:r>
              <a:rPr lang="en-GB" dirty="0"/>
              <a:t>Click to add text</a:t>
            </a:r>
          </a:p>
        </p:txBody>
      </p:sp>
      <p:sp>
        <p:nvSpPr>
          <p:cNvPr id="7" name="tieto logo">
            <a:extLst>
              <a:ext uri="{FF2B5EF4-FFF2-40B4-BE49-F238E27FC236}">
                <a16:creationId xmlns:a16="http://schemas.microsoft.com/office/drawing/2014/main" id="{8A719C4F-5694-72AE-F049-67DF65793102}"/>
              </a:ext>
            </a:extLst>
          </p:cNvPr>
          <p:cNvSpPr/>
          <p:nvPr userDrawn="1"/>
        </p:nvSpPr>
        <p:spPr bwMode="black">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tx1"/>
          </a:solidFill>
          <a:ln w="302" cap="flat">
            <a:noFill/>
            <a:prstDash val="solid"/>
            <a:miter/>
          </a:ln>
        </p:spPr>
        <p:txBody>
          <a:bodyPr/>
          <a:lstStyle/>
          <a:p>
            <a:endParaRPr lang="en-GB" dirty="0"/>
          </a:p>
        </p:txBody>
      </p:sp>
      <p:sp>
        <p:nvSpPr>
          <p:cNvPr id="8" name="Date Placeholder 7" hidden="1">
            <a:extLst>
              <a:ext uri="{FF2B5EF4-FFF2-40B4-BE49-F238E27FC236}">
                <a16:creationId xmlns:a16="http://schemas.microsoft.com/office/drawing/2014/main" id="{BFB69905-062D-5E81-D43C-6024A0CFA795}"/>
              </a:ext>
            </a:extLst>
          </p:cNvPr>
          <p:cNvSpPr>
            <a:spLocks noGrp="1"/>
          </p:cNvSpPr>
          <p:nvPr>
            <p:ph type="dt" sz="half" idx="18"/>
          </p:nvPr>
        </p:nvSpPr>
        <p:spPr/>
        <p:txBody>
          <a:bodyPr/>
          <a:lstStyle>
            <a:lvl1pPr>
              <a:defRPr>
                <a:solidFill>
                  <a:schemeClr val="bg1"/>
                </a:solidFill>
              </a:defRPr>
            </a:lvl1pPr>
          </a:lstStyle>
          <a:p>
            <a:fld id="{87E6B447-1EE4-4ECF-94AB-86E518F0CDA4}" type="datetime3">
              <a:rPr lang="en-GB" smtClean="0"/>
              <a:t>21 July, 2026</a:t>
            </a:fld>
            <a:endParaRPr lang="en-GB" dirty="0"/>
          </a:p>
        </p:txBody>
      </p:sp>
      <p:sp>
        <p:nvSpPr>
          <p:cNvPr id="10" name="Footer Placeholder 9">
            <a:extLst>
              <a:ext uri="{FF2B5EF4-FFF2-40B4-BE49-F238E27FC236}">
                <a16:creationId xmlns:a16="http://schemas.microsoft.com/office/drawing/2014/main" id="{3989DDD5-39E1-7FBE-6BAD-E772A027E559}"/>
              </a:ext>
            </a:extLst>
          </p:cNvPr>
          <p:cNvSpPr>
            <a:spLocks noGrp="1"/>
          </p:cNvSpPr>
          <p:nvPr>
            <p:ph type="ftr" sz="quarter" idx="19"/>
          </p:nvPr>
        </p:nvSpPr>
        <p:spPr/>
        <p:txBody>
          <a:bodyPr/>
          <a:lstStyle>
            <a:lvl1pPr>
              <a:defRPr>
                <a:solidFill>
                  <a:schemeClr val="tx1"/>
                </a:solidFill>
              </a:defRPr>
            </a:lvl1pPr>
          </a:lstStyle>
          <a:p>
            <a:r>
              <a:rPr lang="en-GB" dirty="0"/>
              <a:t>Confidential</a:t>
            </a:r>
            <a:endParaRPr lang="en-GB" dirty="0">
              <a:solidFill>
                <a:schemeClr val="tx1"/>
              </a:solidFill>
            </a:endParaRPr>
          </a:p>
        </p:txBody>
      </p:sp>
      <p:sp>
        <p:nvSpPr>
          <p:cNvPr id="5" name="Slide Number Placeholder 4">
            <a:extLst>
              <a:ext uri="{FF2B5EF4-FFF2-40B4-BE49-F238E27FC236}">
                <a16:creationId xmlns:a16="http://schemas.microsoft.com/office/drawing/2014/main" id="{DED6BAC5-71E0-81A6-A0D6-34B025EB2AF6}"/>
              </a:ext>
            </a:extLst>
          </p:cNvPr>
          <p:cNvSpPr>
            <a:spLocks noGrp="1"/>
          </p:cNvSpPr>
          <p:nvPr>
            <p:ph type="sldNum" sz="quarter" idx="16"/>
          </p:nvPr>
        </p:nvSpPr>
        <p:spPr/>
        <p:txBody>
          <a:bodyPr/>
          <a:lstStyle>
            <a:lvl1pPr>
              <a:defRPr>
                <a:solidFill>
                  <a:schemeClr val="tx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2129502025"/>
      </p:ext>
    </p:extLst>
  </p:cSld>
  <p:clrMapOvr>
    <a:overrideClrMapping bg1="dk1" tx1="lt1" bg2="dk2" tx2="lt2" accent1="accent1" accent2="lt2" accent3="accent3" accent4="accent4" accent5="accent5" accent6="accent6" hlink="hlink" folHlink="folHlink"/>
  </p:clrMapOvr>
  <p:extLst>
    <p:ext uri="{DCECCB84-F9BA-43D5-87BE-67443E8EF086}">
      <p15:sldGuideLst xmlns:p15="http://schemas.microsoft.com/office/powerpoint/2012/main">
        <p15:guide id="1" pos="3265">
          <p15:clr>
            <a:srgbClr val="A4A3A4"/>
          </p15:clr>
        </p15:guide>
        <p15:guide id="3" pos="6017">
          <p15:clr>
            <a:srgbClr val="A4A3A4"/>
          </p15:clr>
        </p15:guide>
        <p15:guide id="4" pos="2993">
          <p15:clr>
            <a:srgbClr val="A4A3A4"/>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Photo 1">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EFD8556-0AB6-4925-BC1F-6A8D224BE8A2}"/>
              </a:ext>
            </a:extLst>
          </p:cNvPr>
          <p:cNvSpPr>
            <a:spLocks noGrp="1"/>
          </p:cNvSpPr>
          <p:nvPr>
            <p:ph type="pic" sz="quarter" idx="19" hasCustomPrompt="1"/>
          </p:nvPr>
        </p:nvSpPr>
        <p:spPr>
          <a:xfrm>
            <a:off x="6096000" y="0"/>
            <a:ext cx="6096000" cy="6858000"/>
          </a:xfrm>
          <a:solidFill>
            <a:schemeClr val="bg1">
              <a:lumMod val="75000"/>
            </a:schemeClr>
          </a:solidFill>
        </p:spPr>
        <p:txBody>
          <a:bodyPr tIns="72000" anchor="t" anchorCtr="0">
            <a:normAutofit/>
          </a:bodyPr>
          <a:lstStyle>
            <a:lvl1pPr marL="0" indent="0" algn="ctr">
              <a:buNone/>
              <a:defRPr sz="1400">
                <a:solidFill>
                  <a:schemeClr val="bg1"/>
                </a:solidFill>
              </a:defRPr>
            </a:lvl1pPr>
          </a:lstStyle>
          <a:p>
            <a:r>
              <a:rPr lang="en-GB" dirty="0"/>
              <a:t>Click to add picture</a:t>
            </a:r>
          </a:p>
        </p:txBody>
      </p:sp>
      <p:sp>
        <p:nvSpPr>
          <p:cNvPr id="2" name="Title 1"/>
          <p:cNvSpPr>
            <a:spLocks noGrp="1"/>
          </p:cNvSpPr>
          <p:nvPr>
            <p:ph type="title" hasCustomPrompt="1"/>
          </p:nvPr>
        </p:nvSpPr>
        <p:spPr>
          <a:xfrm>
            <a:off x="345600" y="345600"/>
            <a:ext cx="5125983" cy="802800"/>
          </a:xfrm>
        </p:spPr>
        <p:txBody>
          <a:bodyPr/>
          <a:lstStyle>
            <a:lvl1pPr>
              <a:defRPr sz="3200">
                <a:solidFill>
                  <a:schemeClr val="accent3"/>
                </a:solidFill>
              </a:defRPr>
            </a:lvl1pPr>
          </a:lstStyle>
          <a:p>
            <a:r>
              <a:rPr lang="en-GB" dirty="0"/>
              <a:t>Click to add title</a:t>
            </a:r>
          </a:p>
        </p:txBody>
      </p:sp>
      <p:sp>
        <p:nvSpPr>
          <p:cNvPr id="3" name="Content Placeholder 7">
            <a:extLst>
              <a:ext uri="{FF2B5EF4-FFF2-40B4-BE49-F238E27FC236}">
                <a16:creationId xmlns:a16="http://schemas.microsoft.com/office/drawing/2014/main" id="{AA3D7CAB-B498-EB1A-529D-E46701A4CA1E}"/>
              </a:ext>
            </a:extLst>
          </p:cNvPr>
          <p:cNvSpPr>
            <a:spLocks noGrp="1"/>
          </p:cNvSpPr>
          <p:nvPr>
            <p:ph sz="quarter" idx="14"/>
          </p:nvPr>
        </p:nvSpPr>
        <p:spPr>
          <a:xfrm>
            <a:off x="345600" y="1321200"/>
            <a:ext cx="5125985" cy="4680000"/>
          </a:xfrm>
        </p:spPr>
        <p:txBody>
          <a:bodyPr>
            <a:noAutofit/>
          </a:bodyPr>
          <a:lstStyle/>
          <a:p>
            <a:pPr lvl="0"/>
            <a:r>
              <a:rPr lang="en-GB" dirty="0"/>
              <a:t>Click to edit Master text styles</a:t>
            </a:r>
          </a:p>
        </p:txBody>
      </p:sp>
      <p:sp>
        <p:nvSpPr>
          <p:cNvPr id="4" name="Date Placeholder 3" hidden="1">
            <a:extLst>
              <a:ext uri="{FF2B5EF4-FFF2-40B4-BE49-F238E27FC236}">
                <a16:creationId xmlns:a16="http://schemas.microsoft.com/office/drawing/2014/main" id="{8CC09FAC-39D1-6F97-2A8B-75BD8BAF718A}"/>
              </a:ext>
            </a:extLst>
          </p:cNvPr>
          <p:cNvSpPr>
            <a:spLocks noGrp="1"/>
          </p:cNvSpPr>
          <p:nvPr>
            <p:ph type="dt" sz="half" idx="23"/>
          </p:nvPr>
        </p:nvSpPr>
        <p:spPr/>
        <p:txBody>
          <a:bodyPr/>
          <a:lstStyle>
            <a:lvl1pPr>
              <a:defRPr>
                <a:solidFill>
                  <a:schemeClr val="bg1"/>
                </a:solidFill>
              </a:defRPr>
            </a:lvl1pPr>
          </a:lstStyle>
          <a:p>
            <a:fld id="{9D5C2A49-B629-4129-9A33-027F296E0ECE}" type="datetime3">
              <a:rPr lang="en-GB" smtClean="0"/>
              <a:t>21 July, 2026</a:t>
            </a:fld>
            <a:endParaRPr lang="en-GB" dirty="0"/>
          </a:p>
        </p:txBody>
      </p:sp>
      <p:sp>
        <p:nvSpPr>
          <p:cNvPr id="7" name="Footer Placeholder 6">
            <a:extLst>
              <a:ext uri="{FF2B5EF4-FFF2-40B4-BE49-F238E27FC236}">
                <a16:creationId xmlns:a16="http://schemas.microsoft.com/office/drawing/2014/main" id="{5B990B5D-2363-5BE6-0BC0-5033E7783F99}"/>
              </a:ext>
            </a:extLst>
          </p:cNvPr>
          <p:cNvSpPr>
            <a:spLocks noGrp="1"/>
          </p:cNvSpPr>
          <p:nvPr>
            <p:ph type="ftr" sz="quarter" idx="24"/>
          </p:nvPr>
        </p:nvSpPr>
        <p:spPr/>
        <p:txBody>
          <a:bodyPr/>
          <a:lstStyle/>
          <a:p>
            <a:r>
              <a:rPr lang="en-GB" dirty="0"/>
              <a:t>Confidential</a:t>
            </a:r>
          </a:p>
        </p:txBody>
      </p:sp>
      <p:sp>
        <p:nvSpPr>
          <p:cNvPr id="8" name="Slide Number Placeholder 7">
            <a:extLst>
              <a:ext uri="{FF2B5EF4-FFF2-40B4-BE49-F238E27FC236}">
                <a16:creationId xmlns:a16="http://schemas.microsoft.com/office/drawing/2014/main" id="{17933F71-F64F-7C99-FEE2-6893CC30E96B}"/>
              </a:ext>
            </a:extLst>
          </p:cNvPr>
          <p:cNvSpPr>
            <a:spLocks noGrp="1"/>
          </p:cNvSpPr>
          <p:nvPr>
            <p:ph type="sldNum" sz="quarter" idx="22"/>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308722682"/>
      </p:ext>
    </p:extLst>
  </p:cSld>
  <p:clrMapOvr>
    <a:masterClrMapping/>
  </p:clrMapOvr>
  <p:extLst>
    <p:ext uri="{DCECCB84-F9BA-43D5-87BE-67443E8EF086}">
      <p15:sldGuideLst xmlns:p15="http://schemas.microsoft.com/office/powerpoint/2012/main">
        <p15:guide id="3" pos="3840">
          <p15:clr>
            <a:srgbClr val="A4A3A4"/>
          </p15:clr>
        </p15:guide>
        <p15:guide id="4" pos="3446">
          <p15:clr>
            <a:srgbClr val="A4A3A4"/>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Photo 2">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EFD8556-0AB6-4925-BC1F-6A8D224BE8A2}"/>
              </a:ext>
            </a:extLst>
          </p:cNvPr>
          <p:cNvSpPr>
            <a:spLocks noGrp="1"/>
          </p:cNvSpPr>
          <p:nvPr>
            <p:ph type="pic" sz="quarter" idx="19" hasCustomPrompt="1"/>
          </p:nvPr>
        </p:nvSpPr>
        <p:spPr>
          <a:xfrm>
            <a:off x="4271434" y="0"/>
            <a:ext cx="7920567" cy="6858000"/>
          </a:xfrm>
          <a:solidFill>
            <a:schemeClr val="bg1">
              <a:lumMod val="75000"/>
            </a:schemeClr>
          </a:solidFill>
        </p:spPr>
        <p:txBody>
          <a:bodyPr tIns="72000" anchor="t" anchorCtr="0">
            <a:normAutofit/>
          </a:bodyPr>
          <a:lstStyle>
            <a:lvl1pPr marL="0" indent="0" algn="ctr">
              <a:buNone/>
              <a:defRPr sz="1400">
                <a:solidFill>
                  <a:schemeClr val="bg1"/>
                </a:solidFill>
              </a:defRPr>
            </a:lvl1pPr>
          </a:lstStyle>
          <a:p>
            <a:r>
              <a:rPr lang="en-GB" dirty="0"/>
              <a:t>Click to add picture</a:t>
            </a:r>
          </a:p>
        </p:txBody>
      </p:sp>
      <p:sp>
        <p:nvSpPr>
          <p:cNvPr id="2" name="Title 1"/>
          <p:cNvSpPr>
            <a:spLocks noGrp="1"/>
          </p:cNvSpPr>
          <p:nvPr>
            <p:ph type="title" hasCustomPrompt="1"/>
          </p:nvPr>
        </p:nvSpPr>
        <p:spPr>
          <a:xfrm>
            <a:off x="345600" y="345600"/>
            <a:ext cx="3589813" cy="802800"/>
          </a:xfrm>
        </p:spPr>
        <p:txBody>
          <a:bodyPr/>
          <a:lstStyle>
            <a:lvl1pPr>
              <a:defRPr sz="3200">
                <a:solidFill>
                  <a:schemeClr val="accent3"/>
                </a:solidFill>
              </a:defRPr>
            </a:lvl1pPr>
          </a:lstStyle>
          <a:p>
            <a:r>
              <a:rPr lang="en-GB" dirty="0"/>
              <a:t>Click to add title</a:t>
            </a:r>
          </a:p>
        </p:txBody>
      </p:sp>
      <p:sp>
        <p:nvSpPr>
          <p:cNvPr id="3" name="Content Placeholder 7">
            <a:extLst>
              <a:ext uri="{FF2B5EF4-FFF2-40B4-BE49-F238E27FC236}">
                <a16:creationId xmlns:a16="http://schemas.microsoft.com/office/drawing/2014/main" id="{A58AF73A-4E24-399F-C4E1-8CD71F456734}"/>
              </a:ext>
            </a:extLst>
          </p:cNvPr>
          <p:cNvSpPr>
            <a:spLocks noGrp="1"/>
          </p:cNvSpPr>
          <p:nvPr>
            <p:ph sz="quarter" idx="14"/>
          </p:nvPr>
        </p:nvSpPr>
        <p:spPr>
          <a:xfrm>
            <a:off x="345600" y="1321200"/>
            <a:ext cx="3589813" cy="4680000"/>
          </a:xfrm>
        </p:spPr>
        <p:txBody>
          <a:bodyPr>
            <a:noAutofit/>
          </a:bodyPr>
          <a:lstStyle/>
          <a:p>
            <a:pPr lvl="0"/>
            <a:r>
              <a:rPr lang="en-GB" dirty="0"/>
              <a:t>Click to edit Master text styles</a:t>
            </a:r>
          </a:p>
        </p:txBody>
      </p:sp>
      <p:sp>
        <p:nvSpPr>
          <p:cNvPr id="4" name="Date Placeholder 3" hidden="1">
            <a:extLst>
              <a:ext uri="{FF2B5EF4-FFF2-40B4-BE49-F238E27FC236}">
                <a16:creationId xmlns:a16="http://schemas.microsoft.com/office/drawing/2014/main" id="{0008BE98-B60F-265B-580B-C8F382A3AA9C}"/>
              </a:ext>
            </a:extLst>
          </p:cNvPr>
          <p:cNvSpPr>
            <a:spLocks noGrp="1"/>
          </p:cNvSpPr>
          <p:nvPr>
            <p:ph type="dt" sz="half" idx="23"/>
          </p:nvPr>
        </p:nvSpPr>
        <p:spPr/>
        <p:txBody>
          <a:bodyPr/>
          <a:lstStyle>
            <a:lvl1pPr>
              <a:defRPr>
                <a:solidFill>
                  <a:schemeClr val="bg1"/>
                </a:solidFill>
              </a:defRPr>
            </a:lvl1pPr>
          </a:lstStyle>
          <a:p>
            <a:fld id="{43FE4116-DE46-4B48-AF1D-40A7C1D45E04}" type="datetime3">
              <a:rPr lang="en-GB" smtClean="0"/>
              <a:t>21 July, 2026</a:t>
            </a:fld>
            <a:endParaRPr lang="en-GB" dirty="0"/>
          </a:p>
        </p:txBody>
      </p:sp>
      <p:sp>
        <p:nvSpPr>
          <p:cNvPr id="7" name="Footer Placeholder 6">
            <a:extLst>
              <a:ext uri="{FF2B5EF4-FFF2-40B4-BE49-F238E27FC236}">
                <a16:creationId xmlns:a16="http://schemas.microsoft.com/office/drawing/2014/main" id="{BD3D0805-A9C1-8242-D68F-F2ABFE3FFF12}"/>
              </a:ext>
            </a:extLst>
          </p:cNvPr>
          <p:cNvSpPr>
            <a:spLocks noGrp="1"/>
          </p:cNvSpPr>
          <p:nvPr>
            <p:ph type="ftr" sz="quarter" idx="24"/>
          </p:nvPr>
        </p:nvSpPr>
        <p:spPr/>
        <p:txBody>
          <a:bodyPr/>
          <a:lstStyle/>
          <a:p>
            <a:r>
              <a:rPr lang="en-GB" dirty="0"/>
              <a:t>Confidential</a:t>
            </a:r>
          </a:p>
        </p:txBody>
      </p:sp>
      <p:sp>
        <p:nvSpPr>
          <p:cNvPr id="8" name="Slide Number Placeholder 7">
            <a:extLst>
              <a:ext uri="{FF2B5EF4-FFF2-40B4-BE49-F238E27FC236}">
                <a16:creationId xmlns:a16="http://schemas.microsoft.com/office/drawing/2014/main" id="{364979F3-30C5-879A-A3A8-171F613ACF99}"/>
              </a:ext>
            </a:extLst>
          </p:cNvPr>
          <p:cNvSpPr>
            <a:spLocks noGrp="1"/>
          </p:cNvSpPr>
          <p:nvPr>
            <p:ph type="sldNum" sz="quarter" idx="22"/>
          </p:nvPr>
        </p:nvSpPr>
        <p:spPr/>
        <p:txBody>
          <a:bodyPr/>
          <a:lstStyle>
            <a:lvl1pPr>
              <a:defRPr>
                <a:solidFill>
                  <a:schemeClr val="bg1"/>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641619026"/>
      </p:ext>
    </p:extLst>
  </p:cSld>
  <p:clrMapOvr>
    <a:masterClrMapping/>
  </p:clrMapOvr>
  <p:extLst>
    <p:ext uri="{DCECCB84-F9BA-43D5-87BE-67443E8EF086}">
      <p15:sldGuideLst xmlns:p15="http://schemas.microsoft.com/office/powerpoint/2012/main">
        <p15:guide id="1" pos="2479">
          <p15:clr>
            <a:srgbClr val="A4A3A4"/>
          </p15:clr>
        </p15:guide>
        <p15:guide id="4" pos="2691">
          <p15:clr>
            <a:srgbClr val="A4A3A4"/>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5600" y="345600"/>
            <a:ext cx="11498400" cy="802800"/>
          </a:xfrm>
        </p:spPr>
        <p:txBody>
          <a:bodyPr/>
          <a:lstStyle>
            <a:lvl1pPr>
              <a:defRPr sz="3200">
                <a:solidFill>
                  <a:schemeClr val="accent3"/>
                </a:solidFill>
              </a:defRPr>
            </a:lvl1pPr>
          </a:lstStyle>
          <a:p>
            <a:r>
              <a:rPr lang="en-GB" dirty="0"/>
              <a:t>Click to add title</a:t>
            </a:r>
          </a:p>
        </p:txBody>
      </p:sp>
      <p:sp>
        <p:nvSpPr>
          <p:cNvPr id="10" name="Content Placeholder 2">
            <a:extLst>
              <a:ext uri="{FF2B5EF4-FFF2-40B4-BE49-F238E27FC236}">
                <a16:creationId xmlns:a16="http://schemas.microsoft.com/office/drawing/2014/main" id="{1004E1B7-DFFF-3C01-271C-A2A7160B1DF0}"/>
              </a:ext>
            </a:extLst>
          </p:cNvPr>
          <p:cNvSpPr>
            <a:spLocks noGrp="1"/>
          </p:cNvSpPr>
          <p:nvPr>
            <p:ph sz="half" idx="1"/>
          </p:nvPr>
        </p:nvSpPr>
        <p:spPr>
          <a:xfrm>
            <a:off x="345600" y="1321200"/>
            <a:ext cx="4820400" cy="4680000"/>
          </a:xfrm>
        </p:spPr>
        <p:txBody>
          <a:bodyPr>
            <a:noAutofit/>
          </a:bodyPr>
          <a:lstStyle/>
          <a:p>
            <a:pPr lvl="0"/>
            <a:r>
              <a:rPr lang="en-GB" dirty="0"/>
              <a:t>Click to edit Master text styles</a:t>
            </a:r>
          </a:p>
        </p:txBody>
      </p:sp>
      <p:sp>
        <p:nvSpPr>
          <p:cNvPr id="11" name="Content Placeholder 3">
            <a:extLst>
              <a:ext uri="{FF2B5EF4-FFF2-40B4-BE49-F238E27FC236}">
                <a16:creationId xmlns:a16="http://schemas.microsoft.com/office/drawing/2014/main" id="{267ED90B-DDEC-838C-E0CE-7E554873B856}"/>
              </a:ext>
            </a:extLst>
          </p:cNvPr>
          <p:cNvSpPr>
            <a:spLocks noGrp="1"/>
          </p:cNvSpPr>
          <p:nvPr>
            <p:ph sz="half" idx="2"/>
          </p:nvPr>
        </p:nvSpPr>
        <p:spPr>
          <a:xfrm>
            <a:off x="5598000" y="1321200"/>
            <a:ext cx="4820400" cy="4680000"/>
          </a:xfrm>
        </p:spPr>
        <p:txBody>
          <a:bodyPr>
            <a:noAutofit/>
          </a:bodyPr>
          <a:lstStyle/>
          <a:p>
            <a:pPr lvl="0"/>
            <a:r>
              <a:rPr lang="en-GB" dirty="0"/>
              <a:t>Click to edit Master text styles</a:t>
            </a:r>
          </a:p>
        </p:txBody>
      </p:sp>
      <p:sp>
        <p:nvSpPr>
          <p:cNvPr id="3" name="Date Placeholder 2" hidden="1">
            <a:extLst>
              <a:ext uri="{FF2B5EF4-FFF2-40B4-BE49-F238E27FC236}">
                <a16:creationId xmlns:a16="http://schemas.microsoft.com/office/drawing/2014/main" id="{30FA2103-3AEB-D859-FED2-10112ED00BE9}"/>
              </a:ext>
            </a:extLst>
          </p:cNvPr>
          <p:cNvSpPr>
            <a:spLocks noGrp="1"/>
          </p:cNvSpPr>
          <p:nvPr>
            <p:ph type="dt" sz="half" idx="13"/>
          </p:nvPr>
        </p:nvSpPr>
        <p:spPr/>
        <p:txBody>
          <a:bodyPr/>
          <a:lstStyle/>
          <a:p>
            <a:fld id="{ED0DD31E-FBA1-4E59-90B7-25C2FE76DAEC}" type="datetime3">
              <a:rPr lang="en-GB" smtClean="0"/>
              <a:t>21 July, 2026</a:t>
            </a:fld>
            <a:endParaRPr lang="en-GB" dirty="0"/>
          </a:p>
        </p:txBody>
      </p:sp>
      <p:sp>
        <p:nvSpPr>
          <p:cNvPr id="7" name="Footer Placeholder 6">
            <a:extLst>
              <a:ext uri="{FF2B5EF4-FFF2-40B4-BE49-F238E27FC236}">
                <a16:creationId xmlns:a16="http://schemas.microsoft.com/office/drawing/2014/main" id="{9A610F0E-25D9-2965-FFF6-EDD3CA7E4934}"/>
              </a:ext>
            </a:extLst>
          </p:cNvPr>
          <p:cNvSpPr>
            <a:spLocks noGrp="1"/>
          </p:cNvSpPr>
          <p:nvPr>
            <p:ph type="ftr" sz="quarter" idx="14"/>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lvl1pPr>
              <a:defRPr>
                <a:solidFill>
                  <a:srgbClr val="53565A"/>
                </a:solidFill>
              </a:defRPr>
            </a:lvl1pPr>
          </a:lstStyle>
          <a:p>
            <a:fld id="{61E25E67-CBB9-434B-BBF7-0A5E970272B8}" type="slidenum">
              <a:rPr lang="en-GB" smtClean="0"/>
              <a:pPr/>
              <a:t>‹#›</a:t>
            </a:fld>
            <a:endParaRPr lang="en-GB" dirty="0"/>
          </a:p>
        </p:txBody>
      </p:sp>
    </p:spTree>
    <p:extLst>
      <p:ext uri="{BB962C8B-B14F-4D97-AF65-F5344CB8AC3E}">
        <p14:creationId xmlns:p14="http://schemas.microsoft.com/office/powerpoint/2010/main" val="440624276"/>
      </p:ext>
    </p:extLst>
  </p:cSld>
  <p:clrMapOvr>
    <a:masterClrMapping/>
  </p:clrMapOvr>
  <p:extLst>
    <p:ext uri="{DCECCB84-F9BA-43D5-87BE-67443E8EF086}">
      <p15:sldGuideLst xmlns:p15="http://schemas.microsoft.com/office/powerpoint/2012/main">
        <p15:guide id="3" pos="6561">
          <p15:clr>
            <a:srgbClr val="A4A3A4"/>
          </p15:clr>
        </p15:guide>
        <p15:guide id="4" pos="3254">
          <p15:clr>
            <a:srgbClr val="A4A3A4"/>
          </p15:clr>
        </p15:guide>
        <p15:guide id="5" pos="3526">
          <p15:clr>
            <a:srgbClr val="A4A3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hidden="1">
            <a:extLst>
              <a:ext uri="{FF2B5EF4-FFF2-40B4-BE49-F238E27FC236}">
                <a16:creationId xmlns:a16="http://schemas.microsoft.com/office/drawing/2014/main" id="{AA6245F0-7DED-A1C9-E3F8-9301636BCCF3}"/>
              </a:ext>
            </a:extLst>
          </p:cNvPr>
          <p:cNvSpPr>
            <a:spLocks noGrp="1"/>
          </p:cNvSpPr>
          <p:nvPr>
            <p:ph type="dt" sz="half" idx="13"/>
          </p:nvPr>
        </p:nvSpPr>
        <p:spPr/>
        <p:txBody>
          <a:bodyPr/>
          <a:lstStyle/>
          <a:p>
            <a:fld id="{6BBFD553-ED16-4A2B-BC42-E470FBE012FB}" type="datetime3">
              <a:rPr lang="en-GB" smtClean="0"/>
              <a:t>21 July, 2026</a:t>
            </a:fld>
            <a:endParaRPr lang="en-GB" dirty="0"/>
          </a:p>
        </p:txBody>
      </p:sp>
      <p:sp>
        <p:nvSpPr>
          <p:cNvPr id="3" name="Footer Placeholder 2">
            <a:extLst>
              <a:ext uri="{FF2B5EF4-FFF2-40B4-BE49-F238E27FC236}">
                <a16:creationId xmlns:a16="http://schemas.microsoft.com/office/drawing/2014/main" id="{8B1EE903-41D2-A535-4B21-EF4FE5A50D25}"/>
              </a:ext>
            </a:extLst>
          </p:cNvPr>
          <p:cNvSpPr>
            <a:spLocks noGrp="1"/>
          </p:cNvSpPr>
          <p:nvPr>
            <p:ph type="ftr" sz="quarter" idx="14"/>
          </p:nvPr>
        </p:nvSpPr>
        <p:spPr/>
        <p:txBody>
          <a:bodyPr/>
          <a:lstStyle/>
          <a:p>
            <a:r>
              <a:rPr lang="en-GB" dirty="0"/>
              <a:t>Confidential</a:t>
            </a:r>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61E25E67-CBB9-434B-BBF7-0A5E970272B8}" type="slidenum">
              <a:rPr lang="en-GB" smtClean="0"/>
              <a:pPr/>
              <a:t>‹#›</a:t>
            </a:fld>
            <a:endParaRPr lang="en-GB" dirty="0">
              <a:solidFill>
                <a:schemeClr val="tx1"/>
              </a:solidFill>
            </a:endParaRPr>
          </a:p>
        </p:txBody>
      </p:sp>
    </p:spTree>
    <p:extLst>
      <p:ext uri="{BB962C8B-B14F-4D97-AF65-F5344CB8AC3E}">
        <p14:creationId xmlns:p14="http://schemas.microsoft.com/office/powerpoint/2010/main" val="1096090549"/>
      </p:ext>
    </p:extLst>
  </p:cSld>
  <p:clrMapOvr>
    <a:masterClrMapping/>
  </p:clrMapOvr>
  <p:extLst>
    <p:ext uri="{DCECCB84-F9BA-43D5-87BE-67443E8EF086}">
      <p15:sldGuideLst xmlns:p15="http://schemas.microsoft.com/office/powerpoint/2012/main">
        <p15:guide id="3" pos="6560">
          <p15:clr>
            <a:srgbClr val="A4A3A4"/>
          </p15:clr>
        </p15:guide>
        <p15:guide id="4" pos="3254">
          <p15:clr>
            <a:srgbClr val="A4A3A4"/>
          </p15:clr>
        </p15:guide>
        <p15:guide id="6" pos="3526">
          <p15:clr>
            <a:srgbClr val="A4A3A4"/>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nclusion 1">
    <p:bg>
      <p:bgPr>
        <a:solidFill>
          <a:srgbClr val="021E57"/>
        </a:solidFill>
        <a:effectLst/>
      </p:bgPr>
    </p:bg>
    <p:spTree>
      <p:nvGrpSpPr>
        <p:cNvPr id="1" name=""/>
        <p:cNvGrpSpPr/>
        <p:nvPr/>
      </p:nvGrpSpPr>
      <p:grpSpPr>
        <a:xfrm>
          <a:off x="0" y="0"/>
          <a:ext cx="0" cy="0"/>
          <a:chOff x="0" y="0"/>
          <a:chExt cx="0" cy="0"/>
        </a:xfrm>
      </p:grpSpPr>
      <p:sp>
        <p:nvSpPr>
          <p:cNvPr id="4" name="Date Placeholder 6" hidden="1">
            <a:extLst>
              <a:ext uri="{FF2B5EF4-FFF2-40B4-BE49-F238E27FC236}">
                <a16:creationId xmlns:a16="http://schemas.microsoft.com/office/drawing/2014/main" id="{22B97364-6F58-EEFB-EEEB-8AD084B99F11}"/>
              </a:ext>
            </a:extLst>
          </p:cNvPr>
          <p:cNvSpPr>
            <a:spLocks noGrp="1"/>
          </p:cNvSpPr>
          <p:nvPr>
            <p:ph type="dt" sz="half" idx="15"/>
          </p:nvPr>
        </p:nvSpPr>
        <p:spPr>
          <a:xfrm>
            <a:off x="0" y="6858000"/>
            <a:ext cx="0" cy="0"/>
          </a:xfrm>
          <a:prstGeom prst="rect">
            <a:avLst/>
          </a:prstGeom>
        </p:spPr>
        <p:txBody>
          <a:bodyPr/>
          <a:lstStyle>
            <a:lvl1pPr>
              <a:defRPr sz="133">
                <a:noFill/>
              </a:defRPr>
            </a:lvl1pPr>
          </a:lstStyle>
          <a:p>
            <a:fld id="{E4A6F5D5-6007-4469-A0C7-FA6119B0AA41}" type="datetime3">
              <a:rPr lang="en-GB" smtClean="0"/>
              <a:t>21 July, 2026</a:t>
            </a:fld>
            <a:endParaRPr lang="en-GB" dirty="0"/>
          </a:p>
        </p:txBody>
      </p:sp>
      <p:sp>
        <p:nvSpPr>
          <p:cNvPr id="5" name="Footer Placeholder 8" hidden="1">
            <a:extLst>
              <a:ext uri="{FF2B5EF4-FFF2-40B4-BE49-F238E27FC236}">
                <a16:creationId xmlns:a16="http://schemas.microsoft.com/office/drawing/2014/main" id="{FCC2A3CE-BD90-10BB-012C-1B69259EB086}"/>
              </a:ext>
            </a:extLst>
          </p:cNvPr>
          <p:cNvSpPr>
            <a:spLocks noGrp="1"/>
          </p:cNvSpPr>
          <p:nvPr>
            <p:ph type="ftr" sz="quarter" idx="16"/>
          </p:nvPr>
        </p:nvSpPr>
        <p:spPr>
          <a:xfrm>
            <a:off x="0" y="6858000"/>
            <a:ext cx="0" cy="0"/>
          </a:xfrm>
          <a:prstGeom prst="rect">
            <a:avLst/>
          </a:prstGeom>
        </p:spPr>
        <p:txBody>
          <a:bodyPr/>
          <a:lstStyle>
            <a:lvl1pPr>
              <a:defRPr sz="133">
                <a:noFill/>
              </a:defRPr>
            </a:lvl1pPr>
          </a:lstStyle>
          <a:p>
            <a:r>
              <a:rPr lang="en-GB" dirty="0"/>
              <a:t>Confidential</a:t>
            </a:r>
          </a:p>
        </p:txBody>
      </p:sp>
      <p:sp>
        <p:nvSpPr>
          <p:cNvPr id="6" name="Slide Number Placeholder 10" hidden="1">
            <a:extLst>
              <a:ext uri="{FF2B5EF4-FFF2-40B4-BE49-F238E27FC236}">
                <a16:creationId xmlns:a16="http://schemas.microsoft.com/office/drawing/2014/main" id="{0855A43B-DD98-3FF8-B43F-B7CCDB1472D8}"/>
              </a:ext>
            </a:extLst>
          </p:cNvPr>
          <p:cNvSpPr>
            <a:spLocks noGrp="1"/>
          </p:cNvSpPr>
          <p:nvPr>
            <p:ph type="sldNum" sz="quarter" idx="17"/>
          </p:nvPr>
        </p:nvSpPr>
        <p:spPr>
          <a:xfrm>
            <a:off x="0" y="6858000"/>
            <a:ext cx="0" cy="0"/>
          </a:xfrm>
        </p:spPr>
        <p:txBody>
          <a:bodyPr/>
          <a:lstStyle>
            <a:lvl1pPr>
              <a:defRPr sz="133">
                <a:noFill/>
              </a:defRPr>
            </a:lvl1pPr>
          </a:lstStyle>
          <a:p>
            <a:fld id="{23AA811B-2EBD-4900-905E-5BE206449611}" type="slidenum">
              <a:rPr lang="en-GB" smtClean="0"/>
              <a:pPr/>
              <a:t>‹#›</a:t>
            </a:fld>
            <a:endParaRPr lang="en-GB" dirty="0"/>
          </a:p>
        </p:txBody>
      </p:sp>
      <p:sp>
        <p:nvSpPr>
          <p:cNvPr id="33" name="Title 1">
            <a:extLst>
              <a:ext uri="{FF2B5EF4-FFF2-40B4-BE49-F238E27FC236}">
                <a16:creationId xmlns:a16="http://schemas.microsoft.com/office/drawing/2014/main" id="{1053A396-A4E8-411D-9AC4-A95D53FA725A}"/>
              </a:ext>
            </a:extLst>
          </p:cNvPr>
          <p:cNvSpPr>
            <a:spLocks noGrp="1"/>
          </p:cNvSpPr>
          <p:nvPr>
            <p:ph type="ctrTitle" hasCustomPrompt="1"/>
          </p:nvPr>
        </p:nvSpPr>
        <p:spPr>
          <a:xfrm>
            <a:off x="345600" y="344488"/>
            <a:ext cx="5907600" cy="3331112"/>
          </a:xfrm>
        </p:spPr>
        <p:txBody>
          <a:bodyPr anchor="b"/>
          <a:lstStyle>
            <a:lvl1pPr algn="l">
              <a:defRPr sz="6000" b="0">
                <a:solidFill>
                  <a:schemeClr val="tx1"/>
                </a:solidFill>
              </a:defRPr>
            </a:lvl1pPr>
          </a:lstStyle>
          <a:p>
            <a:r>
              <a:rPr lang="en-GB" dirty="0"/>
              <a:t>Add text for example Thank you</a:t>
            </a:r>
          </a:p>
        </p:txBody>
      </p:sp>
      <p:sp>
        <p:nvSpPr>
          <p:cNvPr id="2" name="Content Placeholder 6">
            <a:extLst>
              <a:ext uri="{FF2B5EF4-FFF2-40B4-BE49-F238E27FC236}">
                <a16:creationId xmlns:a16="http://schemas.microsoft.com/office/drawing/2014/main" id="{CE2EDB13-DE00-FEE2-A3F5-C29D0CABD1B5}"/>
              </a:ext>
            </a:extLst>
          </p:cNvPr>
          <p:cNvSpPr>
            <a:spLocks noGrp="1"/>
          </p:cNvSpPr>
          <p:nvPr>
            <p:ph sz="quarter" idx="14" hasCustomPrompt="1"/>
          </p:nvPr>
        </p:nvSpPr>
        <p:spPr>
          <a:xfrm>
            <a:off x="345600" y="6000751"/>
            <a:ext cx="5904000" cy="562380"/>
          </a:xfrm>
        </p:spPr>
        <p:txBody>
          <a:bodyPr anchor="b" anchorCtr="0">
            <a:noAutofit/>
          </a:bodyPr>
          <a:lstStyle>
            <a:lvl1pPr marL="0" indent="0">
              <a:buFontTx/>
              <a:buNone/>
              <a:defRPr sz="1400">
                <a:solidFill>
                  <a:schemeClr val="accent5"/>
                </a:solidFill>
                <a:latin typeface="+mn-lt"/>
              </a:defRPr>
            </a:lvl1pPr>
            <a:lvl2pPr marL="0" indent="0">
              <a:buFontTx/>
              <a:buNone/>
              <a:defRPr sz="1400">
                <a:solidFill>
                  <a:schemeClr val="accent5"/>
                </a:solidFill>
                <a:latin typeface="+mn-lt"/>
              </a:defRPr>
            </a:lvl2pPr>
            <a:lvl3pPr marL="0" indent="0">
              <a:buFontTx/>
              <a:buNone/>
              <a:defRPr sz="1400">
                <a:solidFill>
                  <a:schemeClr val="accent5"/>
                </a:solidFill>
                <a:latin typeface="+mn-lt"/>
              </a:defRPr>
            </a:lvl3pPr>
            <a:lvl4pPr marL="0" indent="0">
              <a:buFontTx/>
              <a:buNone/>
              <a:defRPr sz="1400">
                <a:solidFill>
                  <a:schemeClr val="accent5"/>
                </a:solidFill>
                <a:latin typeface="+mn-lt"/>
              </a:defRPr>
            </a:lvl4pPr>
            <a:lvl5pPr marL="0" indent="0">
              <a:buFontTx/>
              <a:buNone/>
              <a:defRPr sz="1400">
                <a:solidFill>
                  <a:schemeClr val="accent5"/>
                </a:solidFill>
                <a:latin typeface="+mn-lt"/>
              </a:defRPr>
            </a:lvl5pPr>
            <a:lvl6pPr marL="0" indent="0">
              <a:buFontTx/>
              <a:buNone/>
              <a:defRPr sz="1400">
                <a:solidFill>
                  <a:schemeClr val="accent5"/>
                </a:solidFill>
                <a:latin typeface="+mn-lt"/>
              </a:defRPr>
            </a:lvl6pPr>
            <a:lvl7pPr marL="0" indent="0">
              <a:buFontTx/>
              <a:buNone/>
              <a:defRPr sz="1400">
                <a:solidFill>
                  <a:schemeClr val="accent5"/>
                </a:solidFill>
                <a:latin typeface="+mn-lt"/>
              </a:defRPr>
            </a:lvl7pPr>
            <a:lvl8pPr marL="0" indent="0">
              <a:buFontTx/>
              <a:buNone/>
              <a:defRPr sz="1400">
                <a:solidFill>
                  <a:schemeClr val="accent5"/>
                </a:solidFill>
                <a:latin typeface="+mn-lt"/>
              </a:defRPr>
            </a:lvl8pPr>
            <a:lvl9pPr marL="0" indent="0">
              <a:buFontTx/>
              <a:buNone/>
              <a:defRPr sz="1400">
                <a:solidFill>
                  <a:schemeClr val="accent5"/>
                </a:solidFill>
                <a:latin typeface="+mn-lt"/>
              </a:defRPr>
            </a:lvl9pPr>
          </a:lstStyle>
          <a:p>
            <a:pPr lvl="0"/>
            <a:r>
              <a:rPr lang="en-GB" dirty="0"/>
              <a:t>Click to add text</a:t>
            </a:r>
          </a:p>
        </p:txBody>
      </p:sp>
      <p:pic>
        <p:nvPicPr>
          <p:cNvPr id="3" name="Logo tieto">
            <a:extLst>
              <a:ext uri="{FF2B5EF4-FFF2-40B4-BE49-F238E27FC236}">
                <a16:creationId xmlns:a16="http://schemas.microsoft.com/office/drawing/2014/main" id="{6C50CE26-8528-290B-41AE-2215E02BE2C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black">
          <a:xfrm>
            <a:off x="9683004" y="5771156"/>
            <a:ext cx="2160522" cy="738000"/>
          </a:xfrm>
          <a:prstGeom prst="rect">
            <a:avLst/>
          </a:prstGeom>
        </p:spPr>
      </p:pic>
    </p:spTree>
    <p:extLst>
      <p:ext uri="{BB962C8B-B14F-4D97-AF65-F5344CB8AC3E}">
        <p14:creationId xmlns:p14="http://schemas.microsoft.com/office/powerpoint/2010/main" val="164677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9" userDrawn="1">
          <p15:clr>
            <a:srgbClr val="A4A3A4"/>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2000" cy="6858000"/>
          </a:xfrm>
          <a:prstGeom prst="rect">
            <a:avLst/>
          </a:prstGeom>
          <a:solidFill>
            <a:srgbClr val="E31836"/>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dirty="0">
              <a:solidFill>
                <a:schemeClr val="tx1"/>
              </a:solidFill>
            </a:endParaRPr>
          </a:p>
        </p:txBody>
      </p:sp>
      <p:sp>
        <p:nvSpPr>
          <p:cNvPr id="5" name="Do not use"/>
          <p:cNvSpPr txBox="1"/>
          <p:nvPr userDrawn="1"/>
        </p:nvSpPr>
        <p:spPr>
          <a:xfrm>
            <a:off x="430213" y="478079"/>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1">
                <a:solidFill>
                  <a:schemeClr val="bg1"/>
                </a:solidFill>
              </a:rPr>
              <a:t>If you see any </a:t>
            </a:r>
            <a:r>
              <a:rPr lang="en-GB" sz="4400" b="1" i="1" noProof="1">
                <a:solidFill>
                  <a:schemeClr val="bg1"/>
                </a:solidFill>
              </a:rPr>
              <a:t>layouts after this one,</a:t>
            </a:r>
            <a:br>
              <a:rPr lang="en-GB" sz="4400" b="0" i="0" noProof="1">
                <a:solidFill>
                  <a:schemeClr val="bg1"/>
                </a:solidFill>
              </a:rPr>
            </a:br>
            <a:r>
              <a:rPr lang="en-GB" sz="4400" b="0" noProof="1">
                <a:solidFill>
                  <a:schemeClr val="bg1"/>
                </a:solidFill>
              </a:rPr>
              <a:t>do not use them. These layouts </a:t>
            </a:r>
            <a:r>
              <a:rPr lang="en-GB" sz="4400" b="1" i="1" u="none" noProof="1">
                <a:solidFill>
                  <a:schemeClr val="bg1"/>
                </a:solidFill>
              </a:rPr>
              <a:t>are not </a:t>
            </a:r>
            <a:r>
              <a:rPr lang="en-GB" sz="4400" b="0" noProof="1">
                <a:solidFill>
                  <a:schemeClr val="bg1"/>
                </a:solidFill>
              </a:rPr>
              <a:t>part of our corporate template.</a:t>
            </a:r>
            <a:br>
              <a:rPr lang="en-GB" sz="2800" b="0" noProof="1">
                <a:solidFill>
                  <a:schemeClr val="bg1"/>
                </a:solidFill>
              </a:rPr>
            </a:br>
            <a:br>
              <a:rPr lang="en-GB" sz="2800" b="0" noProof="1">
                <a:solidFill>
                  <a:schemeClr val="bg1"/>
                </a:solidFill>
              </a:rPr>
            </a:br>
            <a:endParaRPr lang="en-GB" sz="2800" b="0" noProof="1">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dirty="0">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dirty="0">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213" y="2588374"/>
            <a:ext cx="10152346" cy="2400657"/>
          </a:xfrm>
          <a:prstGeom prst="rect">
            <a:avLst/>
          </a:prstGeom>
        </p:spPr>
        <p:txBody>
          <a:bodyPr wrap="square">
            <a:spAutoFit/>
          </a:bodyPr>
          <a:lstStyle/>
          <a:p>
            <a:pPr algn="ctr"/>
            <a:r>
              <a:rPr lang="en-GB" sz="15000" b="1" i="1" noProof="1">
                <a:solidFill>
                  <a:schemeClr val="bg1"/>
                </a:solidFill>
              </a:rPr>
              <a:t>Do not use</a:t>
            </a:r>
            <a:endParaRPr lang="en-GB" sz="15000" b="1" i="1" noProof="1"/>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438767"/>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2000" b="0" noProof="1">
                <a:solidFill>
                  <a:schemeClr val="bg1"/>
                </a:solidFill>
              </a:rPr>
              <a:t>Due to PowerPoint’s standard Copy/Paste functionality extra undesirable layouts can appear.</a:t>
            </a:r>
          </a:p>
          <a:p>
            <a:pPr marL="0" marR="0" indent="0" algn="ctr" fontAlgn="auto">
              <a:lnSpc>
                <a:spcPct val="100000"/>
              </a:lnSpc>
              <a:spcBef>
                <a:spcPts val="600"/>
              </a:spcBef>
              <a:spcAft>
                <a:spcPts val="0"/>
              </a:spcAft>
              <a:buClr>
                <a:srgbClr val="003755"/>
              </a:buClr>
              <a:buSzTx/>
              <a:buFontTx/>
              <a:buNone/>
              <a:tabLst/>
            </a:pPr>
            <a:r>
              <a:rPr lang="en-GB" sz="2000" b="0" noProof="1">
                <a:solidFill>
                  <a:schemeClr val="bg1"/>
                </a:solidFill>
              </a:rPr>
              <a:t>Also notice: Layouts after this might contain potential confidential information.</a:t>
            </a:r>
            <a:br>
              <a:rPr lang="en-GB" sz="1800" b="0" noProof="1">
                <a:solidFill>
                  <a:schemeClr val="bg1"/>
                </a:solidFill>
              </a:rPr>
            </a:br>
            <a:endParaRPr lang="en-GB" sz="1800" b="0" noProof="1">
              <a:solidFill>
                <a:schemeClr val="bg1"/>
              </a:solidFill>
            </a:endParaRPr>
          </a:p>
        </p:txBody>
      </p:sp>
      <p:sp>
        <p:nvSpPr>
          <p:cNvPr id="13" name="Date Placeholder 6" hidden="1">
            <a:extLst>
              <a:ext uri="{FF2B5EF4-FFF2-40B4-BE49-F238E27FC236}">
                <a16:creationId xmlns:a16="http://schemas.microsoft.com/office/drawing/2014/main" id="{CEC4D37C-63FB-4E1A-BC74-692D8379CEA4}"/>
              </a:ext>
            </a:extLst>
          </p:cNvPr>
          <p:cNvSpPr>
            <a:spLocks noGrp="1"/>
          </p:cNvSpPr>
          <p:nvPr>
            <p:ph type="dt" sz="half" idx="15"/>
          </p:nvPr>
        </p:nvSpPr>
        <p:spPr>
          <a:xfrm>
            <a:off x="0" y="6858000"/>
            <a:ext cx="0" cy="0"/>
          </a:xfrm>
          <a:prstGeom prst="rect">
            <a:avLst/>
          </a:prstGeom>
        </p:spPr>
        <p:txBody>
          <a:bodyPr/>
          <a:lstStyle>
            <a:lvl1pPr>
              <a:defRPr sz="100">
                <a:noFill/>
              </a:defRPr>
            </a:lvl1pPr>
          </a:lstStyle>
          <a:p>
            <a:fld id="{0FE1755B-6A9F-43BB-9CB3-F1640ACF4FBB}" type="datetime3">
              <a:rPr lang="en-GB" smtClean="0"/>
              <a:t>21 July, 2026</a:t>
            </a:fld>
            <a:endParaRPr lang="en-GB" dirty="0"/>
          </a:p>
        </p:txBody>
      </p:sp>
      <p:sp>
        <p:nvSpPr>
          <p:cNvPr id="14" name="Footer Placeholder 8" hidden="1">
            <a:extLst>
              <a:ext uri="{FF2B5EF4-FFF2-40B4-BE49-F238E27FC236}">
                <a16:creationId xmlns:a16="http://schemas.microsoft.com/office/drawing/2014/main" id="{366F5624-9F93-4886-AA21-F80917985E83}"/>
              </a:ext>
            </a:extLst>
          </p:cNvPr>
          <p:cNvSpPr>
            <a:spLocks noGrp="1"/>
          </p:cNvSpPr>
          <p:nvPr>
            <p:ph type="ftr" sz="quarter" idx="16"/>
          </p:nvPr>
        </p:nvSpPr>
        <p:spPr>
          <a:xfrm>
            <a:off x="0" y="6858000"/>
            <a:ext cx="0" cy="0"/>
          </a:xfrm>
          <a:prstGeom prst="rect">
            <a:avLst/>
          </a:prstGeom>
        </p:spPr>
        <p:txBody>
          <a:bodyPr/>
          <a:lstStyle>
            <a:lvl1pPr>
              <a:defRPr sz="100">
                <a:noFill/>
              </a:defRPr>
            </a:lvl1pPr>
          </a:lstStyle>
          <a:p>
            <a:r>
              <a:rPr lang="en-GB" dirty="0"/>
              <a:t>Confidential</a:t>
            </a:r>
          </a:p>
        </p:txBody>
      </p:sp>
      <p:sp>
        <p:nvSpPr>
          <p:cNvPr id="15" name="Slide Number Placeholder 10" hidden="1">
            <a:extLst>
              <a:ext uri="{FF2B5EF4-FFF2-40B4-BE49-F238E27FC236}">
                <a16:creationId xmlns:a16="http://schemas.microsoft.com/office/drawing/2014/main" id="{0133CC86-1DF2-4DA7-8C09-65C8A51A6F37}"/>
              </a:ext>
            </a:extLst>
          </p:cNvPr>
          <p:cNvSpPr>
            <a:spLocks noGrp="1"/>
          </p:cNvSpPr>
          <p:nvPr>
            <p:ph type="sldNum" sz="quarter" idx="17"/>
          </p:nvPr>
        </p:nvSpPr>
        <p:spPr>
          <a:xfrm>
            <a:off x="0" y="6858000"/>
            <a:ext cx="0" cy="0"/>
          </a:xfrm>
          <a:prstGeom prst="rect">
            <a:avLst/>
          </a:prstGeom>
        </p:spPr>
        <p:txBody>
          <a:bodyPr/>
          <a:lstStyle>
            <a:lvl1pPr>
              <a:defRPr sz="100">
                <a:noFill/>
              </a:defRPr>
            </a:lvl1pPr>
          </a:lstStyle>
          <a:p>
            <a:fld id="{24C8C45C-947F-4981-8B3F-4F32E973C901}" type="slidenum">
              <a:rPr lang="en-GB" smtClean="0"/>
              <a:pPr/>
              <a:t>‹#›</a:t>
            </a:fld>
            <a:endParaRPr lang="en-GB" dirty="0"/>
          </a:p>
        </p:txBody>
      </p:sp>
    </p:spTree>
    <p:extLst>
      <p:ext uri="{BB962C8B-B14F-4D97-AF65-F5344CB8AC3E}">
        <p14:creationId xmlns:p14="http://schemas.microsoft.com/office/powerpoint/2010/main" val="2223756072"/>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ags" Target="../tags/tag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tags" Target="../tags/tag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5600" y="344488"/>
            <a:ext cx="11499267" cy="803146"/>
          </a:xfrm>
          <a:prstGeom prst="rect">
            <a:avLst/>
          </a:prstGeom>
        </p:spPr>
        <p:txBody>
          <a:bodyPr vert="horz" lIns="0" tIns="0" rIns="0" bIns="0" rtlCol="0" anchor="t">
            <a:noAutofit/>
          </a:bodyPr>
          <a:lstStyle/>
          <a:p>
            <a:r>
              <a:rPr lang="en-GB" dirty="0"/>
              <a:t>Click to add title</a:t>
            </a:r>
          </a:p>
        </p:txBody>
      </p:sp>
      <p:sp>
        <p:nvSpPr>
          <p:cNvPr id="3" name="Text Placeholder 2"/>
          <p:cNvSpPr>
            <a:spLocks noGrp="1"/>
          </p:cNvSpPr>
          <p:nvPr>
            <p:ph type="body" idx="1"/>
          </p:nvPr>
        </p:nvSpPr>
        <p:spPr>
          <a:xfrm>
            <a:off x="345600" y="1321096"/>
            <a:ext cx="11499267" cy="4680000"/>
          </a:xfrm>
          <a:prstGeom prst="rect">
            <a:avLst/>
          </a:prstGeom>
        </p:spPr>
        <p:txBody>
          <a:bodyPr vert="horz" lIns="0" tIns="0" rIns="0" bIns="0" rtlCol="0">
            <a:normAutofit/>
          </a:bodyPr>
          <a:lstStyle/>
          <a:p>
            <a:pPr lvl="0"/>
            <a:r>
              <a:rPr lang="en-GB" dirty="0"/>
              <a:t>Level 1, Tieto Sans 16</a:t>
            </a:r>
          </a:p>
          <a:p>
            <a:pPr lvl="1"/>
            <a:r>
              <a:rPr lang="en-GB" dirty="0"/>
              <a:t>Level 2, Tieto Sans 16</a:t>
            </a:r>
          </a:p>
          <a:p>
            <a:pPr lvl="2"/>
            <a:r>
              <a:rPr lang="en-GB" dirty="0"/>
              <a:t>Level 3, Tieto Sans 16</a:t>
            </a:r>
          </a:p>
          <a:p>
            <a:pPr lvl="3"/>
            <a:r>
              <a:rPr lang="en-GB" dirty="0"/>
              <a:t>Level 4, Tieto Sans Medium 16</a:t>
            </a:r>
          </a:p>
          <a:p>
            <a:pPr lvl="4"/>
            <a:r>
              <a:rPr lang="en-GB" dirty="0"/>
              <a:t>Level 5, Tieto Sans Medium 16 (Impact blue 500 colour)</a:t>
            </a:r>
          </a:p>
          <a:p>
            <a:pPr lvl="5"/>
            <a:r>
              <a:rPr lang="en-GB" dirty="0"/>
              <a:t>Level 6, Tieto Sans 20 (Boardroom)</a:t>
            </a:r>
          </a:p>
          <a:p>
            <a:pPr lvl="6"/>
            <a:r>
              <a:rPr lang="en-GB" dirty="0"/>
              <a:t>Level 7, Tieto Sans 24 (Classroom)</a:t>
            </a:r>
          </a:p>
          <a:p>
            <a:pPr lvl="7"/>
            <a:r>
              <a:rPr lang="en-GB" dirty="0"/>
              <a:t>Level 8, Tieto Sans 32 (Ballroom)</a:t>
            </a:r>
          </a:p>
          <a:p>
            <a:pPr lvl="8"/>
            <a:r>
              <a:rPr lang="en-GB" dirty="0"/>
              <a:t>Level 9,Tieto Sans 48 (Infographics)</a:t>
            </a:r>
          </a:p>
          <a:p>
            <a:pPr lvl="8"/>
            <a:endParaRPr lang="en-GB" dirty="0"/>
          </a:p>
        </p:txBody>
      </p:sp>
      <p:sp>
        <p:nvSpPr>
          <p:cNvPr id="6" name="Slide Number Placeholder 5"/>
          <p:cNvSpPr>
            <a:spLocks noGrp="1"/>
          </p:cNvSpPr>
          <p:nvPr>
            <p:ph type="sldNum" sz="quarter" idx="4"/>
          </p:nvPr>
        </p:nvSpPr>
        <p:spPr>
          <a:xfrm>
            <a:off x="11422778" y="6534000"/>
            <a:ext cx="422089" cy="172509"/>
          </a:xfrm>
          <a:prstGeom prst="rect">
            <a:avLst/>
          </a:prstGeom>
        </p:spPr>
        <p:txBody>
          <a:bodyPr vert="horz" lIns="0" tIns="0" rIns="0" bIns="0" rtlCol="0" anchor="ctr"/>
          <a:lstStyle>
            <a:lvl1pPr algn="r">
              <a:defRPr sz="800">
                <a:solidFill>
                  <a:schemeClr val="accent6">
                    <a:lumMod val="75000"/>
                  </a:schemeClr>
                </a:solidFill>
              </a:defRPr>
            </a:lvl1pPr>
          </a:lstStyle>
          <a:p>
            <a:r>
              <a:rPr lang="en-GB" dirty="0"/>
              <a:t> </a:t>
            </a:r>
            <a:fld id="{61E25E67-CBB9-434B-BBF7-0A5E970272B8}" type="slidenum">
              <a:rPr lang="en-GB" smtClean="0"/>
              <a:pPr/>
              <a:t>‹#›</a:t>
            </a:fld>
            <a:endParaRPr lang="en-GB" dirty="0"/>
          </a:p>
        </p:txBody>
      </p:sp>
      <p:sp>
        <p:nvSpPr>
          <p:cNvPr id="11" name="xxLanguageTextBox">
            <a:extLst>
              <a:ext uri="{FF2B5EF4-FFF2-40B4-BE49-F238E27FC236}">
                <a16:creationId xmlns:a16="http://schemas.microsoft.com/office/drawing/2014/main" id="{58F81A98-8A90-4939-8305-1BD77D15340D}"/>
              </a:ext>
            </a:extLst>
          </p:cNvPr>
          <p:cNvSpPr/>
          <p:nvPr userDrawn="1">
            <p:custDataLst>
              <p:tags r:id="rId66"/>
            </p:custDataLst>
          </p:nvPr>
        </p:nvSpPr>
        <p:spPr>
          <a:xfrm>
            <a:off x="0" y="0"/>
            <a:ext cx="16933" cy="1693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7" name="xxLanguageTextBox">
            <a:extLst>
              <a:ext uri="{FF2B5EF4-FFF2-40B4-BE49-F238E27FC236}">
                <a16:creationId xmlns:a16="http://schemas.microsoft.com/office/drawing/2014/main" id="{0BA9C109-60A0-4CD7-8604-CA1350B8399E}"/>
              </a:ext>
            </a:extLst>
          </p:cNvPr>
          <p:cNvSpPr/>
          <p:nvPr userDrawn="1">
            <p:custDataLst>
              <p:tags r:id="rId67"/>
            </p:custDataLst>
          </p:nvPr>
        </p:nvSpPr>
        <p:spPr>
          <a:xfrm>
            <a:off x="0" y="0"/>
            <a:ext cx="16933" cy="16933"/>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8" name="xxLanguageTextBox">
            <a:extLst>
              <a:ext uri="{FF2B5EF4-FFF2-40B4-BE49-F238E27FC236}">
                <a16:creationId xmlns:a16="http://schemas.microsoft.com/office/drawing/2014/main" id="{E3424136-D07B-4809-A0D0-DF64A4998C65}"/>
              </a:ext>
            </a:extLst>
          </p:cNvPr>
          <p:cNvSpPr/>
          <p:nvPr userDrawn="1">
            <p:custDataLst>
              <p:tags r:id="rId68"/>
            </p:custDataLst>
          </p:nvPr>
        </p:nvSpPr>
        <p:spPr>
          <a:xfrm>
            <a:off x="0" y="0"/>
            <a:ext cx="16933" cy="16933"/>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9" name="xxLanguageTextBox">
            <a:extLst>
              <a:ext uri="{FF2B5EF4-FFF2-40B4-BE49-F238E27FC236}">
                <a16:creationId xmlns:a16="http://schemas.microsoft.com/office/drawing/2014/main" id="{44890CA2-8BA5-4DAF-A661-773C108C9506}"/>
              </a:ext>
            </a:extLst>
          </p:cNvPr>
          <p:cNvSpPr/>
          <p:nvPr userDrawn="1">
            <p:custDataLst>
              <p:tags r:id="rId69"/>
            </p:custDataLst>
          </p:nvPr>
        </p:nvSpPr>
        <p:spPr>
          <a:xfrm>
            <a:off x="0" y="0"/>
            <a:ext cx="16933" cy="16933"/>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10" name="xxLanguageTextBox">
            <a:extLst>
              <a:ext uri="{FF2B5EF4-FFF2-40B4-BE49-F238E27FC236}">
                <a16:creationId xmlns:a16="http://schemas.microsoft.com/office/drawing/2014/main" id="{E61FCD24-C515-4CE0-8F76-ED33AB0DF48C}"/>
              </a:ext>
            </a:extLst>
          </p:cNvPr>
          <p:cNvSpPr/>
          <p:nvPr userDrawn="1">
            <p:custDataLst>
              <p:tags r:id="rId70"/>
            </p:custDataLst>
          </p:nvPr>
        </p:nvSpPr>
        <p:spPr>
          <a:xfrm>
            <a:off x="0" y="0"/>
            <a:ext cx="16933" cy="16933"/>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dirty="0"/>
          </a:p>
        </p:txBody>
      </p:sp>
      <p:sp>
        <p:nvSpPr>
          <p:cNvPr id="15" name="tieto logo">
            <a:extLst>
              <a:ext uri="{FF2B5EF4-FFF2-40B4-BE49-F238E27FC236}">
                <a16:creationId xmlns:a16="http://schemas.microsoft.com/office/drawing/2014/main" id="{842E6DB9-1654-606C-9DEC-5AAF00C0C3E0}"/>
              </a:ext>
            </a:extLst>
          </p:cNvPr>
          <p:cNvSpPr/>
          <p:nvPr/>
        </p:nvSpPr>
        <p:spPr>
          <a:xfrm>
            <a:off x="347179" y="6552000"/>
            <a:ext cx="293394" cy="100185"/>
          </a:xfrm>
          <a:custGeom>
            <a:avLst/>
            <a:gdLst>
              <a:gd name="csX0" fmla="*/ 59422 w 293394"/>
              <a:gd name="csY0" fmla="*/ 0 h 100185"/>
              <a:gd name="csX1" fmla="*/ 59422 w 293394"/>
              <a:gd name="csY1" fmla="*/ 15461 h 100185"/>
              <a:gd name="csX2" fmla="*/ 76444 w 293394"/>
              <a:gd name="csY2" fmla="*/ 15461 h 100185"/>
              <a:gd name="csX3" fmla="*/ 76444 w 293394"/>
              <a:gd name="csY3" fmla="*/ 0 h 100185"/>
              <a:gd name="csX4" fmla="*/ 59422 w 293394"/>
              <a:gd name="csY4" fmla="*/ 0 h 100185"/>
              <a:gd name="csX5" fmla="*/ 104607 w 293394"/>
              <a:gd name="csY5" fmla="*/ 59833 h 100185"/>
              <a:gd name="csX6" fmla="*/ 104607 w 293394"/>
              <a:gd name="csY6" fmla="*/ 41126 h 100185"/>
              <a:gd name="csX7" fmla="*/ 110178 w 293394"/>
              <a:gd name="csY7" fmla="*/ 35560 h 100185"/>
              <a:gd name="csX8" fmla="*/ 133544 w 293394"/>
              <a:gd name="csY8" fmla="*/ 35560 h 100185"/>
              <a:gd name="csX9" fmla="*/ 138186 w 293394"/>
              <a:gd name="csY9" fmla="*/ 40043 h 100185"/>
              <a:gd name="csX10" fmla="*/ 134937 w 293394"/>
              <a:gd name="csY10" fmla="*/ 44991 h 100185"/>
              <a:gd name="csX11" fmla="*/ 104607 w 293394"/>
              <a:gd name="csY11" fmla="*/ 59833 h 100185"/>
              <a:gd name="csX12" fmla="*/ 104607 w 293394"/>
              <a:gd name="csY12" fmla="*/ 80396 h 100185"/>
              <a:gd name="csX13" fmla="*/ 104607 w 293394"/>
              <a:gd name="csY13" fmla="*/ 75912 h 100185"/>
              <a:gd name="csX14" fmla="*/ 143293 w 293394"/>
              <a:gd name="csY14" fmla="*/ 57050 h 100185"/>
              <a:gd name="csX15" fmla="*/ 155208 w 293394"/>
              <a:gd name="csY15" fmla="*/ 39579 h 100185"/>
              <a:gd name="csX16" fmla="*/ 136020 w 293394"/>
              <a:gd name="csY16" fmla="*/ 21645 h 100185"/>
              <a:gd name="csX17" fmla="*/ 107702 w 293394"/>
              <a:gd name="csY17" fmla="*/ 21645 h 100185"/>
              <a:gd name="csX18" fmla="*/ 87585 w 293394"/>
              <a:gd name="csY18" fmla="*/ 41744 h 100185"/>
              <a:gd name="csX19" fmla="*/ 87585 w 293394"/>
              <a:gd name="csY19" fmla="*/ 79777 h 100185"/>
              <a:gd name="csX20" fmla="*/ 107702 w 293394"/>
              <a:gd name="csY20" fmla="*/ 99876 h 100185"/>
              <a:gd name="csX21" fmla="*/ 153970 w 293394"/>
              <a:gd name="csY21" fmla="*/ 99876 h 100185"/>
              <a:gd name="csX22" fmla="*/ 153970 w 293394"/>
              <a:gd name="csY22" fmla="*/ 85962 h 100185"/>
              <a:gd name="csX23" fmla="*/ 110178 w 293394"/>
              <a:gd name="csY23" fmla="*/ 85962 h 100185"/>
              <a:gd name="csX24" fmla="*/ 104607 w 293394"/>
              <a:gd name="csY24" fmla="*/ 80396 h 100185"/>
              <a:gd name="csX25" fmla="*/ 59422 w 293394"/>
              <a:gd name="csY25" fmla="*/ 22263 h 100185"/>
              <a:gd name="csX26" fmla="*/ 59422 w 293394"/>
              <a:gd name="csY26" fmla="*/ 99876 h 100185"/>
              <a:gd name="csX27" fmla="*/ 76444 w 293394"/>
              <a:gd name="csY27" fmla="*/ 99876 h 100185"/>
              <a:gd name="csX28" fmla="*/ 76444 w 293394"/>
              <a:gd name="csY28" fmla="*/ 22263 h 100185"/>
              <a:gd name="csX29" fmla="*/ 59422 w 293394"/>
              <a:gd name="csY29" fmla="*/ 22263 h 100185"/>
              <a:gd name="csX30" fmla="*/ 48280 w 293394"/>
              <a:gd name="csY30" fmla="*/ 99876 h 100185"/>
              <a:gd name="csX31" fmla="*/ 48280 w 293394"/>
              <a:gd name="csY31" fmla="*/ 85962 h 100185"/>
              <a:gd name="csX32" fmla="*/ 22593 w 293394"/>
              <a:gd name="csY32" fmla="*/ 85962 h 100185"/>
              <a:gd name="csX33" fmla="*/ 17022 w 293394"/>
              <a:gd name="csY33" fmla="*/ 80396 h 100185"/>
              <a:gd name="csX34" fmla="*/ 17022 w 293394"/>
              <a:gd name="csY34" fmla="*/ 36178 h 100185"/>
              <a:gd name="csX35" fmla="*/ 48280 w 293394"/>
              <a:gd name="csY35" fmla="*/ 36178 h 100185"/>
              <a:gd name="csX36" fmla="*/ 48280 w 293394"/>
              <a:gd name="csY36" fmla="*/ 22263 h 100185"/>
              <a:gd name="csX37" fmla="*/ 17022 w 293394"/>
              <a:gd name="csY37" fmla="*/ 22263 h 100185"/>
              <a:gd name="csX38" fmla="*/ 17022 w 293394"/>
              <a:gd name="csY38" fmla="*/ 0 h 100185"/>
              <a:gd name="csX39" fmla="*/ 15939 w 293394"/>
              <a:gd name="csY39" fmla="*/ 0 h 100185"/>
              <a:gd name="csX40" fmla="*/ 0 w 293394"/>
              <a:gd name="csY40" fmla="*/ 7730 h 100185"/>
              <a:gd name="csX41" fmla="*/ 0 w 293394"/>
              <a:gd name="csY41" fmla="*/ 79777 h 100185"/>
              <a:gd name="csX42" fmla="*/ 20117 w 293394"/>
              <a:gd name="csY42" fmla="*/ 99876 h 100185"/>
              <a:gd name="csX43" fmla="*/ 48280 w 293394"/>
              <a:gd name="csY43" fmla="*/ 99876 h 100185"/>
              <a:gd name="csX44" fmla="*/ 273278 w 293394"/>
              <a:gd name="csY44" fmla="*/ 21645 h 100185"/>
              <a:gd name="csX45" fmla="*/ 242329 w 293394"/>
              <a:gd name="csY45" fmla="*/ 21645 h 100185"/>
              <a:gd name="csX46" fmla="*/ 222212 w 293394"/>
              <a:gd name="csY46" fmla="*/ 41744 h 100185"/>
              <a:gd name="csX47" fmla="*/ 222212 w 293394"/>
              <a:gd name="csY47" fmla="*/ 80087 h 100185"/>
              <a:gd name="csX48" fmla="*/ 242329 w 293394"/>
              <a:gd name="csY48" fmla="*/ 100185 h 100185"/>
              <a:gd name="csX49" fmla="*/ 273278 w 293394"/>
              <a:gd name="csY49" fmla="*/ 100185 h 100185"/>
              <a:gd name="csX50" fmla="*/ 293395 w 293394"/>
              <a:gd name="csY50" fmla="*/ 80087 h 100185"/>
              <a:gd name="csX51" fmla="*/ 293395 w 293394"/>
              <a:gd name="csY51" fmla="*/ 41744 h 100185"/>
              <a:gd name="csX52" fmla="*/ 273278 w 293394"/>
              <a:gd name="csY52" fmla="*/ 21645 h 100185"/>
              <a:gd name="csX53" fmla="*/ 276373 w 293394"/>
              <a:gd name="csY53" fmla="*/ 41126 h 100185"/>
              <a:gd name="csX54" fmla="*/ 276373 w 293394"/>
              <a:gd name="csY54" fmla="*/ 80705 h 100185"/>
              <a:gd name="csX55" fmla="*/ 270802 w 293394"/>
              <a:gd name="csY55" fmla="*/ 86271 h 100185"/>
              <a:gd name="csX56" fmla="*/ 244805 w 293394"/>
              <a:gd name="csY56" fmla="*/ 86271 h 100185"/>
              <a:gd name="csX57" fmla="*/ 239234 w 293394"/>
              <a:gd name="csY57" fmla="*/ 80705 h 100185"/>
              <a:gd name="csX58" fmla="*/ 239234 w 293394"/>
              <a:gd name="csY58" fmla="*/ 41126 h 100185"/>
              <a:gd name="csX59" fmla="*/ 244805 w 293394"/>
              <a:gd name="csY59" fmla="*/ 35560 h 100185"/>
              <a:gd name="csX60" fmla="*/ 270802 w 293394"/>
              <a:gd name="csY60" fmla="*/ 35560 h 100185"/>
              <a:gd name="csX61" fmla="*/ 276373 w 293394"/>
              <a:gd name="csY61" fmla="*/ 41126 h 100185"/>
              <a:gd name="csX62" fmla="*/ 213547 w 293394"/>
              <a:gd name="csY62" fmla="*/ 99876 h 100185"/>
              <a:gd name="csX63" fmla="*/ 213547 w 293394"/>
              <a:gd name="csY63" fmla="*/ 85962 h 100185"/>
              <a:gd name="csX64" fmla="*/ 187859 w 293394"/>
              <a:gd name="csY64" fmla="*/ 85962 h 100185"/>
              <a:gd name="csX65" fmla="*/ 182288 w 293394"/>
              <a:gd name="csY65" fmla="*/ 80396 h 100185"/>
              <a:gd name="csX66" fmla="*/ 182288 w 293394"/>
              <a:gd name="csY66" fmla="*/ 36178 h 100185"/>
              <a:gd name="csX67" fmla="*/ 213547 w 293394"/>
              <a:gd name="csY67" fmla="*/ 36178 h 100185"/>
              <a:gd name="csX68" fmla="*/ 213547 w 293394"/>
              <a:gd name="csY68" fmla="*/ 22263 h 100185"/>
              <a:gd name="csX69" fmla="*/ 182288 w 293394"/>
              <a:gd name="csY69" fmla="*/ 22263 h 100185"/>
              <a:gd name="csX70" fmla="*/ 182288 w 293394"/>
              <a:gd name="csY70" fmla="*/ 0 h 100185"/>
              <a:gd name="csX71" fmla="*/ 181205 w 293394"/>
              <a:gd name="csY71" fmla="*/ 0 h 100185"/>
              <a:gd name="csX72" fmla="*/ 165267 w 293394"/>
              <a:gd name="csY72" fmla="*/ 7730 h 100185"/>
              <a:gd name="csX73" fmla="*/ 165267 w 293394"/>
              <a:gd name="csY73" fmla="*/ 79777 h 100185"/>
              <a:gd name="csX74" fmla="*/ 185383 w 293394"/>
              <a:gd name="csY74" fmla="*/ 99876 h 100185"/>
              <a:gd name="csX75" fmla="*/ 213547 w 293394"/>
              <a:gd name="csY75" fmla="*/ 99876 h 100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93394" h="100185">
                <a:moveTo>
                  <a:pt x="59422" y="0"/>
                </a:moveTo>
                <a:lnTo>
                  <a:pt x="59422" y="15461"/>
                </a:lnTo>
                <a:lnTo>
                  <a:pt x="76444" y="15461"/>
                </a:lnTo>
                <a:lnTo>
                  <a:pt x="76444" y="0"/>
                </a:lnTo>
                <a:lnTo>
                  <a:pt x="59422" y="0"/>
                </a:lnTo>
                <a:close/>
                <a:moveTo>
                  <a:pt x="104607" y="59833"/>
                </a:moveTo>
                <a:lnTo>
                  <a:pt x="104607" y="41126"/>
                </a:lnTo>
                <a:cubicBezTo>
                  <a:pt x="104607" y="37724"/>
                  <a:pt x="106773" y="35560"/>
                  <a:pt x="110178" y="35560"/>
                </a:cubicBezTo>
                <a:lnTo>
                  <a:pt x="133544" y="35560"/>
                </a:lnTo>
                <a:cubicBezTo>
                  <a:pt x="136639" y="35560"/>
                  <a:pt x="138186" y="37415"/>
                  <a:pt x="138186" y="40043"/>
                </a:cubicBezTo>
                <a:cubicBezTo>
                  <a:pt x="138186" y="42826"/>
                  <a:pt x="136948" y="43908"/>
                  <a:pt x="134937" y="44991"/>
                </a:cubicBezTo>
                <a:lnTo>
                  <a:pt x="104607" y="59833"/>
                </a:lnTo>
                <a:close/>
                <a:moveTo>
                  <a:pt x="104607" y="80396"/>
                </a:moveTo>
                <a:lnTo>
                  <a:pt x="104607" y="75912"/>
                </a:lnTo>
                <a:lnTo>
                  <a:pt x="143293" y="57050"/>
                </a:lnTo>
                <a:cubicBezTo>
                  <a:pt x="152268" y="52721"/>
                  <a:pt x="155208" y="47774"/>
                  <a:pt x="155208" y="39579"/>
                </a:cubicBezTo>
                <a:cubicBezTo>
                  <a:pt x="155208" y="29994"/>
                  <a:pt x="148245" y="21645"/>
                  <a:pt x="136020" y="21645"/>
                </a:cubicBezTo>
                <a:lnTo>
                  <a:pt x="107702" y="21645"/>
                </a:lnTo>
                <a:cubicBezTo>
                  <a:pt x="96251" y="21645"/>
                  <a:pt x="87585" y="30303"/>
                  <a:pt x="87585" y="41744"/>
                </a:cubicBezTo>
                <a:lnTo>
                  <a:pt x="87585" y="79777"/>
                </a:lnTo>
                <a:cubicBezTo>
                  <a:pt x="87585" y="91218"/>
                  <a:pt x="96251" y="99876"/>
                  <a:pt x="107702" y="99876"/>
                </a:cubicBezTo>
                <a:lnTo>
                  <a:pt x="153970" y="99876"/>
                </a:lnTo>
                <a:lnTo>
                  <a:pt x="153970" y="85962"/>
                </a:lnTo>
                <a:lnTo>
                  <a:pt x="110178" y="85962"/>
                </a:lnTo>
                <a:cubicBezTo>
                  <a:pt x="106773" y="85962"/>
                  <a:pt x="104607" y="83797"/>
                  <a:pt x="104607" y="80396"/>
                </a:cubicBezTo>
                <a:close/>
                <a:moveTo>
                  <a:pt x="59422" y="22263"/>
                </a:moveTo>
                <a:lnTo>
                  <a:pt x="59422" y="99876"/>
                </a:lnTo>
                <a:lnTo>
                  <a:pt x="76444" y="99876"/>
                </a:lnTo>
                <a:lnTo>
                  <a:pt x="76444" y="22263"/>
                </a:lnTo>
                <a:lnTo>
                  <a:pt x="59422" y="22263"/>
                </a:lnTo>
                <a:close/>
                <a:moveTo>
                  <a:pt x="48280" y="99876"/>
                </a:moveTo>
                <a:lnTo>
                  <a:pt x="48280" y="85962"/>
                </a:lnTo>
                <a:lnTo>
                  <a:pt x="22593" y="85962"/>
                </a:lnTo>
                <a:cubicBezTo>
                  <a:pt x="19188" y="85962"/>
                  <a:pt x="17022" y="83797"/>
                  <a:pt x="17022" y="80396"/>
                </a:cubicBezTo>
                <a:lnTo>
                  <a:pt x="17022" y="36178"/>
                </a:lnTo>
                <a:lnTo>
                  <a:pt x="48280" y="36178"/>
                </a:lnTo>
                <a:lnTo>
                  <a:pt x="48280" y="22263"/>
                </a:lnTo>
                <a:lnTo>
                  <a:pt x="17022" y="22263"/>
                </a:lnTo>
                <a:lnTo>
                  <a:pt x="17022" y="0"/>
                </a:lnTo>
                <a:lnTo>
                  <a:pt x="15939" y="0"/>
                </a:lnTo>
                <a:lnTo>
                  <a:pt x="0" y="7730"/>
                </a:lnTo>
                <a:lnTo>
                  <a:pt x="0" y="79777"/>
                </a:lnTo>
                <a:cubicBezTo>
                  <a:pt x="0" y="91527"/>
                  <a:pt x="8356" y="99876"/>
                  <a:pt x="20117" y="99876"/>
                </a:cubicBezTo>
                <a:lnTo>
                  <a:pt x="48280" y="99876"/>
                </a:lnTo>
                <a:close/>
                <a:moveTo>
                  <a:pt x="273278" y="21645"/>
                </a:moveTo>
                <a:lnTo>
                  <a:pt x="242329" y="21645"/>
                </a:lnTo>
                <a:cubicBezTo>
                  <a:pt x="230878" y="21645"/>
                  <a:pt x="222212" y="30303"/>
                  <a:pt x="222212" y="41744"/>
                </a:cubicBezTo>
                <a:lnTo>
                  <a:pt x="222212" y="80087"/>
                </a:lnTo>
                <a:cubicBezTo>
                  <a:pt x="222212" y="91527"/>
                  <a:pt x="230878" y="100185"/>
                  <a:pt x="242329" y="100185"/>
                </a:cubicBezTo>
                <a:lnTo>
                  <a:pt x="273278" y="100185"/>
                </a:lnTo>
                <a:cubicBezTo>
                  <a:pt x="284729" y="100185"/>
                  <a:pt x="293395" y="91527"/>
                  <a:pt x="293395" y="80087"/>
                </a:cubicBezTo>
                <a:lnTo>
                  <a:pt x="293395" y="41744"/>
                </a:lnTo>
                <a:cubicBezTo>
                  <a:pt x="293395" y="30303"/>
                  <a:pt x="284729" y="21645"/>
                  <a:pt x="273278" y="21645"/>
                </a:cubicBezTo>
                <a:close/>
                <a:moveTo>
                  <a:pt x="276373" y="41126"/>
                </a:moveTo>
                <a:lnTo>
                  <a:pt x="276373" y="80705"/>
                </a:lnTo>
                <a:cubicBezTo>
                  <a:pt x="276373" y="84106"/>
                  <a:pt x="274206" y="86271"/>
                  <a:pt x="270802" y="86271"/>
                </a:cubicBezTo>
                <a:lnTo>
                  <a:pt x="244805" y="86271"/>
                </a:lnTo>
                <a:cubicBezTo>
                  <a:pt x="241401" y="86271"/>
                  <a:pt x="239234" y="84106"/>
                  <a:pt x="239234" y="80705"/>
                </a:cubicBezTo>
                <a:lnTo>
                  <a:pt x="239234" y="41126"/>
                </a:lnTo>
                <a:cubicBezTo>
                  <a:pt x="239234" y="37724"/>
                  <a:pt x="241401" y="35560"/>
                  <a:pt x="244805" y="35560"/>
                </a:cubicBezTo>
                <a:lnTo>
                  <a:pt x="270802" y="35560"/>
                </a:lnTo>
                <a:cubicBezTo>
                  <a:pt x="274206" y="35560"/>
                  <a:pt x="276373" y="37724"/>
                  <a:pt x="276373" y="41126"/>
                </a:cubicBezTo>
                <a:close/>
                <a:moveTo>
                  <a:pt x="213547" y="99876"/>
                </a:moveTo>
                <a:lnTo>
                  <a:pt x="213547" y="85962"/>
                </a:lnTo>
                <a:lnTo>
                  <a:pt x="187859" y="85962"/>
                </a:lnTo>
                <a:cubicBezTo>
                  <a:pt x="184455" y="85962"/>
                  <a:pt x="182288" y="83797"/>
                  <a:pt x="182288" y="80396"/>
                </a:cubicBezTo>
                <a:lnTo>
                  <a:pt x="182288" y="36178"/>
                </a:lnTo>
                <a:lnTo>
                  <a:pt x="213547" y="36178"/>
                </a:lnTo>
                <a:lnTo>
                  <a:pt x="213547" y="22263"/>
                </a:lnTo>
                <a:lnTo>
                  <a:pt x="182288" y="22263"/>
                </a:lnTo>
                <a:lnTo>
                  <a:pt x="182288" y="0"/>
                </a:lnTo>
                <a:lnTo>
                  <a:pt x="181205" y="0"/>
                </a:lnTo>
                <a:lnTo>
                  <a:pt x="165267" y="7730"/>
                </a:lnTo>
                <a:lnTo>
                  <a:pt x="165267" y="79777"/>
                </a:lnTo>
                <a:cubicBezTo>
                  <a:pt x="165267" y="91527"/>
                  <a:pt x="173623" y="99876"/>
                  <a:pt x="185383" y="99876"/>
                </a:cubicBezTo>
                <a:lnTo>
                  <a:pt x="213547" y="99876"/>
                </a:lnTo>
                <a:close/>
              </a:path>
            </a:pathLst>
          </a:custGeom>
          <a:solidFill>
            <a:schemeClr val="accent6">
              <a:lumMod val="75000"/>
            </a:schemeClr>
          </a:solidFill>
          <a:ln w="302" cap="flat">
            <a:noFill/>
            <a:prstDash val="solid"/>
            <a:miter/>
          </a:ln>
        </p:spPr>
        <p:txBody>
          <a:bodyPr/>
          <a:lstStyle/>
          <a:p>
            <a:endParaRPr lang="en-GB" dirty="0"/>
          </a:p>
        </p:txBody>
      </p:sp>
      <p:sp>
        <p:nvSpPr>
          <p:cNvPr id="13" name="Date Placeholder 12" hidden="1">
            <a:extLst>
              <a:ext uri="{FF2B5EF4-FFF2-40B4-BE49-F238E27FC236}">
                <a16:creationId xmlns:a16="http://schemas.microsoft.com/office/drawing/2014/main" id="{17041A54-5B86-4776-436D-AD9CC2F65A44}"/>
              </a:ext>
            </a:extLst>
          </p:cNvPr>
          <p:cNvSpPr>
            <a:spLocks noGrp="1"/>
          </p:cNvSpPr>
          <p:nvPr>
            <p:ph type="dt" sz="half" idx="2"/>
          </p:nvPr>
        </p:nvSpPr>
        <p:spPr>
          <a:xfrm>
            <a:off x="9249290" y="6534000"/>
            <a:ext cx="2059200" cy="172800"/>
          </a:xfrm>
          <a:prstGeom prst="rect">
            <a:avLst/>
          </a:prstGeom>
        </p:spPr>
        <p:txBody>
          <a:bodyPr vert="horz" lIns="0" tIns="0" rIns="0" bIns="0" rtlCol="0" anchor="ctr"/>
          <a:lstStyle>
            <a:lvl1pPr algn="r">
              <a:defRPr sz="800">
                <a:solidFill>
                  <a:schemeClr val="accent6">
                    <a:lumMod val="75000"/>
                  </a:schemeClr>
                </a:solidFill>
              </a:defRPr>
            </a:lvl1pPr>
          </a:lstStyle>
          <a:p>
            <a:fld id="{EB091B29-B772-48BE-AB7D-F7193B664214}" type="datetime3">
              <a:rPr lang="en-GB" smtClean="0"/>
              <a:t>21 July, 2026</a:t>
            </a:fld>
            <a:endParaRPr lang="en-GB" dirty="0"/>
          </a:p>
        </p:txBody>
      </p:sp>
      <p:sp>
        <p:nvSpPr>
          <p:cNvPr id="16" name="Footer Placeholder 15">
            <a:extLst>
              <a:ext uri="{FF2B5EF4-FFF2-40B4-BE49-F238E27FC236}">
                <a16:creationId xmlns:a16="http://schemas.microsoft.com/office/drawing/2014/main" id="{DDBCA594-61AA-C096-7CA4-A2A6476701B1}"/>
              </a:ext>
            </a:extLst>
          </p:cNvPr>
          <p:cNvSpPr>
            <a:spLocks noGrp="1"/>
          </p:cNvSpPr>
          <p:nvPr>
            <p:ph type="ftr" sz="quarter" idx="3"/>
          </p:nvPr>
        </p:nvSpPr>
        <p:spPr>
          <a:xfrm>
            <a:off x="1374161" y="6534000"/>
            <a:ext cx="2592000" cy="172800"/>
          </a:xfrm>
          <a:prstGeom prst="rect">
            <a:avLst/>
          </a:prstGeom>
        </p:spPr>
        <p:txBody>
          <a:bodyPr vert="horz" lIns="0" tIns="0" rIns="0" bIns="0" rtlCol="0" anchor="ctr"/>
          <a:lstStyle>
            <a:lvl1pPr algn="l">
              <a:defRPr lang="en-GB" sz="800" kern="1200">
                <a:solidFill>
                  <a:schemeClr val="accent6">
                    <a:lumMod val="75000"/>
                  </a:schemeClr>
                </a:solidFill>
                <a:latin typeface="+mn-lt"/>
                <a:ea typeface="+mn-ea"/>
                <a:cs typeface="+mn-cs"/>
              </a:defRPr>
            </a:lvl1pPr>
          </a:lstStyle>
          <a:p>
            <a:r>
              <a:rPr lang="en-GB" dirty="0"/>
              <a:t>Confidential</a:t>
            </a:r>
          </a:p>
        </p:txBody>
      </p:sp>
    </p:spTree>
    <p:extLst>
      <p:ext uri="{BB962C8B-B14F-4D97-AF65-F5344CB8AC3E}">
        <p14:creationId xmlns:p14="http://schemas.microsoft.com/office/powerpoint/2010/main" val="2651892878"/>
      </p:ext>
    </p:extLst>
  </p:cSld>
  <p:clrMap bg1="lt1" tx1="dk1" bg2="lt2" tx2="dk2" accent1="accent1" accent2="accent2" accent3="accent3" accent4="accent4" accent5="accent5" accent6="accent6" hlink="hlink" folHlink="folHlink"/>
  <p:sldLayoutIdLst>
    <p:sldLayoutId id="2147483787" r:id="rId1"/>
    <p:sldLayoutId id="2147483677" r:id="rId2"/>
    <p:sldLayoutId id="2147483661" r:id="rId3"/>
    <p:sldLayoutId id="2147483679" r:id="rId4"/>
    <p:sldLayoutId id="2147483678" r:id="rId5"/>
    <p:sldLayoutId id="2147483700" r:id="rId6"/>
    <p:sldLayoutId id="2147483701" r:id="rId7"/>
    <p:sldLayoutId id="2147483702" r:id="rId8"/>
    <p:sldLayoutId id="2147483724" r:id="rId9"/>
    <p:sldLayoutId id="2147483743" r:id="rId10"/>
    <p:sldLayoutId id="2147483683" r:id="rId11"/>
    <p:sldLayoutId id="2147483687" r:id="rId12"/>
    <p:sldLayoutId id="2147483688" r:id="rId13"/>
    <p:sldLayoutId id="2147483727" r:id="rId14"/>
    <p:sldLayoutId id="2147483772" r:id="rId15"/>
    <p:sldLayoutId id="2147483721" r:id="rId16"/>
    <p:sldLayoutId id="2147483723" r:id="rId17"/>
    <p:sldLayoutId id="2147483722" r:id="rId18"/>
    <p:sldLayoutId id="2147483744" r:id="rId19"/>
    <p:sldLayoutId id="2147483745" r:id="rId20"/>
    <p:sldLayoutId id="2147483788" r:id="rId21"/>
    <p:sldLayoutId id="2147483776" r:id="rId22"/>
    <p:sldLayoutId id="2147483775" r:id="rId23"/>
    <p:sldLayoutId id="2147483777" r:id="rId24"/>
    <p:sldLayoutId id="2147483747" r:id="rId25"/>
    <p:sldLayoutId id="2147483778" r:id="rId26"/>
    <p:sldLayoutId id="2147483779" r:id="rId27"/>
    <p:sldLayoutId id="2147483780" r:id="rId28"/>
    <p:sldLayoutId id="2147483781" r:id="rId29"/>
    <p:sldLayoutId id="2147483782" r:id="rId30"/>
    <p:sldLayoutId id="2147483783" r:id="rId31"/>
    <p:sldLayoutId id="2147483784" r:id="rId32"/>
    <p:sldLayoutId id="2147483675" r:id="rId33"/>
    <p:sldLayoutId id="2147483676" r:id="rId34"/>
    <p:sldLayoutId id="2147483711" r:id="rId35"/>
    <p:sldLayoutId id="2147483710" r:id="rId36"/>
    <p:sldLayoutId id="2147483785" r:id="rId37"/>
    <p:sldLayoutId id="2147483697" r:id="rId38"/>
    <p:sldLayoutId id="2147483786" r:id="rId39"/>
    <p:sldLayoutId id="2147483698" r:id="rId40"/>
    <p:sldLayoutId id="2147483706" r:id="rId41"/>
    <p:sldLayoutId id="2147483753" r:id="rId42"/>
    <p:sldLayoutId id="2147483703" r:id="rId43"/>
    <p:sldLayoutId id="2147483754" r:id="rId44"/>
    <p:sldLayoutId id="2147483729" r:id="rId45"/>
    <p:sldLayoutId id="2147483704" r:id="rId46"/>
    <p:sldLayoutId id="2147483705" r:id="rId47"/>
    <p:sldLayoutId id="2147483741" r:id="rId48"/>
    <p:sldLayoutId id="2147483756" r:id="rId49"/>
    <p:sldLayoutId id="2147483759" r:id="rId50"/>
    <p:sldLayoutId id="2147483761" r:id="rId51"/>
    <p:sldLayoutId id="2147483760" r:id="rId52"/>
    <p:sldLayoutId id="2147483762" r:id="rId53"/>
    <p:sldLayoutId id="2147483763" r:id="rId54"/>
    <p:sldLayoutId id="2147483764" r:id="rId55"/>
    <p:sldLayoutId id="2147483765" r:id="rId56"/>
    <p:sldLayoutId id="2147483766" r:id="rId57"/>
    <p:sldLayoutId id="2147483767" r:id="rId58"/>
    <p:sldLayoutId id="2147483768" r:id="rId59"/>
    <p:sldLayoutId id="2147483769" r:id="rId60"/>
    <p:sldLayoutId id="2147483770" r:id="rId61"/>
    <p:sldLayoutId id="2147483773" r:id="rId62"/>
    <p:sldLayoutId id="2147483774" r:id="rId63"/>
    <p:sldLayoutId id="2147483757" r:id="rId64"/>
  </p:sldLayoutIdLst>
  <p:hf hdr="0" dt="0"/>
  <p:txStyles>
    <p:titleStyle>
      <a:lvl1pPr algn="l" defTabSz="914377" rtl="0" eaLnBrk="1" latinLnBrk="0" hangingPunct="1">
        <a:lnSpc>
          <a:spcPct val="90000"/>
        </a:lnSpc>
        <a:spcBef>
          <a:spcPct val="0"/>
        </a:spcBef>
        <a:buNone/>
        <a:defRPr sz="3200" kern="1200">
          <a:solidFill>
            <a:schemeClr val="accent3"/>
          </a:solidFill>
          <a:latin typeface="+mj-lt"/>
          <a:ea typeface="+mj-ea"/>
          <a:cs typeface="+mj-cs"/>
        </a:defRPr>
      </a:lvl1pPr>
    </p:titleStyle>
    <p:bodyStyle>
      <a:lvl1pPr marL="228594" indent="-228594"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accent1"/>
          </a:solidFill>
          <a:latin typeface="+mn-lt"/>
          <a:ea typeface="+mn-ea"/>
          <a:cs typeface="+mn-cs"/>
        </a:defRPr>
      </a:lvl1pPr>
      <a:lvl2pPr marL="460788" indent="-230394"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accent1"/>
          </a:solidFill>
          <a:latin typeface="+mn-lt"/>
          <a:ea typeface="+mn-ea"/>
          <a:cs typeface="+mn-cs"/>
        </a:defRPr>
      </a:lvl2pPr>
      <a:lvl3pPr marL="691183" indent="-230394" algn="l" defTabSz="914377" rtl="0" eaLnBrk="1" latinLnBrk="0" hangingPunct="1">
        <a:lnSpc>
          <a:spcPct val="100000"/>
        </a:lnSpc>
        <a:spcBef>
          <a:spcPts val="0"/>
        </a:spcBef>
        <a:spcAft>
          <a:spcPts val="600"/>
        </a:spcAft>
        <a:buFont typeface="Wingdings" panose="05000000000000000000" pitchFamily="2" charset="2"/>
        <a:buChar char="§"/>
        <a:defRPr sz="1600" kern="1200">
          <a:solidFill>
            <a:schemeClr val="accent1"/>
          </a:solidFill>
          <a:latin typeface="+mn-lt"/>
          <a:ea typeface="+mn-ea"/>
          <a:cs typeface="+mn-cs"/>
        </a:defRPr>
      </a:lvl3pPr>
      <a:lvl4pPr marL="0" indent="0"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accent1"/>
          </a:solidFill>
          <a:latin typeface="Tieto Sans Medium" pitchFamily="2" charset="0"/>
          <a:ea typeface="+mn-ea"/>
          <a:cs typeface="+mn-cs"/>
        </a:defRPr>
      </a:lvl4pPr>
      <a:lvl5pPr marL="0" indent="0" algn="l" defTabSz="914377" rtl="0" eaLnBrk="1" latinLnBrk="0" hangingPunct="1">
        <a:lnSpc>
          <a:spcPct val="100000"/>
        </a:lnSpc>
        <a:spcBef>
          <a:spcPts val="0"/>
        </a:spcBef>
        <a:spcAft>
          <a:spcPts val="600"/>
        </a:spcAft>
        <a:buFont typeface="Arial" panose="020B0604020202020204" pitchFamily="34" charset="0"/>
        <a:buChar char="​"/>
        <a:defRPr sz="1600" kern="1200">
          <a:solidFill>
            <a:schemeClr val="accent3"/>
          </a:solidFill>
          <a:latin typeface="Tieto Sans Medium" pitchFamily="2" charset="0"/>
          <a:ea typeface="+mn-ea"/>
          <a:cs typeface="+mn-cs"/>
        </a:defRPr>
      </a:lvl5pPr>
      <a:lvl6pPr marL="0" indent="0" algn="l" defTabSz="914377" rtl="0" eaLnBrk="1" latinLnBrk="0" hangingPunct="1">
        <a:lnSpc>
          <a:spcPct val="100000"/>
        </a:lnSpc>
        <a:spcBef>
          <a:spcPts val="0"/>
        </a:spcBef>
        <a:spcAft>
          <a:spcPts val="600"/>
        </a:spcAft>
        <a:buFont typeface="Arial" panose="020B0604020202020204" pitchFamily="34" charset="0"/>
        <a:buChar char="​"/>
        <a:defRPr sz="2000" kern="1200">
          <a:solidFill>
            <a:schemeClr val="accent1"/>
          </a:solidFill>
          <a:latin typeface="+mn-lt"/>
          <a:ea typeface="+mn-ea"/>
          <a:cs typeface="+mn-cs"/>
        </a:defRPr>
      </a:lvl6pPr>
      <a:lvl7pPr marL="0" indent="0" algn="l" defTabSz="914377" rtl="0" eaLnBrk="1" latinLnBrk="0" hangingPunct="1">
        <a:lnSpc>
          <a:spcPct val="100000"/>
        </a:lnSpc>
        <a:spcBef>
          <a:spcPts val="0"/>
        </a:spcBef>
        <a:spcAft>
          <a:spcPts val="600"/>
        </a:spcAft>
        <a:buFont typeface="Arial" panose="020B0604020202020204" pitchFamily="34" charset="0"/>
        <a:buChar char="​"/>
        <a:defRPr sz="2400" kern="1200">
          <a:solidFill>
            <a:schemeClr val="accent1"/>
          </a:solidFill>
          <a:latin typeface="+mn-lt"/>
          <a:ea typeface="+mn-ea"/>
          <a:cs typeface="+mn-cs"/>
        </a:defRPr>
      </a:lvl7pPr>
      <a:lvl8pPr marL="0" indent="0" algn="l" defTabSz="914377" rtl="0" eaLnBrk="1" latinLnBrk="0" hangingPunct="1">
        <a:lnSpc>
          <a:spcPct val="100000"/>
        </a:lnSpc>
        <a:spcBef>
          <a:spcPts val="0"/>
        </a:spcBef>
        <a:spcAft>
          <a:spcPts val="600"/>
        </a:spcAft>
        <a:buFont typeface="Arial" panose="020B0604020202020204" pitchFamily="34" charset="0"/>
        <a:buChar char="​"/>
        <a:defRPr sz="3200" kern="1200">
          <a:solidFill>
            <a:schemeClr val="accent1"/>
          </a:solidFill>
          <a:latin typeface="+mn-lt"/>
          <a:ea typeface="+mn-ea"/>
          <a:cs typeface="+mn-cs"/>
        </a:defRPr>
      </a:lvl8pPr>
      <a:lvl9pPr marL="0" indent="0" algn="l" defTabSz="914377" rtl="0" eaLnBrk="1" latinLnBrk="0" hangingPunct="1">
        <a:lnSpc>
          <a:spcPct val="100000"/>
        </a:lnSpc>
        <a:spcBef>
          <a:spcPts val="0"/>
        </a:spcBef>
        <a:spcAft>
          <a:spcPts val="600"/>
        </a:spcAft>
        <a:buFont typeface="Arial" panose="020B0604020202020204" pitchFamily="34" charset="0"/>
        <a:buChar char="​"/>
        <a:defRPr sz="4800" kern="1200">
          <a:solidFill>
            <a:schemeClr val="accent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8" pos="217" userDrawn="1">
          <p15:clr>
            <a:srgbClr val="A4A3A4"/>
          </p15:clr>
        </p15:guide>
        <p15:guide id="9" orient="horz" pos="217" userDrawn="1">
          <p15:clr>
            <a:srgbClr val="A4A3A4"/>
          </p15:clr>
        </p15:guide>
        <p15:guide id="10" pos="7461" userDrawn="1">
          <p15:clr>
            <a:srgbClr val="A4A3A4"/>
          </p15:clr>
        </p15:guide>
        <p15:guide id="11" orient="horz" pos="4101" userDrawn="1">
          <p15:clr>
            <a:srgbClr val="A4A3A4"/>
          </p15:clr>
        </p15:guide>
        <p15:guide id="14" orient="horz" pos="723" userDrawn="1">
          <p15:clr>
            <a:srgbClr val="A4A3A4"/>
          </p15:clr>
        </p15:guide>
        <p15:guide id="15" orient="horz" pos="832" userDrawn="1">
          <p15:clr>
            <a:srgbClr val="A4A3A4"/>
          </p15:clr>
        </p15:guide>
        <p15:guide id="16" orient="horz" pos="3780"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4.xml"/><Relationship Id="rId1" Type="http://schemas.openxmlformats.org/officeDocument/2006/relationships/customXml" Target="../../customXml/item3.xml"/><Relationship Id="rId5" Type="http://schemas.openxmlformats.org/officeDocument/2006/relationships/image" Target="../media/image19.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6.xml"/><Relationship Id="rId1" Type="http://schemas.openxmlformats.org/officeDocument/2006/relationships/customXml" Target="../../customXml/item5.xml"/><Relationship Id="rId5" Type="http://schemas.openxmlformats.org/officeDocument/2006/relationships/image" Target="../media/image20.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8.xml"/><Relationship Id="rId1" Type="http://schemas.openxmlformats.org/officeDocument/2006/relationships/customXml" Target="../../customXml/item7.xml"/><Relationship Id="rId5" Type="http://schemas.openxmlformats.org/officeDocument/2006/relationships/image" Target="../media/image2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10.xml"/><Relationship Id="rId1" Type="http://schemas.openxmlformats.org/officeDocument/2006/relationships/customXml" Target="../../customXml/item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26.png"/><Relationship Id="rId2" Type="http://schemas.openxmlformats.org/officeDocument/2006/relationships/customXml" Target="../../customXml/item12.xml"/><Relationship Id="rId1" Type="http://schemas.openxmlformats.org/officeDocument/2006/relationships/customXml" Target="../../customXml/item1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14.xml"/><Relationship Id="rId1" Type="http://schemas.openxmlformats.org/officeDocument/2006/relationships/customXml" Target="../../customXml/item1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16.xml"/><Relationship Id="rId1" Type="http://schemas.openxmlformats.org/officeDocument/2006/relationships/customXml" Target="../../customXml/item15.xml"/><Relationship Id="rId5" Type="http://schemas.openxmlformats.org/officeDocument/2006/relationships/image" Target="../media/image27.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18.xml"/><Relationship Id="rId1" Type="http://schemas.openxmlformats.org/officeDocument/2006/relationships/customXml" Target="../../customXml/item17.xml"/><Relationship Id="rId5" Type="http://schemas.openxmlformats.org/officeDocument/2006/relationships/image" Target="../media/image28.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20.xml"/><Relationship Id="rId1" Type="http://schemas.openxmlformats.org/officeDocument/2006/relationships/customXml" Target="../../customXml/item19.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22.xml"/><Relationship Id="rId1" Type="http://schemas.openxmlformats.org/officeDocument/2006/relationships/customXml" Target="../../customXml/item21.xml"/><Relationship Id="rId6" Type="http://schemas.openxmlformats.org/officeDocument/2006/relationships/image" Target="../media/image29.png"/><Relationship Id="rId5" Type="http://schemas.openxmlformats.org/officeDocument/2006/relationships/image" Target="../media/image2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24.xml"/><Relationship Id="rId1" Type="http://schemas.openxmlformats.org/officeDocument/2006/relationships/customXml" Target="../../customXml/item2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customXml" Target="../../customXml/item26.xml"/><Relationship Id="rId1" Type="http://schemas.openxmlformats.org/officeDocument/2006/relationships/customXml" Target="../../customXml/item25.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8449CB-F8BC-AB66-E6E2-277054514662}"/>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0F6DBB51-7924-4F7B-BB65-65697A535453}"/>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1</a:t>
            </a:fld>
            <a:endParaRPr lang="en-GB" dirty="0"/>
          </a:p>
        </p:txBody>
      </p:sp>
      <p:pic>
        <p:nvPicPr>
          <p:cNvPr id="4" name="Picture 3">
            <a:extLst>
              <a:ext uri="{FF2B5EF4-FFF2-40B4-BE49-F238E27FC236}">
                <a16:creationId xmlns:a16="http://schemas.microsoft.com/office/drawing/2014/main" id="{45EC0475-DDD1-A385-2EA3-7632038CB1DF}"/>
              </a:ext>
            </a:extLst>
          </p:cNvPr>
          <p:cNvPicPr>
            <a:picLocks noChangeAspect="1"/>
          </p:cNvPicPr>
          <p:nvPr/>
        </p:nvPicPr>
        <p:blipFill>
          <a:blip r:embed="rId5"/>
          <a:stretch>
            <a:fillRect/>
          </a:stretch>
        </p:blipFill>
        <p:spPr>
          <a:xfrm>
            <a:off x="998603" y="3324604"/>
            <a:ext cx="9877425" cy="3295650"/>
          </a:xfrm>
          <a:prstGeom prst="rect">
            <a:avLst/>
          </a:prstGeom>
        </p:spPr>
      </p:pic>
      <p:sp>
        <p:nvSpPr>
          <p:cNvPr id="5" name="TextBox 4">
            <a:extLst>
              <a:ext uri="{FF2B5EF4-FFF2-40B4-BE49-F238E27FC236}">
                <a16:creationId xmlns:a16="http://schemas.microsoft.com/office/drawing/2014/main" id="{C1C02A63-F642-D648-086C-175C5C7256B8}"/>
              </a:ext>
            </a:extLst>
          </p:cNvPr>
          <p:cNvSpPr txBox="1"/>
          <p:nvPr/>
        </p:nvSpPr>
        <p:spPr>
          <a:xfrm>
            <a:off x="6301048" y="1039108"/>
            <a:ext cx="5543819" cy="1870348"/>
          </a:xfrm>
          <a:prstGeom prst="rect">
            <a:avLst/>
          </a:prstGeom>
          <a:noFill/>
        </p:spPr>
        <p:txBody>
          <a:bodyPr wrap="square" rtlCol="0">
            <a:noAutofit/>
          </a:bodyPr>
          <a:lstStyle/>
          <a:p>
            <a:pPr algn="l"/>
            <a:endParaRPr lang="en-US" sz="1000" dirty="0"/>
          </a:p>
          <a:p>
            <a:pPr algn="l"/>
            <a:r>
              <a:rPr lang="en-US" sz="1000" dirty="0"/>
              <a:t>The routine shows a specification of how the sum in base currency is divided at account level.</a:t>
            </a:r>
          </a:p>
          <a:p>
            <a:pPr algn="l"/>
            <a:r>
              <a:rPr lang="en-US" sz="1000" dirty="0"/>
              <a:t>The sum in base currency is displayed per:</a:t>
            </a:r>
          </a:p>
          <a:p>
            <a:pPr algn="l"/>
            <a:endParaRPr lang="en-US" sz="1000" dirty="0"/>
          </a:p>
          <a:p>
            <a:pPr algn="l"/>
            <a:r>
              <a:rPr lang="en-US" sz="1000" dirty="0"/>
              <a:t>	◾Financial Year</a:t>
            </a:r>
          </a:p>
          <a:p>
            <a:pPr algn="l"/>
            <a:r>
              <a:rPr lang="en-US" sz="1000" dirty="0"/>
              <a:t>	◾Booking Type</a:t>
            </a:r>
          </a:p>
          <a:p>
            <a:pPr algn="l"/>
            <a:endParaRPr lang="en-US" sz="1000" dirty="0"/>
          </a:p>
          <a:p>
            <a:pPr algn="l"/>
            <a:r>
              <a:rPr lang="en-US" sz="1000" dirty="0"/>
              <a:t>It is possible to switch between different booking types and financial years. </a:t>
            </a:r>
          </a:p>
          <a:p>
            <a:r>
              <a:rPr lang="en-US" sz="1000" dirty="0"/>
              <a:t>It would be great to include the column external account parts in the grid that shows Bookings per account.</a:t>
            </a:r>
            <a:endParaRPr lang="en-SE" sz="1600" dirty="0" err="1"/>
          </a:p>
        </p:txBody>
      </p:sp>
      <p:sp>
        <p:nvSpPr>
          <p:cNvPr id="7" name="TextBox 6">
            <a:extLst>
              <a:ext uri="{FF2B5EF4-FFF2-40B4-BE49-F238E27FC236}">
                <a16:creationId xmlns:a16="http://schemas.microsoft.com/office/drawing/2014/main" id="{33E02D4D-0BB2-527A-4781-E9A4542B16EE}"/>
              </a:ext>
            </a:extLst>
          </p:cNvPr>
          <p:cNvSpPr txBox="1"/>
          <p:nvPr/>
        </p:nvSpPr>
        <p:spPr>
          <a:xfrm>
            <a:off x="842481" y="71919"/>
            <a:ext cx="4582274" cy="667820"/>
          </a:xfrm>
          <a:prstGeom prst="rect">
            <a:avLst/>
          </a:prstGeom>
          <a:noFill/>
        </p:spPr>
        <p:txBody>
          <a:bodyPr wrap="square" rtlCol="0">
            <a:noAutofit/>
          </a:bodyPr>
          <a:lstStyle/>
          <a:p>
            <a:r>
              <a:rPr lang="en-US" sz="1600" dirty="0"/>
              <a:t>Total reconciliation</a:t>
            </a:r>
            <a:endParaRPr lang="en-SE" sz="1600" dirty="0" err="1"/>
          </a:p>
        </p:txBody>
      </p:sp>
      <p:sp>
        <p:nvSpPr>
          <p:cNvPr id="8" name="TextBox 7">
            <a:extLst>
              <a:ext uri="{FF2B5EF4-FFF2-40B4-BE49-F238E27FC236}">
                <a16:creationId xmlns:a16="http://schemas.microsoft.com/office/drawing/2014/main" id="{9FD80015-7A1E-2DE0-5028-9FB534FFC0A6}"/>
              </a:ext>
            </a:extLst>
          </p:cNvPr>
          <p:cNvSpPr txBox="1"/>
          <p:nvPr/>
        </p:nvSpPr>
        <p:spPr>
          <a:xfrm>
            <a:off x="604153" y="1459942"/>
            <a:ext cx="5286801" cy="1280160"/>
          </a:xfrm>
          <a:prstGeom prst="rect">
            <a:avLst/>
          </a:prstGeom>
          <a:noFill/>
        </p:spPr>
        <p:txBody>
          <a:bodyPr wrap="square" rtlCol="0">
            <a:noAutofit/>
          </a:bodyPr>
          <a:lstStyle/>
          <a:p>
            <a:r>
              <a:rPr lang="en-US" sz="1000" dirty="0"/>
              <a:t>In this form the user can, at Accounting event level, view the amounts that has been booked in base currency. The amounts can be viewed per financial year and include all contracts in the database.</a:t>
            </a:r>
          </a:p>
          <a:p>
            <a:r>
              <a:rPr lang="en-US" sz="1000" dirty="0"/>
              <a:t>A more thorough analysis is possible for each booking type where a specification of the amount in base currency, divided at account level, is presented. This can be performed by clicking the Specification button.</a:t>
            </a:r>
          </a:p>
          <a:p>
            <a:pPr algn="l"/>
            <a:endParaRPr lang="en-SE" sz="1600" dirty="0" err="1"/>
          </a:p>
        </p:txBody>
      </p:sp>
      <p:sp>
        <p:nvSpPr>
          <p:cNvPr id="11" name="Arrow: Down 10">
            <a:extLst>
              <a:ext uri="{FF2B5EF4-FFF2-40B4-BE49-F238E27FC236}">
                <a16:creationId xmlns:a16="http://schemas.microsoft.com/office/drawing/2014/main" id="{5491301E-F69B-5A73-5FCE-92B1490DA288}"/>
              </a:ext>
            </a:extLst>
          </p:cNvPr>
          <p:cNvSpPr/>
          <p:nvPr/>
        </p:nvSpPr>
        <p:spPr>
          <a:xfrm>
            <a:off x="2369127" y="2809703"/>
            <a:ext cx="290946" cy="326134"/>
          </a:xfrm>
          <a:prstGeom prst="down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sz="1600" dirty="0" err="1">
              <a:solidFill>
                <a:srgbClr val="021E57"/>
              </a:solidFill>
            </a:endParaRPr>
          </a:p>
        </p:txBody>
      </p:sp>
      <p:sp>
        <p:nvSpPr>
          <p:cNvPr id="12" name="Arrow: Down 11">
            <a:extLst>
              <a:ext uri="{FF2B5EF4-FFF2-40B4-BE49-F238E27FC236}">
                <a16:creationId xmlns:a16="http://schemas.microsoft.com/office/drawing/2014/main" id="{D39D60F6-B83C-492C-6C57-6A4DBB838569}"/>
              </a:ext>
            </a:extLst>
          </p:cNvPr>
          <p:cNvSpPr/>
          <p:nvPr/>
        </p:nvSpPr>
        <p:spPr>
          <a:xfrm>
            <a:off x="8041178" y="2698276"/>
            <a:ext cx="290946" cy="326134"/>
          </a:xfrm>
          <a:prstGeom prst="down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sz="1600" dirty="0" err="1">
              <a:solidFill>
                <a:srgbClr val="021E57"/>
              </a:solidFill>
            </a:endParaRPr>
          </a:p>
        </p:txBody>
      </p:sp>
    </p:spTree>
    <p:custDataLst>
      <p:custData r:id="rId1"/>
      <p:custData r:id="rId2"/>
    </p:custDataLst>
    <p:extLst>
      <p:ext uri="{BB962C8B-B14F-4D97-AF65-F5344CB8AC3E}">
        <p14:creationId xmlns:p14="http://schemas.microsoft.com/office/powerpoint/2010/main" val="19518735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988A6-C6B1-B1A0-0F01-AF2A596303C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CC3FE39-8606-0A35-AC2B-5B933DFD1798}"/>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0893DE82-8C77-061C-1419-CBC7F231B4C8}"/>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2</a:t>
            </a:fld>
            <a:endParaRPr lang="en-GB" dirty="0"/>
          </a:p>
        </p:txBody>
      </p:sp>
      <p:pic>
        <p:nvPicPr>
          <p:cNvPr id="4" name="Picture 3">
            <a:extLst>
              <a:ext uri="{FF2B5EF4-FFF2-40B4-BE49-F238E27FC236}">
                <a16:creationId xmlns:a16="http://schemas.microsoft.com/office/drawing/2014/main" id="{2E95E4D9-190F-DE2C-7DBA-36509BF6F88D}"/>
              </a:ext>
            </a:extLst>
          </p:cNvPr>
          <p:cNvPicPr>
            <a:picLocks noChangeAspect="1"/>
          </p:cNvPicPr>
          <p:nvPr/>
        </p:nvPicPr>
        <p:blipFill>
          <a:blip r:embed="rId5"/>
          <a:stretch>
            <a:fillRect/>
          </a:stretch>
        </p:blipFill>
        <p:spPr>
          <a:xfrm>
            <a:off x="1223962" y="2429254"/>
            <a:ext cx="9744075" cy="4191000"/>
          </a:xfrm>
          <a:prstGeom prst="rect">
            <a:avLst/>
          </a:prstGeom>
        </p:spPr>
      </p:pic>
      <p:sp>
        <p:nvSpPr>
          <p:cNvPr id="5" name="TextBox 4">
            <a:extLst>
              <a:ext uri="{FF2B5EF4-FFF2-40B4-BE49-F238E27FC236}">
                <a16:creationId xmlns:a16="http://schemas.microsoft.com/office/drawing/2014/main" id="{95CC7654-CFC6-2969-EFF1-5854FC9D3B3E}"/>
              </a:ext>
            </a:extLst>
          </p:cNvPr>
          <p:cNvSpPr txBox="1"/>
          <p:nvPr/>
        </p:nvSpPr>
        <p:spPr>
          <a:xfrm>
            <a:off x="174661" y="103119"/>
            <a:ext cx="4582274" cy="667820"/>
          </a:xfrm>
          <a:prstGeom prst="rect">
            <a:avLst/>
          </a:prstGeom>
          <a:noFill/>
        </p:spPr>
        <p:txBody>
          <a:bodyPr wrap="square" rtlCol="0">
            <a:noAutofit/>
          </a:bodyPr>
          <a:lstStyle/>
          <a:p>
            <a:pPr algn="l"/>
            <a:r>
              <a:rPr lang="en-US" sz="1600" dirty="0"/>
              <a:t>Agreement reconciliation</a:t>
            </a:r>
          </a:p>
        </p:txBody>
      </p:sp>
      <p:sp>
        <p:nvSpPr>
          <p:cNvPr id="7" name="TextBox 6">
            <a:extLst>
              <a:ext uri="{FF2B5EF4-FFF2-40B4-BE49-F238E27FC236}">
                <a16:creationId xmlns:a16="http://schemas.microsoft.com/office/drawing/2014/main" id="{4587DD27-9FDC-E73D-16C5-E38E7BA7E694}"/>
              </a:ext>
            </a:extLst>
          </p:cNvPr>
          <p:cNvSpPr txBox="1"/>
          <p:nvPr/>
        </p:nvSpPr>
        <p:spPr>
          <a:xfrm>
            <a:off x="6317766" y="707423"/>
            <a:ext cx="4921041" cy="1284270"/>
          </a:xfrm>
          <a:prstGeom prst="rect">
            <a:avLst/>
          </a:prstGeom>
          <a:noFill/>
        </p:spPr>
        <p:txBody>
          <a:bodyPr wrap="square" rtlCol="0">
            <a:noAutofit/>
          </a:bodyPr>
          <a:lstStyle/>
          <a:p>
            <a:pPr algn="l"/>
            <a:endParaRPr lang="en-US" sz="1000" dirty="0"/>
          </a:p>
          <a:p>
            <a:pPr algn="l"/>
            <a:r>
              <a:rPr lang="en-US" sz="1000" dirty="0"/>
              <a:t>Shows a specification on how the sum in base currency is divided at account level. The sum in base currency is viewed per:</a:t>
            </a:r>
          </a:p>
          <a:p>
            <a:pPr algn="l"/>
            <a:r>
              <a:rPr lang="en-US" sz="1000" dirty="0"/>
              <a:t>◾Contract</a:t>
            </a:r>
          </a:p>
          <a:p>
            <a:pPr algn="l"/>
            <a:r>
              <a:rPr lang="en-US" sz="1000" dirty="0"/>
              <a:t>◾Financial Year</a:t>
            </a:r>
          </a:p>
          <a:p>
            <a:pPr algn="l"/>
            <a:r>
              <a:rPr lang="en-US" sz="1000" dirty="0"/>
              <a:t>◾Accounting event</a:t>
            </a:r>
          </a:p>
          <a:p>
            <a:pPr algn="l"/>
            <a:r>
              <a:rPr lang="en-US" sz="1000" dirty="0"/>
              <a:t>In the routine it is possible to change between different Accounting events and financial years.</a:t>
            </a:r>
          </a:p>
          <a:p>
            <a:pPr algn="l"/>
            <a:endParaRPr lang="en-SE" sz="1600" dirty="0" err="1"/>
          </a:p>
        </p:txBody>
      </p:sp>
      <p:sp>
        <p:nvSpPr>
          <p:cNvPr id="8" name="TextBox 7">
            <a:extLst>
              <a:ext uri="{FF2B5EF4-FFF2-40B4-BE49-F238E27FC236}">
                <a16:creationId xmlns:a16="http://schemas.microsoft.com/office/drawing/2014/main" id="{D86EF7E4-4A6E-372D-2902-68AE5FF67AC6}"/>
              </a:ext>
            </a:extLst>
          </p:cNvPr>
          <p:cNvSpPr txBox="1"/>
          <p:nvPr/>
        </p:nvSpPr>
        <p:spPr>
          <a:xfrm>
            <a:off x="174661" y="828174"/>
            <a:ext cx="5286801" cy="1280160"/>
          </a:xfrm>
          <a:prstGeom prst="rect">
            <a:avLst/>
          </a:prstGeom>
          <a:noFill/>
        </p:spPr>
        <p:txBody>
          <a:bodyPr wrap="square" rtlCol="0">
            <a:noAutofit/>
          </a:bodyPr>
          <a:lstStyle/>
          <a:p>
            <a:pPr algn="l"/>
            <a:r>
              <a:rPr lang="en-US" sz="1000" dirty="0"/>
              <a:t>In this form the user can, at contract level, view the amount that has been booked in Debit and Credit for each Accounting event</a:t>
            </a:r>
          </a:p>
          <a:p>
            <a:pPr algn="l"/>
            <a:r>
              <a:rPr lang="en-US" sz="1000" dirty="0"/>
              <a:t>The information can be viewed per financial year.</a:t>
            </a:r>
          </a:p>
          <a:p>
            <a:pPr algn="l"/>
            <a:endParaRPr lang="en-US" sz="1000" dirty="0"/>
          </a:p>
          <a:p>
            <a:pPr algn="l"/>
            <a:r>
              <a:rPr lang="en-US" sz="1000" dirty="0"/>
              <a:t>In order to perform a deeper analysis, for each accounting event it is possible to see how the amounts in base currency are divided at account level. Click on the button Specification or double-click on the line in the grid to view the transaction at account level.</a:t>
            </a:r>
          </a:p>
          <a:p>
            <a:pPr algn="l"/>
            <a:endParaRPr lang="en-SE" sz="1600" dirty="0" err="1"/>
          </a:p>
        </p:txBody>
      </p:sp>
      <p:sp>
        <p:nvSpPr>
          <p:cNvPr id="9" name="Arrow: Down 8">
            <a:extLst>
              <a:ext uri="{FF2B5EF4-FFF2-40B4-BE49-F238E27FC236}">
                <a16:creationId xmlns:a16="http://schemas.microsoft.com/office/drawing/2014/main" id="{08D64444-BA3D-932F-928A-A075B7072D97}"/>
              </a:ext>
            </a:extLst>
          </p:cNvPr>
          <p:cNvSpPr/>
          <p:nvPr/>
        </p:nvSpPr>
        <p:spPr>
          <a:xfrm>
            <a:off x="2369127" y="2103120"/>
            <a:ext cx="290946" cy="326134"/>
          </a:xfrm>
          <a:prstGeom prst="down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sz="1600" dirty="0" err="1">
              <a:solidFill>
                <a:srgbClr val="021E57"/>
              </a:solidFill>
            </a:endParaRPr>
          </a:p>
        </p:txBody>
      </p:sp>
      <p:sp>
        <p:nvSpPr>
          <p:cNvPr id="10" name="Arrow: Down 9">
            <a:extLst>
              <a:ext uri="{FF2B5EF4-FFF2-40B4-BE49-F238E27FC236}">
                <a16:creationId xmlns:a16="http://schemas.microsoft.com/office/drawing/2014/main" id="{E90A7770-A82A-D929-CB65-1713FCCAAEBF}"/>
              </a:ext>
            </a:extLst>
          </p:cNvPr>
          <p:cNvSpPr/>
          <p:nvPr/>
        </p:nvSpPr>
        <p:spPr>
          <a:xfrm>
            <a:off x="8041178" y="1991693"/>
            <a:ext cx="290946" cy="326134"/>
          </a:xfrm>
          <a:prstGeom prst="down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sz="1600" dirty="0" err="1">
              <a:solidFill>
                <a:srgbClr val="021E57"/>
              </a:solidFill>
            </a:endParaRPr>
          </a:p>
        </p:txBody>
      </p:sp>
    </p:spTree>
    <p:custDataLst>
      <p:custData r:id="rId1"/>
      <p:custData r:id="rId2"/>
    </p:custDataLst>
    <p:extLst>
      <p:ext uri="{BB962C8B-B14F-4D97-AF65-F5344CB8AC3E}">
        <p14:creationId xmlns:p14="http://schemas.microsoft.com/office/powerpoint/2010/main" val="2022366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06FD2-EFF8-0814-D5C8-E9AE691E57D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B8992741-3605-53FA-4C87-E5FBA4CEC10F}"/>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47BEA7F1-F21F-7A5C-FCCB-486C73A9499F}"/>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3</a:t>
            </a:fld>
            <a:endParaRPr lang="en-GB" dirty="0"/>
          </a:p>
        </p:txBody>
      </p:sp>
      <p:sp>
        <p:nvSpPr>
          <p:cNvPr id="3" name="TextBox 2">
            <a:extLst>
              <a:ext uri="{FF2B5EF4-FFF2-40B4-BE49-F238E27FC236}">
                <a16:creationId xmlns:a16="http://schemas.microsoft.com/office/drawing/2014/main" id="{2DA207EB-4C93-383E-E8AE-FA7640660C56}"/>
              </a:ext>
            </a:extLst>
          </p:cNvPr>
          <p:cNvSpPr txBox="1"/>
          <p:nvPr/>
        </p:nvSpPr>
        <p:spPr>
          <a:xfrm>
            <a:off x="897775" y="1242753"/>
            <a:ext cx="4480560" cy="3645131"/>
          </a:xfrm>
          <a:prstGeom prst="rect">
            <a:avLst/>
          </a:prstGeom>
          <a:noFill/>
        </p:spPr>
        <p:txBody>
          <a:bodyPr wrap="square" rtlCol="0">
            <a:noAutofit/>
          </a:bodyPr>
          <a:lstStyle/>
          <a:p>
            <a:r>
              <a:rPr lang="en-SE" sz="1000" dirty="0"/>
              <a:t>The form shows, at contract level, the amount that a contract has been invoiced respectively the amount the customer has paid since the start of the contract. The amounts are given in contract currency.</a:t>
            </a:r>
          </a:p>
          <a:p>
            <a:r>
              <a:rPr lang="en-SE" sz="1000" dirty="0"/>
              <a:t>The information is divided into</a:t>
            </a:r>
            <a:r>
              <a:rPr lang="en-US" sz="1000" dirty="0">
                <a:sym typeface="Wingdings" panose="05000000000000000000" pitchFamily="2" charset="2"/>
              </a:rPr>
              <a:t>:  (The different amount types that has been used for the invoice)</a:t>
            </a:r>
            <a:endParaRPr lang="en-SE" sz="1000" dirty="0"/>
          </a:p>
          <a:p>
            <a:pPr lvl="1"/>
            <a:r>
              <a:rPr lang="en-SE" sz="1000" dirty="0"/>
              <a:t>Amortization</a:t>
            </a:r>
          </a:p>
          <a:p>
            <a:pPr lvl="1"/>
            <a:r>
              <a:rPr lang="en-SE" sz="1000" dirty="0"/>
              <a:t>Interest</a:t>
            </a:r>
          </a:p>
          <a:p>
            <a:pPr lvl="1"/>
            <a:r>
              <a:rPr lang="en-SE" sz="1000" dirty="0"/>
              <a:t>Overdue Interest</a:t>
            </a:r>
          </a:p>
          <a:p>
            <a:pPr lvl="1"/>
            <a:r>
              <a:rPr lang="en-US" sz="1000" dirty="0"/>
              <a:t>Added cost</a:t>
            </a:r>
            <a:endParaRPr lang="en-SE" sz="1000" dirty="0"/>
          </a:p>
          <a:p>
            <a:pPr lvl="1"/>
            <a:r>
              <a:rPr lang="en-SE" sz="1000" dirty="0"/>
              <a:t>Invoicing Fees</a:t>
            </a:r>
          </a:p>
          <a:p>
            <a:pPr lvl="1"/>
            <a:r>
              <a:rPr lang="en-SE" sz="1000" dirty="0"/>
              <a:t>Net Amount</a:t>
            </a:r>
          </a:p>
          <a:p>
            <a:pPr lvl="1"/>
            <a:r>
              <a:rPr lang="en-SE" sz="1000" dirty="0"/>
              <a:t>VAT</a:t>
            </a:r>
          </a:p>
          <a:p>
            <a:pPr lvl="1"/>
            <a:r>
              <a:rPr lang="en-SE" sz="1000" dirty="0"/>
              <a:t>Rounding</a:t>
            </a:r>
          </a:p>
          <a:p>
            <a:pPr lvl="1"/>
            <a:r>
              <a:rPr lang="en-SE" sz="1000" dirty="0"/>
              <a:t>Total Amount</a:t>
            </a:r>
          </a:p>
          <a:p>
            <a:r>
              <a:rPr lang="en-SE" sz="1000" dirty="0"/>
              <a:t>Selection of the information is possible per </a:t>
            </a:r>
            <a:r>
              <a:rPr lang="en-SE" sz="1000" b="1" dirty="0"/>
              <a:t>financial year</a:t>
            </a:r>
            <a:endParaRPr lang="en-SE" sz="1000" dirty="0"/>
          </a:p>
          <a:p>
            <a:r>
              <a:rPr lang="en-SE" sz="1000" dirty="0"/>
              <a:t> </a:t>
            </a:r>
          </a:p>
          <a:p>
            <a:r>
              <a:rPr lang="en-SE" sz="1000"/>
              <a:t>.</a:t>
            </a:r>
            <a:endParaRPr lang="en-SE" sz="1000" dirty="0"/>
          </a:p>
          <a:p>
            <a:pPr algn="l"/>
            <a:endParaRPr lang="en-SE" sz="1600" dirty="0" err="1"/>
          </a:p>
        </p:txBody>
      </p:sp>
      <p:pic>
        <p:nvPicPr>
          <p:cNvPr id="5" name="Picture 4">
            <a:extLst>
              <a:ext uri="{FF2B5EF4-FFF2-40B4-BE49-F238E27FC236}">
                <a16:creationId xmlns:a16="http://schemas.microsoft.com/office/drawing/2014/main" id="{86D9D4E6-D971-4C73-DCEB-83634E6A0E2B}"/>
              </a:ext>
            </a:extLst>
          </p:cNvPr>
          <p:cNvPicPr>
            <a:picLocks noChangeAspect="1"/>
          </p:cNvPicPr>
          <p:nvPr/>
        </p:nvPicPr>
        <p:blipFill>
          <a:blip r:embed="rId5"/>
          <a:stretch>
            <a:fillRect/>
          </a:stretch>
        </p:blipFill>
        <p:spPr>
          <a:xfrm>
            <a:off x="6370718" y="817418"/>
            <a:ext cx="4686300" cy="4495800"/>
          </a:xfrm>
          <a:prstGeom prst="rect">
            <a:avLst/>
          </a:prstGeom>
        </p:spPr>
      </p:pic>
      <p:sp>
        <p:nvSpPr>
          <p:cNvPr id="7" name="TextBox 6">
            <a:extLst>
              <a:ext uri="{FF2B5EF4-FFF2-40B4-BE49-F238E27FC236}">
                <a16:creationId xmlns:a16="http://schemas.microsoft.com/office/drawing/2014/main" id="{44BDBEF1-1F0D-15C4-508A-A237AAEAAEDE}"/>
              </a:ext>
            </a:extLst>
          </p:cNvPr>
          <p:cNvSpPr txBox="1"/>
          <p:nvPr/>
        </p:nvSpPr>
        <p:spPr>
          <a:xfrm>
            <a:off x="191286" y="113793"/>
            <a:ext cx="4582274" cy="667820"/>
          </a:xfrm>
          <a:prstGeom prst="rect">
            <a:avLst/>
          </a:prstGeom>
          <a:noFill/>
        </p:spPr>
        <p:txBody>
          <a:bodyPr wrap="square" rtlCol="0">
            <a:noAutofit/>
          </a:bodyPr>
          <a:lstStyle/>
          <a:p>
            <a:pPr algn="l"/>
            <a:r>
              <a:rPr lang="en-US" sz="1600" dirty="0"/>
              <a:t>Invoice reconciliation</a:t>
            </a:r>
          </a:p>
        </p:txBody>
      </p:sp>
      <p:sp>
        <p:nvSpPr>
          <p:cNvPr id="8" name="Arrow: Right 7">
            <a:extLst>
              <a:ext uri="{FF2B5EF4-FFF2-40B4-BE49-F238E27FC236}">
                <a16:creationId xmlns:a16="http://schemas.microsoft.com/office/drawing/2014/main" id="{2F037A4D-4C32-E1E1-4755-9DACDECE186D}"/>
              </a:ext>
            </a:extLst>
          </p:cNvPr>
          <p:cNvSpPr/>
          <p:nvPr/>
        </p:nvSpPr>
        <p:spPr>
          <a:xfrm>
            <a:off x="5228705" y="2576945"/>
            <a:ext cx="955964" cy="332510"/>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E" sz="1600" dirty="0" err="1">
              <a:solidFill>
                <a:srgbClr val="021E57"/>
              </a:solidFill>
            </a:endParaRPr>
          </a:p>
        </p:txBody>
      </p:sp>
    </p:spTree>
    <p:custDataLst>
      <p:custData r:id="rId1"/>
      <p:custData r:id="rId2"/>
    </p:custDataLst>
    <p:extLst>
      <p:ext uri="{BB962C8B-B14F-4D97-AF65-F5344CB8AC3E}">
        <p14:creationId xmlns:p14="http://schemas.microsoft.com/office/powerpoint/2010/main" val="411440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220A1-90A8-87B8-8A45-4A8C558CC5C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EA6BC6A-AB0E-DD50-4F92-7BF4C1AB4A25}"/>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869E18D2-BB12-0F0C-FD32-1214342B2611}"/>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4</a:t>
            </a:fld>
            <a:endParaRPr lang="en-GB" dirty="0"/>
          </a:p>
        </p:txBody>
      </p:sp>
      <p:sp>
        <p:nvSpPr>
          <p:cNvPr id="3" name="TextBox 2">
            <a:extLst>
              <a:ext uri="{FF2B5EF4-FFF2-40B4-BE49-F238E27FC236}">
                <a16:creationId xmlns:a16="http://schemas.microsoft.com/office/drawing/2014/main" id="{F207D998-1306-9C95-27B3-F5162EC4489E}"/>
              </a:ext>
            </a:extLst>
          </p:cNvPr>
          <p:cNvSpPr txBox="1"/>
          <p:nvPr/>
        </p:nvSpPr>
        <p:spPr>
          <a:xfrm>
            <a:off x="1795549" y="423949"/>
            <a:ext cx="7024255" cy="1172095"/>
          </a:xfrm>
          <a:prstGeom prst="rect">
            <a:avLst/>
          </a:prstGeom>
          <a:noFill/>
        </p:spPr>
        <p:txBody>
          <a:bodyPr wrap="square" rtlCol="0">
            <a:noAutofit/>
          </a:bodyPr>
          <a:lstStyle/>
          <a:p>
            <a:pPr algn="l"/>
            <a:endParaRPr lang="en-SE" sz="1600" dirty="0" err="1"/>
          </a:p>
        </p:txBody>
      </p:sp>
      <p:sp>
        <p:nvSpPr>
          <p:cNvPr id="5" name="TextBox 4">
            <a:extLst>
              <a:ext uri="{FF2B5EF4-FFF2-40B4-BE49-F238E27FC236}">
                <a16:creationId xmlns:a16="http://schemas.microsoft.com/office/drawing/2014/main" id="{C5738430-2A72-2B78-243A-94DD0AE0F075}"/>
              </a:ext>
            </a:extLst>
          </p:cNvPr>
          <p:cNvSpPr txBox="1"/>
          <p:nvPr/>
        </p:nvSpPr>
        <p:spPr>
          <a:xfrm>
            <a:off x="216130" y="1009996"/>
            <a:ext cx="9676015" cy="1172095"/>
          </a:xfrm>
          <a:prstGeom prst="rect">
            <a:avLst/>
          </a:prstGeom>
          <a:noFill/>
        </p:spPr>
        <p:txBody>
          <a:bodyPr wrap="square" rtlCol="0">
            <a:noAutofit/>
          </a:bodyPr>
          <a:lstStyle/>
          <a:p>
            <a:r>
              <a:rPr lang="en-SE" sz="1600" b="1" dirty="0"/>
              <a:t>View Differences Only </a:t>
            </a:r>
            <a:r>
              <a:rPr lang="en-SE" sz="1600" dirty="0"/>
              <a:t> </a:t>
            </a:r>
          </a:p>
          <a:p>
            <a:endParaRPr lang="en-SE" sz="1600" dirty="0"/>
          </a:p>
          <a:p>
            <a:r>
              <a:rPr lang="en-SE" sz="1600" dirty="0"/>
              <a:t>If the check box is checked, then the grid only displays transaction</a:t>
            </a:r>
            <a:br>
              <a:rPr lang="en-SE" sz="1600" dirty="0"/>
            </a:br>
            <a:r>
              <a:rPr lang="en-SE" sz="1600" dirty="0"/>
              <a:t>lines where differences in base currency exist.</a:t>
            </a:r>
          </a:p>
        </p:txBody>
      </p:sp>
      <p:pic>
        <p:nvPicPr>
          <p:cNvPr id="8" name="Picture 7">
            <a:extLst>
              <a:ext uri="{FF2B5EF4-FFF2-40B4-BE49-F238E27FC236}">
                <a16:creationId xmlns:a16="http://schemas.microsoft.com/office/drawing/2014/main" id="{92BC4118-0EE9-C6DD-F71B-FE571A59C8F5}"/>
              </a:ext>
            </a:extLst>
          </p:cNvPr>
          <p:cNvPicPr>
            <a:picLocks noChangeAspect="1"/>
          </p:cNvPicPr>
          <p:nvPr/>
        </p:nvPicPr>
        <p:blipFill>
          <a:blip r:embed="rId5"/>
          <a:stretch>
            <a:fillRect/>
          </a:stretch>
        </p:blipFill>
        <p:spPr>
          <a:xfrm>
            <a:off x="104965" y="2344189"/>
            <a:ext cx="5769616" cy="4169859"/>
          </a:xfrm>
          <a:prstGeom prst="rect">
            <a:avLst/>
          </a:prstGeom>
        </p:spPr>
      </p:pic>
      <p:pic>
        <p:nvPicPr>
          <p:cNvPr id="10" name="Picture 9">
            <a:extLst>
              <a:ext uri="{FF2B5EF4-FFF2-40B4-BE49-F238E27FC236}">
                <a16:creationId xmlns:a16="http://schemas.microsoft.com/office/drawing/2014/main" id="{BA9FEC13-B397-6F72-6C5C-E43A8F94FAD4}"/>
              </a:ext>
            </a:extLst>
          </p:cNvPr>
          <p:cNvPicPr>
            <a:picLocks noChangeAspect="1"/>
          </p:cNvPicPr>
          <p:nvPr/>
        </p:nvPicPr>
        <p:blipFill>
          <a:blip r:embed="rId6"/>
          <a:stretch>
            <a:fillRect/>
          </a:stretch>
        </p:blipFill>
        <p:spPr>
          <a:xfrm>
            <a:off x="6017244" y="2372443"/>
            <a:ext cx="5827623" cy="4211782"/>
          </a:xfrm>
          <a:prstGeom prst="rect">
            <a:avLst/>
          </a:prstGeom>
        </p:spPr>
      </p:pic>
    </p:spTree>
    <p:custDataLst>
      <p:custData r:id="rId1"/>
      <p:custData r:id="rId2"/>
    </p:custDataLst>
    <p:extLst>
      <p:ext uri="{BB962C8B-B14F-4D97-AF65-F5344CB8AC3E}">
        <p14:creationId xmlns:p14="http://schemas.microsoft.com/office/powerpoint/2010/main" val="3658989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4A9B7-F11D-3CCB-8E50-BB0870B1C00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0827EB0-895E-64D0-3B00-C4F6A150341F}"/>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414547FC-232D-0B22-EDBC-5642F377A5B6}"/>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5</a:t>
            </a:fld>
            <a:endParaRPr lang="en-GB" dirty="0"/>
          </a:p>
        </p:txBody>
      </p:sp>
      <p:pic>
        <p:nvPicPr>
          <p:cNvPr id="4" name="Picture 3">
            <a:extLst>
              <a:ext uri="{FF2B5EF4-FFF2-40B4-BE49-F238E27FC236}">
                <a16:creationId xmlns:a16="http://schemas.microsoft.com/office/drawing/2014/main" id="{5E92CA07-BE1C-3769-AABC-F03E29474BAC}"/>
              </a:ext>
            </a:extLst>
          </p:cNvPr>
          <p:cNvPicPr>
            <a:picLocks noChangeAspect="1"/>
          </p:cNvPicPr>
          <p:nvPr/>
        </p:nvPicPr>
        <p:blipFill>
          <a:blip r:embed="rId5"/>
          <a:stretch>
            <a:fillRect/>
          </a:stretch>
        </p:blipFill>
        <p:spPr>
          <a:xfrm>
            <a:off x="0" y="29670"/>
            <a:ext cx="5830997" cy="1057159"/>
          </a:xfrm>
          <a:prstGeom prst="rect">
            <a:avLst/>
          </a:prstGeom>
        </p:spPr>
      </p:pic>
      <p:pic>
        <p:nvPicPr>
          <p:cNvPr id="7" name="Picture 6">
            <a:extLst>
              <a:ext uri="{FF2B5EF4-FFF2-40B4-BE49-F238E27FC236}">
                <a16:creationId xmlns:a16="http://schemas.microsoft.com/office/drawing/2014/main" id="{EE575EB7-1D8B-F33A-4AE1-30AA2B56DDF6}"/>
              </a:ext>
            </a:extLst>
          </p:cNvPr>
          <p:cNvPicPr>
            <a:picLocks noChangeAspect="1"/>
          </p:cNvPicPr>
          <p:nvPr/>
        </p:nvPicPr>
        <p:blipFill>
          <a:blip r:embed="rId6"/>
          <a:stretch>
            <a:fillRect/>
          </a:stretch>
        </p:blipFill>
        <p:spPr>
          <a:xfrm>
            <a:off x="103078" y="3209416"/>
            <a:ext cx="7449590" cy="3648584"/>
          </a:xfrm>
          <a:prstGeom prst="rect">
            <a:avLst/>
          </a:prstGeom>
        </p:spPr>
      </p:pic>
      <p:pic>
        <p:nvPicPr>
          <p:cNvPr id="9" name="Picture 8">
            <a:extLst>
              <a:ext uri="{FF2B5EF4-FFF2-40B4-BE49-F238E27FC236}">
                <a16:creationId xmlns:a16="http://schemas.microsoft.com/office/drawing/2014/main" id="{612FCC93-1638-6A9C-8406-1A9B3973EB35}"/>
              </a:ext>
            </a:extLst>
          </p:cNvPr>
          <p:cNvPicPr>
            <a:picLocks noChangeAspect="1"/>
          </p:cNvPicPr>
          <p:nvPr/>
        </p:nvPicPr>
        <p:blipFill>
          <a:blip r:embed="rId7"/>
          <a:stretch>
            <a:fillRect/>
          </a:stretch>
        </p:blipFill>
        <p:spPr>
          <a:xfrm>
            <a:off x="0" y="1122105"/>
            <a:ext cx="6524787" cy="2057641"/>
          </a:xfrm>
          <a:prstGeom prst="rect">
            <a:avLst/>
          </a:prstGeom>
        </p:spPr>
      </p:pic>
      <p:sp>
        <p:nvSpPr>
          <p:cNvPr id="10" name="TextBox 9">
            <a:extLst>
              <a:ext uri="{FF2B5EF4-FFF2-40B4-BE49-F238E27FC236}">
                <a16:creationId xmlns:a16="http://schemas.microsoft.com/office/drawing/2014/main" id="{7576B2BD-5217-8561-48FD-810FDFE08059}"/>
              </a:ext>
            </a:extLst>
          </p:cNvPr>
          <p:cNvSpPr txBox="1"/>
          <p:nvPr/>
        </p:nvSpPr>
        <p:spPr>
          <a:xfrm>
            <a:off x="7705618" y="3179745"/>
            <a:ext cx="4139249" cy="3526763"/>
          </a:xfrm>
          <a:prstGeom prst="rect">
            <a:avLst/>
          </a:prstGeom>
          <a:noFill/>
        </p:spPr>
        <p:txBody>
          <a:bodyPr wrap="square" rtlCol="0">
            <a:noAutofit/>
          </a:bodyPr>
          <a:lstStyle/>
          <a:p>
            <a:pPr algn="l"/>
            <a:r>
              <a:rPr lang="en-US" sz="1600" dirty="0"/>
              <a:t>We need the following fields to be added in form ‘Add transaction Line’ :</a:t>
            </a:r>
          </a:p>
          <a:p>
            <a:pPr marL="285750" indent="-285750">
              <a:buFont typeface="Arial" panose="020B0604020202020204" pitchFamily="34" charset="0"/>
              <a:buChar char="•"/>
            </a:pPr>
            <a:r>
              <a:rPr lang="en-US" sz="1600" dirty="0"/>
              <a:t>Agreement Line</a:t>
            </a:r>
          </a:p>
          <a:p>
            <a:pPr marL="285750" indent="-285750">
              <a:buFont typeface="Arial" panose="020B0604020202020204" pitchFamily="34" charset="0"/>
              <a:buChar char="•"/>
            </a:pPr>
            <a:r>
              <a:rPr lang="en-US" sz="1600" dirty="0"/>
              <a:t>external account (part)</a:t>
            </a:r>
          </a:p>
          <a:p>
            <a:pPr marL="285750" indent="-285750" algn="l">
              <a:buFont typeface="Arial" panose="020B0604020202020204" pitchFamily="34" charset="0"/>
              <a:buChar char="•"/>
            </a:pPr>
            <a:r>
              <a:rPr lang="en-US" sz="1600" dirty="0"/>
              <a:t>Currency</a:t>
            </a:r>
          </a:p>
          <a:p>
            <a:pPr marL="285750" indent="-285750">
              <a:buFont typeface="Arial" panose="020B0604020202020204" pitchFamily="34" charset="0"/>
              <a:buChar char="•"/>
            </a:pPr>
            <a:r>
              <a:rPr lang="en-US" sz="1600" dirty="0"/>
              <a:t>Customer</a:t>
            </a:r>
          </a:p>
          <a:p>
            <a:pPr marL="285750" indent="-285750" algn="l">
              <a:buFont typeface="Arial" panose="020B0604020202020204" pitchFamily="34" charset="0"/>
              <a:buChar char="•"/>
            </a:pPr>
            <a:r>
              <a:rPr lang="en-US" sz="1600" dirty="0"/>
              <a:t>Invoice</a:t>
            </a:r>
          </a:p>
          <a:p>
            <a:pPr marL="285750" indent="-285750" algn="l">
              <a:buFont typeface="Arial" panose="020B0604020202020204" pitchFamily="34" charset="0"/>
              <a:buChar char="•"/>
            </a:pPr>
            <a:r>
              <a:rPr lang="en-US" sz="1600" dirty="0"/>
              <a:t>Supplier</a:t>
            </a:r>
          </a:p>
          <a:p>
            <a:pPr marL="285750" indent="-285750" algn="l">
              <a:buFont typeface="Arial" panose="020B0604020202020204" pitchFamily="34" charset="0"/>
              <a:buChar char="•"/>
            </a:pPr>
            <a:r>
              <a:rPr lang="en-US" sz="1600" dirty="0"/>
              <a:t>Reference number</a:t>
            </a:r>
          </a:p>
          <a:p>
            <a:pPr marL="285750" indent="-285750" algn="l">
              <a:buFont typeface="Arial" panose="020B0604020202020204" pitchFamily="34" charset="0"/>
              <a:buChar char="•"/>
            </a:pPr>
            <a:r>
              <a:rPr lang="en-US" sz="1600" dirty="0"/>
              <a:t>Ledger</a:t>
            </a:r>
          </a:p>
          <a:p>
            <a:pPr marL="285750" indent="-285750" algn="l">
              <a:buFont typeface="Arial" panose="020B0604020202020204" pitchFamily="34" charset="0"/>
              <a:buChar char="•"/>
            </a:pPr>
            <a:endParaRPr lang="en-SE" sz="1600" dirty="0" err="1"/>
          </a:p>
        </p:txBody>
      </p:sp>
    </p:spTree>
    <p:custDataLst>
      <p:custData r:id="rId1"/>
      <p:custData r:id="rId2"/>
    </p:custDataLst>
    <p:extLst>
      <p:ext uri="{BB962C8B-B14F-4D97-AF65-F5344CB8AC3E}">
        <p14:creationId xmlns:p14="http://schemas.microsoft.com/office/powerpoint/2010/main" val="69165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0D10D-F8AF-1D2D-95D1-9828294E188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FF1B1A5-8714-280B-0034-E1ACCF27AD04}"/>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1A035FB9-1F40-D8AE-A925-5825A40707A6}"/>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6</a:t>
            </a:fld>
            <a:endParaRPr lang="en-GB" dirty="0"/>
          </a:p>
        </p:txBody>
      </p:sp>
      <p:sp>
        <p:nvSpPr>
          <p:cNvPr id="3" name="TextBox 2">
            <a:extLst>
              <a:ext uri="{FF2B5EF4-FFF2-40B4-BE49-F238E27FC236}">
                <a16:creationId xmlns:a16="http://schemas.microsoft.com/office/drawing/2014/main" id="{2BA3CE92-5863-9103-CD8E-AEEA0B755EBF}"/>
              </a:ext>
            </a:extLst>
          </p:cNvPr>
          <p:cNvSpPr txBox="1"/>
          <p:nvPr/>
        </p:nvSpPr>
        <p:spPr>
          <a:xfrm>
            <a:off x="955964" y="581891"/>
            <a:ext cx="8270394" cy="4372494"/>
          </a:xfrm>
          <a:prstGeom prst="rect">
            <a:avLst/>
          </a:prstGeom>
          <a:noFill/>
        </p:spPr>
        <p:txBody>
          <a:bodyPr wrap="square" rtlCol="0">
            <a:noAutofit/>
          </a:bodyPr>
          <a:lstStyle/>
          <a:p>
            <a:r>
              <a:rPr lang="en-US" sz="1200" b="1" u="sng" dirty="0"/>
              <a:t>Close Period</a:t>
            </a:r>
            <a:endParaRPr lang="en-SE" sz="1200" b="1" u="sng" dirty="0"/>
          </a:p>
          <a:p>
            <a:r>
              <a:rPr lang="en-SE" sz="1000" dirty="0"/>
              <a:t>This routine is used to close a period in </a:t>
            </a:r>
            <a:r>
              <a:rPr lang="en-US" sz="1000" dirty="0"/>
              <a:t>Accounting domain for a legal entity</a:t>
            </a:r>
            <a:r>
              <a:rPr lang="en-SE" sz="1000" dirty="0"/>
              <a:t>, thus not allowing any booking dates in closed periods when creating the export transactions to the general ledger.</a:t>
            </a:r>
          </a:p>
          <a:p>
            <a:r>
              <a:rPr lang="en-SE" sz="1000" dirty="0"/>
              <a:t>Is used in order to, when exporting </a:t>
            </a:r>
            <a:r>
              <a:rPr lang="en-US" sz="1000" dirty="0"/>
              <a:t>Journals/</a:t>
            </a:r>
            <a:r>
              <a:rPr lang="en-SE" sz="1000" dirty="0"/>
              <a:t>GLI-numbers, ensure that the exported booking date for any historical booking dates, are set to the first day of the first "open" period for such items.</a:t>
            </a:r>
            <a:br>
              <a:rPr lang="en-SE" sz="1000" dirty="0"/>
            </a:br>
            <a:r>
              <a:rPr lang="en-SE" sz="1000" dirty="0"/>
              <a:t>A </a:t>
            </a:r>
            <a:r>
              <a:rPr lang="en-US" sz="1000" dirty="0"/>
              <a:t>Journal</a:t>
            </a:r>
            <a:r>
              <a:rPr lang="en-SE" sz="1000" dirty="0"/>
              <a:t>/</a:t>
            </a:r>
            <a:r>
              <a:rPr lang="en-US" sz="1000" dirty="0"/>
              <a:t>GLI</a:t>
            </a:r>
            <a:r>
              <a:rPr lang="en-SE" sz="1000" dirty="0"/>
              <a:t> -transaction cannot be exported with a booking date before the first day of the current period in </a:t>
            </a:r>
            <a:r>
              <a:rPr lang="en-US" sz="1000" dirty="0"/>
              <a:t>Accounting domain for corresponding legal entity</a:t>
            </a:r>
            <a:r>
              <a:rPr lang="en-SE" sz="1000" dirty="0"/>
              <a:t>.</a:t>
            </a:r>
          </a:p>
          <a:p>
            <a:r>
              <a:rPr lang="en-SE" sz="1000" dirty="0"/>
              <a:t>Example:</a:t>
            </a:r>
          </a:p>
          <a:p>
            <a:r>
              <a:rPr lang="en-SE" sz="1000" dirty="0"/>
              <a:t>A retroactive start of a</a:t>
            </a:r>
            <a:r>
              <a:rPr lang="en-US" sz="1000" dirty="0"/>
              <a:t>n</a:t>
            </a:r>
            <a:r>
              <a:rPr lang="en-SE" sz="1000" dirty="0"/>
              <a:t> </a:t>
            </a:r>
            <a:r>
              <a:rPr lang="en-US" sz="1000" dirty="0"/>
              <a:t>agreement</a:t>
            </a:r>
            <a:r>
              <a:rPr lang="en-SE" sz="1000" dirty="0"/>
              <a:t> takes place – the starting date of the </a:t>
            </a:r>
            <a:r>
              <a:rPr lang="en-US" sz="1000" dirty="0"/>
              <a:t>agreement</a:t>
            </a:r>
            <a:r>
              <a:rPr lang="en-SE" sz="1000" dirty="0"/>
              <a:t> is a date that is in a period that has been closed.</a:t>
            </a:r>
          </a:p>
          <a:p>
            <a:r>
              <a:rPr lang="en-US" sz="1000" dirty="0"/>
              <a:t>Accounting event ‘Activation’</a:t>
            </a:r>
            <a:r>
              <a:rPr lang="en-SE" sz="1000" dirty="0"/>
              <a:t> has calculation date as booking date.</a:t>
            </a:r>
          </a:p>
          <a:p>
            <a:r>
              <a:rPr lang="en-US" sz="1000" dirty="0"/>
              <a:t>Accounting event ‘Activation’</a:t>
            </a:r>
            <a:r>
              <a:rPr lang="en-SE" sz="1000" dirty="0"/>
              <a:t> has a number of </a:t>
            </a:r>
            <a:r>
              <a:rPr lang="en-US" sz="1000" dirty="0"/>
              <a:t>Accounting</a:t>
            </a:r>
            <a:r>
              <a:rPr lang="en-SE" sz="1000" dirty="0"/>
              <a:t> Rules that causes a transaction in </a:t>
            </a:r>
            <a:r>
              <a:rPr lang="en-US" sz="1000" dirty="0"/>
              <a:t>Accounting domain</a:t>
            </a:r>
            <a:r>
              <a:rPr lang="en-SE" sz="1000" dirty="0"/>
              <a:t>.</a:t>
            </a:r>
          </a:p>
          <a:p>
            <a:r>
              <a:rPr lang="en-SE" sz="1000" dirty="0"/>
              <a:t>The booking date in </a:t>
            </a:r>
            <a:r>
              <a:rPr lang="en-US" sz="1000" dirty="0"/>
              <a:t>Accounting</a:t>
            </a:r>
            <a:r>
              <a:rPr lang="en-SE" sz="1000" dirty="0"/>
              <a:t> will be that actual date (i.e. in the closed period). At the export to the general ledger,</a:t>
            </a:r>
            <a:br>
              <a:rPr lang="en-SE" sz="1000" dirty="0"/>
            </a:br>
            <a:r>
              <a:rPr lang="en-SE" sz="1000" dirty="0"/>
              <a:t>the exported booking date will be changed to the </a:t>
            </a:r>
            <a:r>
              <a:rPr lang="en-SE" sz="1000" b="1" dirty="0"/>
              <a:t>first day of current period</a:t>
            </a:r>
            <a:r>
              <a:rPr lang="en-SE" sz="1000" dirty="0"/>
              <a:t>.</a:t>
            </a:r>
          </a:p>
          <a:p>
            <a:pPr algn="l"/>
            <a:endParaRPr lang="en-SE" sz="1600" dirty="0" err="1"/>
          </a:p>
        </p:txBody>
      </p:sp>
    </p:spTree>
    <p:custDataLst>
      <p:custData r:id="rId1"/>
      <p:custData r:id="rId2"/>
    </p:custDataLst>
    <p:extLst>
      <p:ext uri="{BB962C8B-B14F-4D97-AF65-F5344CB8AC3E}">
        <p14:creationId xmlns:p14="http://schemas.microsoft.com/office/powerpoint/2010/main" val="2796332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C63DD-6CAD-A157-74D1-4A5B40A04A8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39BA3B3-849A-A498-E39D-E8AA1DC45F13}"/>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62629FA8-0010-3B72-791A-E0887858105A}"/>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7</a:t>
            </a:fld>
            <a:endParaRPr lang="en-GB" dirty="0"/>
          </a:p>
        </p:txBody>
      </p:sp>
      <p:pic>
        <p:nvPicPr>
          <p:cNvPr id="5" name="Picture 4">
            <a:extLst>
              <a:ext uri="{FF2B5EF4-FFF2-40B4-BE49-F238E27FC236}">
                <a16:creationId xmlns:a16="http://schemas.microsoft.com/office/drawing/2014/main" id="{DC35E0C5-CD33-4549-DB65-8A45089222F0}"/>
              </a:ext>
            </a:extLst>
          </p:cNvPr>
          <p:cNvPicPr>
            <a:picLocks noChangeAspect="1"/>
          </p:cNvPicPr>
          <p:nvPr/>
        </p:nvPicPr>
        <p:blipFill>
          <a:blip r:embed="rId5"/>
          <a:stretch>
            <a:fillRect/>
          </a:stretch>
        </p:blipFill>
        <p:spPr>
          <a:xfrm>
            <a:off x="395692" y="351512"/>
            <a:ext cx="5953125" cy="3781425"/>
          </a:xfrm>
          <a:prstGeom prst="rect">
            <a:avLst/>
          </a:prstGeom>
        </p:spPr>
      </p:pic>
      <p:sp>
        <p:nvSpPr>
          <p:cNvPr id="7" name="TextBox 6">
            <a:extLst>
              <a:ext uri="{FF2B5EF4-FFF2-40B4-BE49-F238E27FC236}">
                <a16:creationId xmlns:a16="http://schemas.microsoft.com/office/drawing/2014/main" id="{6BE40307-A1AF-A179-9CF6-6EC7186ED3C2}"/>
              </a:ext>
            </a:extLst>
          </p:cNvPr>
          <p:cNvSpPr txBox="1"/>
          <p:nvPr/>
        </p:nvSpPr>
        <p:spPr>
          <a:xfrm>
            <a:off x="6792412" y="351512"/>
            <a:ext cx="4630366" cy="2794799"/>
          </a:xfrm>
          <a:prstGeom prst="rect">
            <a:avLst/>
          </a:prstGeom>
          <a:noFill/>
        </p:spPr>
        <p:txBody>
          <a:bodyPr wrap="square" rtlCol="0">
            <a:noAutofit/>
          </a:bodyPr>
          <a:lstStyle/>
          <a:p>
            <a:r>
              <a:rPr lang="en-SE" sz="1000" b="1" dirty="0"/>
              <a:t>Calculation Date - Booking Date</a:t>
            </a:r>
          </a:p>
          <a:p>
            <a:r>
              <a:rPr lang="en-SE" sz="1000" dirty="0"/>
              <a:t> </a:t>
            </a:r>
          </a:p>
          <a:p>
            <a:r>
              <a:rPr lang="en-SE" sz="1000" dirty="0"/>
              <a:t>Controls the date used as </a:t>
            </a:r>
            <a:r>
              <a:rPr lang="en-SE" sz="1000" i="1" dirty="0"/>
              <a:t>booking date</a:t>
            </a:r>
            <a:r>
              <a:rPr lang="en-SE" sz="1000" dirty="0"/>
              <a:t> when booking transactions</a:t>
            </a:r>
            <a:br>
              <a:rPr lang="en-SE" sz="1000" dirty="0"/>
            </a:br>
            <a:r>
              <a:rPr lang="en-SE" sz="1000" dirty="0"/>
              <a:t>are generated by the </a:t>
            </a:r>
            <a:r>
              <a:rPr lang="en-US" sz="1000" dirty="0"/>
              <a:t>Accounting event</a:t>
            </a:r>
            <a:r>
              <a:rPr lang="en-SE" sz="1000" dirty="0"/>
              <a:t>.</a:t>
            </a:r>
          </a:p>
          <a:p>
            <a:r>
              <a:rPr lang="en-SE" sz="1000" dirty="0"/>
              <a:t>If Calculation Date is selected for a </a:t>
            </a:r>
            <a:r>
              <a:rPr lang="en-US" sz="1000" dirty="0"/>
              <a:t>Accounting event</a:t>
            </a:r>
            <a:r>
              <a:rPr lang="en-SE" sz="1000" dirty="0"/>
              <a:t>, then </a:t>
            </a:r>
            <a:r>
              <a:rPr lang="en-US" sz="1000" dirty="0"/>
              <a:t>Accounting</a:t>
            </a:r>
            <a:r>
              <a:rPr lang="en-SE" sz="1000" dirty="0"/>
              <a:t> creates</a:t>
            </a:r>
            <a:br>
              <a:rPr lang="en-SE" sz="1000" dirty="0"/>
            </a:br>
            <a:r>
              <a:rPr lang="en-SE" sz="1000" dirty="0"/>
              <a:t>a booking transaction with booking date = a specific date from the</a:t>
            </a:r>
            <a:br>
              <a:rPr lang="en-SE" sz="1000" dirty="0"/>
            </a:br>
            <a:r>
              <a:rPr lang="en-US" sz="1000" dirty="0"/>
              <a:t>Agreement</a:t>
            </a:r>
            <a:r>
              <a:rPr lang="en-SE" sz="1000" dirty="0"/>
              <a:t> / </a:t>
            </a:r>
            <a:r>
              <a:rPr lang="en-US" sz="1000" dirty="0"/>
              <a:t>Agreement</a:t>
            </a:r>
            <a:r>
              <a:rPr lang="en-SE" sz="1000" dirty="0"/>
              <a:t> line.</a:t>
            </a:r>
          </a:p>
          <a:p>
            <a:r>
              <a:rPr lang="en-SE" sz="1000" dirty="0"/>
              <a:t>For example, </a:t>
            </a:r>
            <a:r>
              <a:rPr lang="en-US" sz="1000" dirty="0"/>
              <a:t>Accounting event </a:t>
            </a:r>
            <a:r>
              <a:rPr lang="en-SE" sz="1000" dirty="0"/>
              <a:t>“</a:t>
            </a:r>
            <a:r>
              <a:rPr lang="en-US" sz="1000" dirty="0"/>
              <a:t>Activation</a:t>
            </a:r>
            <a:r>
              <a:rPr lang="en-SE" sz="1000" dirty="0"/>
              <a:t>", shall use the same date</a:t>
            </a:r>
            <a:br>
              <a:rPr lang="en-SE" sz="1000" dirty="0"/>
            </a:br>
            <a:r>
              <a:rPr lang="en-SE" sz="1000" dirty="0"/>
              <a:t>as the start date of the </a:t>
            </a:r>
            <a:r>
              <a:rPr lang="en-US" sz="1000" dirty="0"/>
              <a:t>Agreement</a:t>
            </a:r>
            <a:r>
              <a:rPr lang="en-SE" sz="1000" dirty="0"/>
              <a:t> line as Booking Date. If the </a:t>
            </a:r>
            <a:r>
              <a:rPr lang="en-US" sz="1000" dirty="0"/>
              <a:t>agreement</a:t>
            </a:r>
            <a:br>
              <a:rPr lang="en-SE" sz="1000" dirty="0"/>
            </a:br>
            <a:r>
              <a:rPr lang="en-SE" sz="1000" dirty="0"/>
              <a:t>line is started today with a start date in the future, then the Booking</a:t>
            </a:r>
            <a:br>
              <a:rPr lang="en-SE" sz="1000" dirty="0"/>
            </a:br>
            <a:r>
              <a:rPr lang="en-SE" sz="1000" dirty="0"/>
              <a:t>Date of this transaction will be created with a date in the future, i.e.</a:t>
            </a:r>
            <a:br>
              <a:rPr lang="en-SE" sz="1000" dirty="0"/>
            </a:br>
            <a:r>
              <a:rPr lang="en-SE" sz="1000" dirty="0"/>
              <a:t>the same as the start date of the </a:t>
            </a:r>
            <a:r>
              <a:rPr lang="en-US" sz="1000" dirty="0"/>
              <a:t>agreement</a:t>
            </a:r>
            <a:r>
              <a:rPr lang="en-SE" sz="1000" dirty="0"/>
              <a:t> line.</a:t>
            </a:r>
          </a:p>
          <a:p>
            <a:r>
              <a:rPr lang="en-SE" sz="1000" dirty="0"/>
              <a:t>If the used start date is older than current date, then Booking Date</a:t>
            </a:r>
            <a:br>
              <a:rPr lang="en-SE" sz="1000" dirty="0"/>
            </a:br>
            <a:r>
              <a:rPr lang="en-SE" sz="1000" dirty="0"/>
              <a:t>of the transaction will be created with the current date, if Calculation</a:t>
            </a:r>
            <a:br>
              <a:rPr lang="en-SE" sz="1000" dirty="0"/>
            </a:br>
            <a:r>
              <a:rPr lang="en-SE" sz="1000" dirty="0"/>
              <a:t>Date is used and the start date lies in a period that is closed for booking</a:t>
            </a:r>
            <a:br>
              <a:rPr lang="en-SE" sz="1000" dirty="0"/>
            </a:br>
            <a:r>
              <a:rPr lang="en-SE" sz="1000" dirty="0"/>
              <a:t>in </a:t>
            </a:r>
            <a:r>
              <a:rPr lang="en-US" sz="1000" dirty="0"/>
              <a:t>accounting</a:t>
            </a:r>
            <a:r>
              <a:rPr lang="en-SE" sz="1000" dirty="0"/>
              <a:t>.</a:t>
            </a:r>
          </a:p>
          <a:p>
            <a:pPr algn="l"/>
            <a:endParaRPr lang="en-SE" sz="1600" dirty="0" err="1"/>
          </a:p>
        </p:txBody>
      </p:sp>
      <p:sp>
        <p:nvSpPr>
          <p:cNvPr id="8" name="TextBox 7">
            <a:extLst>
              <a:ext uri="{FF2B5EF4-FFF2-40B4-BE49-F238E27FC236}">
                <a16:creationId xmlns:a16="http://schemas.microsoft.com/office/drawing/2014/main" id="{8563E0BA-F27B-BA15-28CF-0F62D80A1EE8}"/>
              </a:ext>
            </a:extLst>
          </p:cNvPr>
          <p:cNvSpPr txBox="1"/>
          <p:nvPr/>
        </p:nvSpPr>
        <p:spPr>
          <a:xfrm>
            <a:off x="6877878" y="3291840"/>
            <a:ext cx="4381169" cy="2727297"/>
          </a:xfrm>
          <a:prstGeom prst="rect">
            <a:avLst/>
          </a:prstGeom>
          <a:noFill/>
        </p:spPr>
        <p:txBody>
          <a:bodyPr wrap="square" rtlCol="0">
            <a:noAutofit/>
          </a:bodyPr>
          <a:lstStyle/>
          <a:p>
            <a:r>
              <a:rPr lang="en-SE" sz="1000" b="1" dirty="0"/>
              <a:t>Event Date - Booking Date</a:t>
            </a:r>
          </a:p>
          <a:p>
            <a:r>
              <a:rPr lang="en-SE" sz="1000" dirty="0"/>
              <a:t> </a:t>
            </a:r>
          </a:p>
          <a:p>
            <a:r>
              <a:rPr lang="en-SE" sz="1000" dirty="0"/>
              <a:t>Controls the date used as </a:t>
            </a:r>
            <a:r>
              <a:rPr lang="en-SE" sz="1000" i="1" dirty="0"/>
              <a:t>booking date</a:t>
            </a:r>
            <a:r>
              <a:rPr lang="en-SE" sz="1000" dirty="0"/>
              <a:t> when booking transactions</a:t>
            </a:r>
            <a:br>
              <a:rPr lang="en-SE" sz="1000" dirty="0"/>
            </a:br>
            <a:r>
              <a:rPr lang="en-SE" sz="1000" dirty="0"/>
              <a:t>are generated by the </a:t>
            </a:r>
            <a:r>
              <a:rPr lang="en-US" sz="1000" dirty="0"/>
              <a:t>accounting event</a:t>
            </a:r>
            <a:r>
              <a:rPr lang="en-SE" sz="1000" dirty="0"/>
              <a:t>.</a:t>
            </a:r>
          </a:p>
          <a:p>
            <a:r>
              <a:rPr lang="en-SE" sz="1000" dirty="0"/>
              <a:t>If Event Date is selected for a </a:t>
            </a:r>
            <a:r>
              <a:rPr lang="en-US" sz="1000" dirty="0"/>
              <a:t>accounting event</a:t>
            </a:r>
            <a:r>
              <a:rPr lang="en-SE" sz="1000" dirty="0"/>
              <a:t>, then </a:t>
            </a:r>
            <a:r>
              <a:rPr lang="en-US" sz="1000" dirty="0"/>
              <a:t>accounting</a:t>
            </a:r>
            <a:r>
              <a:rPr lang="en-SE" sz="1000" dirty="0"/>
              <a:t> creates a</a:t>
            </a:r>
            <a:br>
              <a:rPr lang="en-SE" sz="1000" dirty="0"/>
            </a:br>
            <a:r>
              <a:rPr lang="en-SE" sz="1000" dirty="0"/>
              <a:t>booking transaction with booking date = the actual day when the Event</a:t>
            </a:r>
            <a:br>
              <a:rPr lang="en-SE" sz="1000" dirty="0"/>
            </a:br>
            <a:r>
              <a:rPr lang="en-SE" sz="1000" dirty="0"/>
              <a:t>occurred.</a:t>
            </a:r>
          </a:p>
          <a:p>
            <a:r>
              <a:rPr lang="en-SE" sz="1000" dirty="0"/>
              <a:t>For example, </a:t>
            </a:r>
            <a:r>
              <a:rPr lang="en-US" sz="1000"/>
              <a:t>accounting event</a:t>
            </a:r>
            <a:r>
              <a:rPr lang="en-SE" sz="1000"/>
              <a:t>"</a:t>
            </a:r>
            <a:r>
              <a:rPr lang="en-SE" sz="1000" dirty="0"/>
              <a:t>Invoicing" shall use the date when the</a:t>
            </a:r>
            <a:br>
              <a:rPr lang="en-SE" sz="1000" dirty="0"/>
            </a:br>
            <a:r>
              <a:rPr lang="en-SE" sz="1000" dirty="0"/>
              <a:t>invoicing was run as booking date.</a:t>
            </a:r>
          </a:p>
          <a:p>
            <a:pPr algn="l"/>
            <a:endParaRPr lang="en-SE" sz="1600" dirty="0" err="1"/>
          </a:p>
        </p:txBody>
      </p:sp>
      <p:sp>
        <p:nvSpPr>
          <p:cNvPr id="9" name="TextBox 8">
            <a:extLst>
              <a:ext uri="{FF2B5EF4-FFF2-40B4-BE49-F238E27FC236}">
                <a16:creationId xmlns:a16="http://schemas.microsoft.com/office/drawing/2014/main" id="{90D83809-EEA2-CAB1-6DA5-37D52994C9EC}"/>
              </a:ext>
            </a:extLst>
          </p:cNvPr>
          <p:cNvSpPr txBox="1"/>
          <p:nvPr/>
        </p:nvSpPr>
        <p:spPr>
          <a:xfrm>
            <a:off x="524786" y="4675367"/>
            <a:ext cx="5398936" cy="1208598"/>
          </a:xfrm>
          <a:prstGeom prst="rect">
            <a:avLst/>
          </a:prstGeom>
          <a:noFill/>
        </p:spPr>
        <p:txBody>
          <a:bodyPr wrap="square" rtlCol="0">
            <a:noAutofit/>
          </a:bodyPr>
          <a:lstStyle/>
          <a:p>
            <a:pPr algn="l"/>
            <a:r>
              <a:rPr lang="en-US" sz="1600" dirty="0"/>
              <a:t>This is a setting we have on the accounting events</a:t>
            </a:r>
            <a:endParaRPr lang="en-SE" sz="1600" dirty="0" err="1"/>
          </a:p>
        </p:txBody>
      </p:sp>
    </p:spTree>
    <p:custDataLst>
      <p:custData r:id="rId1"/>
      <p:custData r:id="rId2"/>
    </p:custDataLst>
    <p:extLst>
      <p:ext uri="{BB962C8B-B14F-4D97-AF65-F5344CB8AC3E}">
        <p14:creationId xmlns:p14="http://schemas.microsoft.com/office/powerpoint/2010/main" val="3639556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5B224-675B-1C02-13F3-EFDD04E9AD5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427DEDC-D04D-2FD8-8BD3-8E9D40271655}"/>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89811BF1-DBD9-574F-FC20-2895F441CD9C}"/>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8</a:t>
            </a:fld>
            <a:endParaRPr lang="en-GB" dirty="0"/>
          </a:p>
        </p:txBody>
      </p:sp>
      <p:sp>
        <p:nvSpPr>
          <p:cNvPr id="3" name="TextBox 2">
            <a:extLst>
              <a:ext uri="{FF2B5EF4-FFF2-40B4-BE49-F238E27FC236}">
                <a16:creationId xmlns:a16="http://schemas.microsoft.com/office/drawing/2014/main" id="{8FC22351-896A-36AB-1417-390CDD3E919E}"/>
              </a:ext>
            </a:extLst>
          </p:cNvPr>
          <p:cNvSpPr txBox="1"/>
          <p:nvPr/>
        </p:nvSpPr>
        <p:spPr>
          <a:xfrm>
            <a:off x="6740130" y="1423283"/>
            <a:ext cx="4749506" cy="2934031"/>
          </a:xfrm>
          <a:prstGeom prst="rect">
            <a:avLst/>
          </a:prstGeom>
          <a:noFill/>
        </p:spPr>
        <p:txBody>
          <a:bodyPr wrap="square" rtlCol="0">
            <a:noAutofit/>
          </a:bodyPr>
          <a:lstStyle/>
          <a:p>
            <a:r>
              <a:rPr lang="en-SE" sz="1000" b="1" dirty="0"/>
              <a:t>Exchange Difference Account </a:t>
            </a:r>
            <a:r>
              <a:rPr lang="en-SE" sz="1000" dirty="0"/>
              <a:t> </a:t>
            </a:r>
          </a:p>
          <a:p>
            <a:r>
              <a:rPr lang="en-SE" sz="1000" dirty="0"/>
              <a:t>This combo box defines the pseudo account that shall be used to</a:t>
            </a:r>
            <a:br>
              <a:rPr lang="en-SE" sz="1000" dirty="0"/>
            </a:br>
            <a:r>
              <a:rPr lang="en-SE" sz="1000" dirty="0"/>
              <a:t>book exchange rate differences that can occur when the base currency</a:t>
            </a:r>
            <a:br>
              <a:rPr lang="en-SE" sz="1000" dirty="0"/>
            </a:br>
            <a:r>
              <a:rPr lang="en-SE" sz="1000" dirty="0"/>
              <a:t>differs from contract currency.</a:t>
            </a:r>
          </a:p>
          <a:p>
            <a:r>
              <a:rPr lang="en-SE" sz="1000" dirty="0"/>
              <a:t>At some occasions, base currency differences in a GLI transaction may</a:t>
            </a:r>
            <a:br>
              <a:rPr lang="en-SE" sz="1000" dirty="0"/>
            </a:br>
            <a:r>
              <a:rPr lang="en-SE" sz="1000" dirty="0"/>
              <a:t>occur even if the transaction balance in contract currency and the same</a:t>
            </a:r>
            <a:br>
              <a:rPr lang="en-SE" sz="1000" dirty="0"/>
            </a:br>
            <a:r>
              <a:rPr lang="en-SE" sz="1000" dirty="0"/>
              <a:t>exchange rate has been used at the recalculation.</a:t>
            </a:r>
          </a:p>
          <a:p>
            <a:r>
              <a:rPr lang="en-SE" sz="1000" dirty="0"/>
              <a:t>These differences occur because </a:t>
            </a:r>
            <a:r>
              <a:rPr lang="en-SE" sz="1000" dirty="0" err="1"/>
              <a:t>ProGLI</a:t>
            </a:r>
            <a:r>
              <a:rPr lang="en-SE" sz="1000" dirty="0"/>
              <a:t> </a:t>
            </a:r>
            <a:r>
              <a:rPr lang="en-SE" sz="1000" i="1" dirty="0"/>
              <a:t>rounds</a:t>
            </a:r>
            <a:r>
              <a:rPr lang="en-SE" sz="1000" dirty="0"/>
              <a:t> the amount in base</a:t>
            </a:r>
            <a:br>
              <a:rPr lang="en-SE" sz="1000" dirty="0"/>
            </a:br>
            <a:r>
              <a:rPr lang="en-SE" sz="1000" dirty="0"/>
              <a:t>currency to two decimals.</a:t>
            </a:r>
          </a:p>
          <a:p>
            <a:r>
              <a:rPr lang="en-SE" sz="1000" dirty="0"/>
              <a:t>In order to book these small differences, an Exchange Difference</a:t>
            </a:r>
            <a:br>
              <a:rPr lang="en-SE" sz="1000" dirty="0"/>
            </a:br>
            <a:r>
              <a:rPr lang="en-SE" sz="1000" dirty="0"/>
              <a:t>Account must be defined.</a:t>
            </a:r>
          </a:p>
          <a:p>
            <a:pPr algn="l"/>
            <a:endParaRPr lang="en-SE" sz="1600" dirty="0" err="1"/>
          </a:p>
        </p:txBody>
      </p:sp>
      <p:pic>
        <p:nvPicPr>
          <p:cNvPr id="5" name="Picture 4">
            <a:extLst>
              <a:ext uri="{FF2B5EF4-FFF2-40B4-BE49-F238E27FC236}">
                <a16:creationId xmlns:a16="http://schemas.microsoft.com/office/drawing/2014/main" id="{2A3B9481-0F1D-9E9C-AE0D-1732B9280553}"/>
              </a:ext>
            </a:extLst>
          </p:cNvPr>
          <p:cNvPicPr>
            <a:picLocks noChangeAspect="1"/>
          </p:cNvPicPr>
          <p:nvPr/>
        </p:nvPicPr>
        <p:blipFill>
          <a:blip r:embed="rId5"/>
          <a:stretch>
            <a:fillRect/>
          </a:stretch>
        </p:blipFill>
        <p:spPr>
          <a:xfrm>
            <a:off x="266700" y="754338"/>
            <a:ext cx="5829300" cy="3838575"/>
          </a:xfrm>
          <a:prstGeom prst="rect">
            <a:avLst/>
          </a:prstGeom>
        </p:spPr>
      </p:pic>
    </p:spTree>
    <p:custDataLst>
      <p:custData r:id="rId1"/>
      <p:custData r:id="rId2"/>
    </p:custDataLst>
    <p:extLst>
      <p:ext uri="{BB962C8B-B14F-4D97-AF65-F5344CB8AC3E}">
        <p14:creationId xmlns:p14="http://schemas.microsoft.com/office/powerpoint/2010/main" val="1474292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A177C-6759-34C3-8913-78728A014F2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E4CB9DE-67C2-9CEE-573B-D010DE6F5D83}"/>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75D450C6-F930-1697-200E-D35B9982343F}"/>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9</a:t>
            </a:fld>
            <a:endParaRPr lang="en-GB" dirty="0"/>
          </a:p>
        </p:txBody>
      </p:sp>
      <p:sp>
        <p:nvSpPr>
          <p:cNvPr id="3" name="TextBox 2">
            <a:extLst>
              <a:ext uri="{FF2B5EF4-FFF2-40B4-BE49-F238E27FC236}">
                <a16:creationId xmlns:a16="http://schemas.microsoft.com/office/drawing/2014/main" id="{E9874DB0-F1A1-2BDC-28D4-2F3A0B1C5008}"/>
              </a:ext>
            </a:extLst>
          </p:cNvPr>
          <p:cNvSpPr txBox="1"/>
          <p:nvPr/>
        </p:nvSpPr>
        <p:spPr>
          <a:xfrm>
            <a:off x="3379303" y="1622065"/>
            <a:ext cx="4245997" cy="2091193"/>
          </a:xfrm>
          <a:prstGeom prst="rect">
            <a:avLst/>
          </a:prstGeom>
          <a:noFill/>
        </p:spPr>
        <p:txBody>
          <a:bodyPr wrap="square" rtlCol="0">
            <a:noAutofit/>
          </a:bodyPr>
          <a:lstStyle/>
          <a:p>
            <a:pPr algn="l"/>
            <a:r>
              <a:rPr lang="en-US" sz="1600" dirty="0"/>
              <a:t>We have </a:t>
            </a:r>
            <a:r>
              <a:rPr lang="en-US" sz="1600" dirty="0" err="1"/>
              <a:t>gli</a:t>
            </a:r>
            <a:r>
              <a:rPr lang="en-US" sz="1600" dirty="0"/>
              <a:t>-number Serie and that should say this is the latest used Journal/</a:t>
            </a:r>
            <a:r>
              <a:rPr lang="en-US" sz="1600" dirty="0" err="1"/>
              <a:t>gli</a:t>
            </a:r>
            <a:r>
              <a:rPr lang="en-US" sz="1600" dirty="0"/>
              <a:t> number used on each legal entity so that one has to be updated when a new Journal/GLI is created on that legal entity , I do not think that is the case right now</a:t>
            </a:r>
            <a:endParaRPr lang="en-SE" sz="1600" dirty="0" err="1"/>
          </a:p>
        </p:txBody>
      </p:sp>
    </p:spTree>
    <p:custDataLst>
      <p:custData r:id="rId1"/>
      <p:custData r:id="rId2"/>
    </p:custDataLst>
    <p:extLst>
      <p:ext uri="{BB962C8B-B14F-4D97-AF65-F5344CB8AC3E}">
        <p14:creationId xmlns:p14="http://schemas.microsoft.com/office/powerpoint/2010/main" val="3574894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825F6-8DB4-8952-895F-0B6A06439E4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0DEA22C-EB09-A67D-68C0-A4432215AD11}"/>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448A2869-0C99-2F2A-114A-64C7DB81FA09}"/>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10</a:t>
            </a:fld>
            <a:endParaRPr lang="en-GB" dirty="0"/>
          </a:p>
        </p:txBody>
      </p:sp>
      <p:pic>
        <p:nvPicPr>
          <p:cNvPr id="3" name="Picture 2">
            <a:extLst>
              <a:ext uri="{FF2B5EF4-FFF2-40B4-BE49-F238E27FC236}">
                <a16:creationId xmlns:a16="http://schemas.microsoft.com/office/drawing/2014/main" id="{C89476C7-FB17-5EB4-3BDC-784CC9CD3E2D}"/>
              </a:ext>
            </a:extLst>
          </p:cNvPr>
          <p:cNvPicPr>
            <a:picLocks noChangeAspect="1"/>
          </p:cNvPicPr>
          <p:nvPr/>
        </p:nvPicPr>
        <p:blipFill>
          <a:blip r:embed="rId5"/>
          <a:stretch>
            <a:fillRect/>
          </a:stretch>
        </p:blipFill>
        <p:spPr>
          <a:xfrm>
            <a:off x="357808" y="454195"/>
            <a:ext cx="6524787" cy="2057641"/>
          </a:xfrm>
          <a:prstGeom prst="rect">
            <a:avLst/>
          </a:prstGeom>
        </p:spPr>
      </p:pic>
      <p:pic>
        <p:nvPicPr>
          <p:cNvPr id="5" name="Picture 4">
            <a:extLst>
              <a:ext uri="{FF2B5EF4-FFF2-40B4-BE49-F238E27FC236}">
                <a16:creationId xmlns:a16="http://schemas.microsoft.com/office/drawing/2014/main" id="{02BED017-D9BC-1177-D5F3-463A3AEDD1A2}"/>
              </a:ext>
            </a:extLst>
          </p:cNvPr>
          <p:cNvPicPr>
            <a:picLocks noChangeAspect="1"/>
          </p:cNvPicPr>
          <p:nvPr/>
        </p:nvPicPr>
        <p:blipFill>
          <a:blip r:embed="rId6"/>
          <a:stretch>
            <a:fillRect/>
          </a:stretch>
        </p:blipFill>
        <p:spPr>
          <a:xfrm>
            <a:off x="0" y="3056707"/>
            <a:ext cx="9145276" cy="3610479"/>
          </a:xfrm>
          <a:prstGeom prst="rect">
            <a:avLst/>
          </a:prstGeom>
        </p:spPr>
      </p:pic>
      <p:sp>
        <p:nvSpPr>
          <p:cNvPr id="7" name="TextBox 6">
            <a:extLst>
              <a:ext uri="{FF2B5EF4-FFF2-40B4-BE49-F238E27FC236}">
                <a16:creationId xmlns:a16="http://schemas.microsoft.com/office/drawing/2014/main" id="{5B79CFF7-25AF-F2D4-90F6-D20836BF50DD}"/>
              </a:ext>
            </a:extLst>
          </p:cNvPr>
          <p:cNvSpPr txBox="1"/>
          <p:nvPr/>
        </p:nvSpPr>
        <p:spPr>
          <a:xfrm>
            <a:off x="7371664" y="454195"/>
            <a:ext cx="4139249" cy="3526763"/>
          </a:xfrm>
          <a:prstGeom prst="rect">
            <a:avLst/>
          </a:prstGeom>
          <a:noFill/>
        </p:spPr>
        <p:txBody>
          <a:bodyPr wrap="square" rtlCol="0">
            <a:noAutofit/>
          </a:bodyPr>
          <a:lstStyle/>
          <a:p>
            <a:pPr algn="l"/>
            <a:r>
              <a:rPr lang="en-US" sz="1600" dirty="0"/>
              <a:t>We need the following fields to be added in form ‘Manual Journal’ :</a:t>
            </a:r>
          </a:p>
          <a:p>
            <a:pPr marL="285750" indent="-285750">
              <a:buFont typeface="Arial" panose="020B0604020202020204" pitchFamily="34" charset="0"/>
              <a:buChar char="•"/>
            </a:pPr>
            <a:r>
              <a:rPr lang="en-US" sz="1600" dirty="0"/>
              <a:t>Agreement</a:t>
            </a:r>
          </a:p>
          <a:p>
            <a:pPr marL="285750" indent="-285750">
              <a:buFont typeface="Arial" panose="020B0604020202020204" pitchFamily="34" charset="0"/>
              <a:buChar char="•"/>
            </a:pPr>
            <a:r>
              <a:rPr lang="en-US" sz="1600" dirty="0"/>
              <a:t>Agreement Line</a:t>
            </a:r>
          </a:p>
          <a:p>
            <a:pPr marL="285750" indent="-285750">
              <a:buFont typeface="Arial" panose="020B0604020202020204" pitchFamily="34" charset="0"/>
              <a:buChar char="•"/>
            </a:pPr>
            <a:r>
              <a:rPr lang="en-US" sz="1600" dirty="0"/>
              <a:t>external account (part)</a:t>
            </a:r>
          </a:p>
          <a:p>
            <a:pPr marL="285750" indent="-285750" algn="l">
              <a:buFont typeface="Arial" panose="020B0604020202020204" pitchFamily="34" charset="0"/>
              <a:buChar char="•"/>
            </a:pPr>
            <a:r>
              <a:rPr lang="en-US" sz="1600" dirty="0"/>
              <a:t>Currency</a:t>
            </a:r>
          </a:p>
          <a:p>
            <a:pPr marL="285750" indent="-285750">
              <a:buFont typeface="Arial" panose="020B0604020202020204" pitchFamily="34" charset="0"/>
              <a:buChar char="•"/>
            </a:pPr>
            <a:r>
              <a:rPr lang="en-US" sz="1600" dirty="0"/>
              <a:t>Customer</a:t>
            </a:r>
          </a:p>
          <a:p>
            <a:pPr marL="285750" indent="-285750" algn="l">
              <a:buFont typeface="Arial" panose="020B0604020202020204" pitchFamily="34" charset="0"/>
              <a:buChar char="•"/>
            </a:pPr>
            <a:r>
              <a:rPr lang="en-US" sz="1600" dirty="0"/>
              <a:t>Invoice</a:t>
            </a:r>
          </a:p>
          <a:p>
            <a:pPr marL="285750" indent="-285750" algn="l">
              <a:buFont typeface="Arial" panose="020B0604020202020204" pitchFamily="34" charset="0"/>
              <a:buChar char="•"/>
            </a:pPr>
            <a:r>
              <a:rPr lang="en-US" sz="1600" dirty="0"/>
              <a:t>Supplier</a:t>
            </a:r>
          </a:p>
          <a:p>
            <a:pPr marL="285750" indent="-285750" algn="l">
              <a:buFont typeface="Arial" panose="020B0604020202020204" pitchFamily="34" charset="0"/>
              <a:buChar char="•"/>
            </a:pPr>
            <a:r>
              <a:rPr lang="en-US" sz="1600" dirty="0"/>
              <a:t>Reference number</a:t>
            </a:r>
          </a:p>
          <a:p>
            <a:pPr marL="285750" indent="-285750" algn="l">
              <a:buFont typeface="Arial" panose="020B0604020202020204" pitchFamily="34" charset="0"/>
              <a:buChar char="•"/>
            </a:pPr>
            <a:r>
              <a:rPr lang="en-US" sz="1600" dirty="0"/>
              <a:t>Ledger</a:t>
            </a:r>
          </a:p>
          <a:p>
            <a:pPr marL="285750" indent="-285750" algn="l">
              <a:buFont typeface="Arial" panose="020B0604020202020204" pitchFamily="34" charset="0"/>
              <a:buChar char="•"/>
            </a:pPr>
            <a:endParaRPr lang="en-SE" sz="1600" dirty="0" err="1"/>
          </a:p>
        </p:txBody>
      </p:sp>
    </p:spTree>
    <p:custDataLst>
      <p:custData r:id="rId1"/>
      <p:custData r:id="rId2"/>
    </p:custDataLst>
    <p:extLst>
      <p:ext uri="{BB962C8B-B14F-4D97-AF65-F5344CB8AC3E}">
        <p14:creationId xmlns:p14="http://schemas.microsoft.com/office/powerpoint/2010/main" val="99117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66550-6AF3-C641-E49A-8592C60B1822}"/>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8A4BB3-14F8-BE62-BF7F-54BEB4F16024}"/>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187B028D-7829-74E3-3B09-C55C06BBAF08}"/>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11</a:t>
            </a:fld>
            <a:endParaRPr lang="en-GB" dirty="0"/>
          </a:p>
        </p:txBody>
      </p:sp>
      <p:sp>
        <p:nvSpPr>
          <p:cNvPr id="3" name="TextBox 2">
            <a:extLst>
              <a:ext uri="{FF2B5EF4-FFF2-40B4-BE49-F238E27FC236}">
                <a16:creationId xmlns:a16="http://schemas.microsoft.com/office/drawing/2014/main" id="{806141F5-F657-3AB2-1057-C17BE7C2753F}"/>
              </a:ext>
            </a:extLst>
          </p:cNvPr>
          <p:cNvSpPr txBox="1"/>
          <p:nvPr/>
        </p:nvSpPr>
        <p:spPr>
          <a:xfrm>
            <a:off x="2115047" y="2647784"/>
            <a:ext cx="6472362" cy="2226366"/>
          </a:xfrm>
          <a:prstGeom prst="rect">
            <a:avLst/>
          </a:prstGeom>
          <a:noFill/>
        </p:spPr>
        <p:txBody>
          <a:bodyPr wrap="square" rtlCol="0">
            <a:noAutofit/>
          </a:bodyPr>
          <a:lstStyle/>
          <a:p>
            <a:pPr algn="l"/>
            <a:r>
              <a:rPr lang="en-US" sz="1600" dirty="0"/>
              <a:t>In form pseudo account we have a grid with all pseudo accounts and a column that says ‘chart of account’ and clicking on that one takes you to the chart of account but not positioned on that pseudo accounts place in the chart of account it is always no matter of which pseudo account positioned on top of the chart </a:t>
            </a:r>
            <a:r>
              <a:rPr lang="en-US" sz="1600"/>
              <a:t>of account</a:t>
            </a:r>
            <a:endParaRPr lang="en-SE" sz="1600" dirty="0" err="1"/>
          </a:p>
        </p:txBody>
      </p:sp>
    </p:spTree>
    <p:custDataLst>
      <p:custData r:id="rId1"/>
      <p:custData r:id="rId2"/>
    </p:custDataLst>
    <p:extLst>
      <p:ext uri="{BB962C8B-B14F-4D97-AF65-F5344CB8AC3E}">
        <p14:creationId xmlns:p14="http://schemas.microsoft.com/office/powerpoint/2010/main" val="393622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C0FA2-608A-6238-B9C8-D1F685494CC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34BEA9-543A-F642-5274-C0E5BFB24ABB}"/>
              </a:ext>
            </a:extLst>
          </p:cNvPr>
          <p:cNvSpPr>
            <a:spLocks noGrp="1"/>
          </p:cNvSpPr>
          <p:nvPr>
            <p:ph type="ftr" sz="quarter" idx="14"/>
          </p:nvPr>
        </p:nvSpPr>
        <p:spPr>
          <a:xfrm>
            <a:off x="1374161" y="6534000"/>
            <a:ext cx="2592000" cy="172800"/>
          </a:xfrm>
        </p:spPr>
        <p:txBody>
          <a:bodyPr/>
          <a:lstStyle/>
          <a:p>
            <a:r>
              <a:rPr lang="en-GB" dirty="0"/>
              <a:t>Confidential</a:t>
            </a:r>
          </a:p>
        </p:txBody>
      </p:sp>
      <p:sp>
        <p:nvSpPr>
          <p:cNvPr id="6" name="Slide Number Placeholder 5">
            <a:extLst>
              <a:ext uri="{FF2B5EF4-FFF2-40B4-BE49-F238E27FC236}">
                <a16:creationId xmlns:a16="http://schemas.microsoft.com/office/drawing/2014/main" id="{0D1643B6-6CE3-5932-AD18-B561ADC0DFAC}"/>
              </a:ext>
            </a:extLst>
          </p:cNvPr>
          <p:cNvSpPr>
            <a:spLocks noGrp="1"/>
          </p:cNvSpPr>
          <p:nvPr>
            <p:ph type="sldNum" sz="quarter" idx="12"/>
          </p:nvPr>
        </p:nvSpPr>
        <p:spPr>
          <a:xfrm>
            <a:off x="11422778" y="6534000"/>
            <a:ext cx="422089" cy="172509"/>
          </a:xfrm>
        </p:spPr>
        <p:txBody>
          <a:bodyPr/>
          <a:lstStyle/>
          <a:p>
            <a:fld id="{61E25E67-CBB9-434B-BBF7-0A5E970272B8}" type="slidenum">
              <a:rPr lang="en-GB" smtClean="0"/>
              <a:pPr/>
              <a:t>12</a:t>
            </a:fld>
            <a:endParaRPr lang="en-GB" dirty="0"/>
          </a:p>
        </p:txBody>
      </p:sp>
    </p:spTree>
    <p:custDataLst>
      <p:custData r:id="rId1"/>
      <p:custData r:id="rId2"/>
    </p:custDataLst>
    <p:extLst>
      <p:ext uri="{BB962C8B-B14F-4D97-AF65-F5344CB8AC3E}">
        <p14:creationId xmlns:p14="http://schemas.microsoft.com/office/powerpoint/2010/main" val="11517758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G_LANGUAGETEXTBOX" val="Eng US"/>
</p:tagLst>
</file>

<file path=ppt/tags/tag2.xml><?xml version="1.0" encoding="utf-8"?>
<p:tagLst xmlns:a="http://schemas.openxmlformats.org/drawingml/2006/main" xmlns:r="http://schemas.openxmlformats.org/officeDocument/2006/relationships" xmlns:p="http://schemas.openxmlformats.org/presentationml/2006/main">
  <p:tag name="TAG_LANGUAGETEXTBOX" val="Eng US"/>
</p:tagLst>
</file>

<file path=ppt/tags/tag3.xml><?xml version="1.0" encoding="utf-8"?>
<p:tagLst xmlns:a="http://schemas.openxmlformats.org/drawingml/2006/main" xmlns:r="http://schemas.openxmlformats.org/officeDocument/2006/relationships" xmlns:p="http://schemas.openxmlformats.org/presentationml/2006/main">
  <p:tag name="TAG_LANGUAGETEXTBOX" val="Eng US"/>
</p:tagLst>
</file>

<file path=ppt/tags/tag4.xml><?xml version="1.0" encoding="utf-8"?>
<p:tagLst xmlns:a="http://schemas.openxmlformats.org/drawingml/2006/main" xmlns:r="http://schemas.openxmlformats.org/officeDocument/2006/relationships" xmlns:p="http://schemas.openxmlformats.org/presentationml/2006/main">
  <p:tag name="TAG_LANGUAGETEXTBOX" val="Eng US"/>
</p:tagLst>
</file>

<file path=ppt/tags/tag5.xml><?xml version="1.0" encoding="utf-8"?>
<p:tagLst xmlns:a="http://schemas.openxmlformats.org/drawingml/2006/main" xmlns:r="http://schemas.openxmlformats.org/officeDocument/2006/relationships" xmlns:p="http://schemas.openxmlformats.org/presentationml/2006/main">
  <p:tag name="TAG_LANGUAGETEXTBOX" val="Eng"/>
</p:tagLst>
</file>

<file path=ppt/theme/theme1.xml><?xml version="1.0" encoding="utf-8"?>
<a:theme xmlns:a="http://schemas.openxmlformats.org/drawingml/2006/main" name="Tieto">
  <a:themeElements>
    <a:clrScheme name="Tieto">
      <a:dk1>
        <a:srgbClr val="272A2C"/>
      </a:dk1>
      <a:lt1>
        <a:srgbClr val="FFFFFF"/>
      </a:lt1>
      <a:dk2>
        <a:srgbClr val="1A1715"/>
      </a:dk2>
      <a:lt2>
        <a:srgbClr val="D2D0CB"/>
      </a:lt2>
      <a:accent1>
        <a:srgbClr val="021E57"/>
      </a:accent1>
      <a:accent2>
        <a:srgbClr val="3531CF"/>
      </a:accent2>
      <a:accent3>
        <a:srgbClr val="4E60E7"/>
      </a:accent3>
      <a:accent4>
        <a:srgbClr val="839DF9"/>
      </a:accent4>
      <a:accent5>
        <a:srgbClr val="F5FF56"/>
      </a:accent5>
      <a:accent6>
        <a:srgbClr val="78716E"/>
      </a:accent6>
      <a:hlink>
        <a:srgbClr val="000000"/>
      </a:hlink>
      <a:folHlink>
        <a:srgbClr val="000000"/>
      </a:folHlink>
    </a:clrScheme>
    <a:fontScheme name="Tieto">
      <a:majorFont>
        <a:latin typeface="Tieto Sans"/>
        <a:ea typeface=""/>
        <a:cs typeface=""/>
      </a:majorFont>
      <a:minorFont>
        <a:latin typeface="Tieto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solidFill>
        <a:ln>
          <a:noFill/>
        </a:ln>
      </a:spPr>
      <a:bodyPr rtlCol="0" anchor="ctr"/>
      <a:lstStyle>
        <a:defPPr algn="ctr">
          <a:defRPr sz="1600" dirty="0" err="1" smtClean="0">
            <a:solidFill>
              <a:srgbClr val="021E57"/>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noAutofit/>
      </a:bodyPr>
      <a:lstStyle>
        <a:defPPr algn="l">
          <a:defRPr sz="1600" dirty="0" err="1" smtClean="0"/>
        </a:defPPr>
      </a:lstStyle>
    </a:txDef>
  </a:objectDefaults>
  <a:extraClrSchemeLst/>
  <a:custClrLst>
    <a:custClr name="White">
      <a:srgbClr val="FFFFFF"/>
    </a:custClr>
    <a:custClr name="Black">
      <a:srgbClr val="000000"/>
    </a:custClr>
    <a:custClr name="Grey 300">
      <a:srgbClr val="D2D0CB"/>
    </a:custClr>
    <a:custClr name="Grey 900">
      <a:srgbClr val="1A1A15"/>
    </a:custClr>
    <a:custClr name="Impact Blue 900">
      <a:srgbClr val="021E57"/>
    </a:custClr>
    <a:custClr name="Impact Blue 600">
      <a:srgbClr val="3531CF"/>
    </a:custClr>
    <a:custClr name="Impact Blue 500">
      <a:srgbClr val="4E60E7"/>
    </a:custClr>
    <a:custClr name="Impact Blue 400">
      <a:srgbClr val="839DF9"/>
    </a:custClr>
    <a:custClr name="Impact Yellow">
      <a:srgbClr val="F5FF56"/>
    </a:custClr>
    <a:custClr name="Grey 500">
      <a:srgbClr val="78716E"/>
    </a:custClr>
    <a:custClr name="Blue 50">
      <a:srgbClr val="F8FAFF"/>
    </a:custClr>
    <a:custClr name="Blue 100">
      <a:srgbClr val="F2F5FF"/>
    </a:custClr>
    <a:custClr name="Blue 200">
      <a:srgbClr val="DBE5FF"/>
    </a:custClr>
    <a:custClr name="Blue 300">
      <a:srgbClr val="C2D3FF"/>
    </a:custClr>
    <a:custClr name="Blue 400 Primary ">
      <a:srgbClr val="839DF9"/>
    </a:custClr>
    <a:custClr name="Blue 500 Primary">
      <a:srgbClr val="4E60E7"/>
    </a:custClr>
    <a:custClr name="Blue 600 Primary">
      <a:srgbClr val="3531CF"/>
    </a:custClr>
    <a:custClr name="Blue 700">
      <a:srgbClr val="251CB0"/>
    </a:custClr>
    <a:custClr name="Blue 800">
      <a:srgbClr val="131E82"/>
    </a:custClr>
    <a:custClr name="Blue 900 Primary">
      <a:srgbClr val="021E57"/>
    </a:custClr>
    <a:custClr name="Grey 50">
      <a:srgbClr val="FCFAF7"/>
    </a:custClr>
    <a:custClr name="Grey 100">
      <a:srgbClr val="F3F0EF"/>
    </a:custClr>
    <a:custClr name="Grey 200">
      <a:srgbClr val="E2E0DF"/>
    </a:custClr>
    <a:custClr name="Grey 300 ">
      <a:srgbClr val="D2D0CB"/>
    </a:custClr>
    <a:custClr name="Grey 400">
      <a:srgbClr val="A8A29E"/>
    </a:custClr>
    <a:custClr name="Grey 500">
      <a:srgbClr val="78716E"/>
    </a:custClr>
    <a:custClr name="Grey 600">
      <a:srgbClr val="57524F"/>
    </a:custClr>
    <a:custClr name="Grey 700">
      <a:srgbClr val="423B38"/>
    </a:custClr>
    <a:custClr name="Grey 800">
      <a:srgbClr val="282523"/>
    </a:custClr>
    <a:custClr name="Grey 900">
      <a:srgbClr val="1A1715"/>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F9423A"/>
    </a:custClr>
    <a:custClr name="Green">
      <a:srgbClr val="26D07C"/>
    </a:custClr>
    <a:custClr name="Coral">
      <a:srgbClr val="FF6B6B"/>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Tietoevry_101123" id="{E5600E7E-768D-4793-A3AB-48CAEE9AE71E}" vid="{EA77E28B-1186-478F-A83E-94954F991390}"/>
    </a:ext>
  </a:extLst>
</a:theme>
</file>

<file path=ppt/theme/theme2.xml><?xml version="1.0" encoding="utf-8"?>
<a:theme xmlns:a="http://schemas.openxmlformats.org/drawingml/2006/main" name="Office Theme">
  <a:themeElements>
    <a:clrScheme name="Tieto">
      <a:dk1>
        <a:srgbClr val="272A2C"/>
      </a:dk1>
      <a:lt1>
        <a:srgbClr val="FFFFFF"/>
      </a:lt1>
      <a:dk2>
        <a:srgbClr val="1A1715"/>
      </a:dk2>
      <a:lt2>
        <a:srgbClr val="D2D0CB"/>
      </a:lt2>
      <a:accent1>
        <a:srgbClr val="021E57"/>
      </a:accent1>
      <a:accent2>
        <a:srgbClr val="3531CF"/>
      </a:accent2>
      <a:accent3>
        <a:srgbClr val="4E60E7"/>
      </a:accent3>
      <a:accent4>
        <a:srgbClr val="839DF9"/>
      </a:accent4>
      <a:accent5>
        <a:srgbClr val="F5FF56"/>
      </a:accent5>
      <a:accent6>
        <a:srgbClr val="78716E"/>
      </a:accent6>
      <a:hlink>
        <a:srgbClr val="000000"/>
      </a:hlink>
      <a:folHlink>
        <a:srgbClr val="000000"/>
      </a:folHlink>
    </a:clrScheme>
    <a:fontScheme name="Tieto">
      <a:majorFont>
        <a:latin typeface="Tieto Sans"/>
        <a:ea typeface=""/>
        <a:cs typeface=""/>
      </a:majorFont>
      <a:minorFont>
        <a:latin typeface="Tie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Grey 300">
      <a:srgbClr val="D2D0CB"/>
    </a:custClr>
    <a:custClr name="Grey 900">
      <a:srgbClr val="1A1A15"/>
    </a:custClr>
    <a:custClr name="Impact Blue 900">
      <a:srgbClr val="021E57"/>
    </a:custClr>
    <a:custClr name="Impact Blue 600">
      <a:srgbClr val="3531CF"/>
    </a:custClr>
    <a:custClr name="Impact Blue 500">
      <a:srgbClr val="4E60E7"/>
    </a:custClr>
    <a:custClr name="Impact Blue 400">
      <a:srgbClr val="839DF9"/>
    </a:custClr>
    <a:custClr name="Impact Yellow">
      <a:srgbClr val="F5FF56"/>
    </a:custClr>
    <a:custClr name="Grey 500">
      <a:srgbClr val="78716E"/>
    </a:custClr>
    <a:custClr name="Blue 50">
      <a:srgbClr val="F8FAFF"/>
    </a:custClr>
    <a:custClr name="Blue 100">
      <a:srgbClr val="F2F5FF"/>
    </a:custClr>
    <a:custClr name="Blue 200">
      <a:srgbClr val="DBE5FF"/>
    </a:custClr>
    <a:custClr name="Blue 300">
      <a:srgbClr val="C2D3FF"/>
    </a:custClr>
    <a:custClr name="Blue 400 Primary ">
      <a:srgbClr val="839DF9"/>
    </a:custClr>
    <a:custClr name="Blue 500 Primary">
      <a:srgbClr val="4E60E7"/>
    </a:custClr>
    <a:custClr name="Blue 600 Primary">
      <a:srgbClr val="3531CF"/>
    </a:custClr>
    <a:custClr name="Blue 700">
      <a:srgbClr val="251CB0"/>
    </a:custClr>
    <a:custClr name="Blue 800">
      <a:srgbClr val="131E82"/>
    </a:custClr>
    <a:custClr name="Blue 900 Primary">
      <a:srgbClr val="021E57"/>
    </a:custClr>
    <a:custClr name="Grey 50">
      <a:srgbClr val="FCFAF7"/>
    </a:custClr>
    <a:custClr name="Grey 100">
      <a:srgbClr val="F3F0EF"/>
    </a:custClr>
    <a:custClr name="Grey 200">
      <a:srgbClr val="E2E0DF"/>
    </a:custClr>
    <a:custClr name="Grey 300 ">
      <a:srgbClr val="D2D0CB"/>
    </a:custClr>
    <a:custClr name="Grey 400">
      <a:srgbClr val="A8A29E"/>
    </a:custClr>
    <a:custClr name="Grey 500">
      <a:srgbClr val="78716E"/>
    </a:custClr>
    <a:custClr name="Grey 600">
      <a:srgbClr val="57524F"/>
    </a:custClr>
    <a:custClr name="Grey 700">
      <a:srgbClr val="423B38"/>
    </a:custClr>
    <a:custClr name="Grey 800">
      <a:srgbClr val="282523"/>
    </a:custClr>
    <a:custClr name="Grey 900">
      <a:srgbClr val="1A1715"/>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F9423A"/>
    </a:custClr>
    <a:custClr name="Green">
      <a:srgbClr val="26D07C"/>
    </a:custClr>
    <a:custClr name="Coral">
      <a:srgbClr val="FF6B6B"/>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Tieto">
      <a:dk1>
        <a:srgbClr val="272A2C"/>
      </a:dk1>
      <a:lt1>
        <a:srgbClr val="FFFFFF"/>
      </a:lt1>
      <a:dk2>
        <a:srgbClr val="1A1715"/>
      </a:dk2>
      <a:lt2>
        <a:srgbClr val="D2D0CB"/>
      </a:lt2>
      <a:accent1>
        <a:srgbClr val="021E57"/>
      </a:accent1>
      <a:accent2>
        <a:srgbClr val="3531CF"/>
      </a:accent2>
      <a:accent3>
        <a:srgbClr val="4E60E7"/>
      </a:accent3>
      <a:accent4>
        <a:srgbClr val="839DF9"/>
      </a:accent4>
      <a:accent5>
        <a:srgbClr val="F5FF56"/>
      </a:accent5>
      <a:accent6>
        <a:srgbClr val="78716E"/>
      </a:accent6>
      <a:hlink>
        <a:srgbClr val="000000"/>
      </a:hlink>
      <a:folHlink>
        <a:srgbClr val="000000"/>
      </a:folHlink>
    </a:clrScheme>
    <a:fontScheme name="Tieto">
      <a:majorFont>
        <a:latin typeface="Tieto Sans"/>
        <a:ea typeface=""/>
        <a:cs typeface=""/>
      </a:majorFont>
      <a:minorFont>
        <a:latin typeface="Tie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White">
      <a:srgbClr val="FFFFFF"/>
    </a:custClr>
    <a:custClr name="Black">
      <a:srgbClr val="000000"/>
    </a:custClr>
    <a:custClr name="Grey 300">
      <a:srgbClr val="D2D0CB"/>
    </a:custClr>
    <a:custClr name="Grey 900">
      <a:srgbClr val="1A1A15"/>
    </a:custClr>
    <a:custClr name="Impact Blue 900">
      <a:srgbClr val="021E57"/>
    </a:custClr>
    <a:custClr name="Impact Blue 600">
      <a:srgbClr val="3531CF"/>
    </a:custClr>
    <a:custClr name="Impact Blue 500">
      <a:srgbClr val="4E60E7"/>
    </a:custClr>
    <a:custClr name="Impact Blue 400">
      <a:srgbClr val="839DF9"/>
    </a:custClr>
    <a:custClr name="Impact Yellow">
      <a:srgbClr val="F5FF56"/>
    </a:custClr>
    <a:custClr name="Grey 500">
      <a:srgbClr val="78716E"/>
    </a:custClr>
    <a:custClr name="Blue 50">
      <a:srgbClr val="F8FAFF"/>
    </a:custClr>
    <a:custClr name="Blue 100">
      <a:srgbClr val="F2F5FF"/>
    </a:custClr>
    <a:custClr name="Blue 200">
      <a:srgbClr val="DBE5FF"/>
    </a:custClr>
    <a:custClr name="Blue 300">
      <a:srgbClr val="C2D3FF"/>
    </a:custClr>
    <a:custClr name="Blue 400 Primary ">
      <a:srgbClr val="839DF9"/>
    </a:custClr>
    <a:custClr name="Blue 500 Primary">
      <a:srgbClr val="4E60E7"/>
    </a:custClr>
    <a:custClr name="Blue 600 Primary">
      <a:srgbClr val="3531CF"/>
    </a:custClr>
    <a:custClr name="Blue 700">
      <a:srgbClr val="251CB0"/>
    </a:custClr>
    <a:custClr name="Blue 800">
      <a:srgbClr val="131E82"/>
    </a:custClr>
    <a:custClr name="Blue 900 Primary">
      <a:srgbClr val="021E57"/>
    </a:custClr>
    <a:custClr name="Grey 50">
      <a:srgbClr val="FCFAF7"/>
    </a:custClr>
    <a:custClr name="Grey 100">
      <a:srgbClr val="F3F0EF"/>
    </a:custClr>
    <a:custClr name="Grey 200">
      <a:srgbClr val="E2E0DF"/>
    </a:custClr>
    <a:custClr name="Grey 300 ">
      <a:srgbClr val="D2D0CB"/>
    </a:custClr>
    <a:custClr name="Grey 400">
      <a:srgbClr val="A8A29E"/>
    </a:custClr>
    <a:custClr name="Grey 500">
      <a:srgbClr val="78716E"/>
    </a:custClr>
    <a:custClr name="Grey 600">
      <a:srgbClr val="57524F"/>
    </a:custClr>
    <a:custClr name="Grey 700">
      <a:srgbClr val="423B38"/>
    </a:custClr>
    <a:custClr name="Grey 800">
      <a:srgbClr val="282523"/>
    </a:custClr>
    <a:custClr name="Grey 900">
      <a:srgbClr val="1A1715"/>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ed">
      <a:srgbClr val="F9423A"/>
    </a:custClr>
    <a:custClr name="Green">
      <a:srgbClr val="26D07C"/>
    </a:custClr>
    <a:custClr name="Coral">
      <a:srgbClr val="FF6B6B"/>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B6FDC5F-6DFF-D745-B56C-2E56F051494E}">
  <we:reference id="d2164860-9689-45e3-a1e5-90c76032056e"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item1.xml><?xml version="1.0" encoding="utf-8"?>
<TemplafyTemplateConfiguration><![CDATA[{"elementsMetadata":[],"transformationConfigurations":[],"templateName":"Tieto_Default presentation 31032026","templateDescription":"","enableDocumentContentUpdater":false,"version":"2.0"}]]></TemplafyTemplateConfiguration>
</file>

<file path=customXml/item2.xml><?xml version="1.0" encoding="utf-8"?>
<TemplafyFormConfiguration><![CDATA[{"formFields":[],"formDataEntries":[]}]]></TemplafyFormConfiguration>
</file>

<file path=customXml/item3.xml><?xml version="1.0" encoding="utf-8"?>
<TemplafySlideTemplateConfiguration><![CDATA[{"slideVersion":1,"isValidatorEnabled":false,"isLocked":false,"elementsMetadata":[],"slideId":"1421649916788736003","enableDocumentContentUpdater":false,"version":"2.0"}]]></TemplafySlideTemplateConfiguration>
</file>

<file path=customXml/item4.xml><?xml version="1.0" encoding="utf-8"?>
<TemplafySlideFormConfiguration><![CDATA[{"formFields":[],"formDataEntries":[]}]]></TemplafySlideFormConfiguration>
</file>

<file path=customXml/item5.xml><?xml version="1.0" encoding="utf-8"?>
<TemplafySlideTemplateConfiguration><![CDATA[{"slideVersion":1,"isValidatorEnabled":false,"isLocked":false,"elementsMetadata":[],"slideId":"1421649916788736003","enableDocumentContentUpdater":false,"version":"2.0"}]]></TemplafySlideTemplateConfiguration>
</file>

<file path=customXml/item6.xml><?xml version="1.0" encoding="utf-8"?>
<TemplafySlideFormConfiguration><![CDATA[{"formFields":[],"formDataEntries":[]}]]></TemplafySlideFormConfiguration>
</file>

<file path=customXml/item7.xml><?xml version="1.0" encoding="utf-8"?>
<TemplafySlideTemplateConfiguration><![CDATA[{"slideVersion":1,"isValidatorEnabled":false,"isLocked":false,"elementsMetadata":[],"slideId":"1421649916788736003","enableDocumentContentUpdater":false,"version":"2.0"}]]></TemplafySlideTemplateConfiguration>
</file>

<file path=customXml/item8.xml><?xml version="1.0" encoding="utf-8"?>
<TemplafySlideFormConfiguration><![CDATA[{"formFields":[],"formDataEntries":[]}]]></TemplafySlideFormConfiguration>
</file>

<file path=customXml/item9.xml><?xml version="1.0" encoding="utf-8"?>
<TemplafySlideTemplateConfiguration><![CDATA[{"slideVersion":1,"isValidatorEnabled":false,"isLocked":false,"elementsMetadata":[],"slideId":"1421649916788736003","enableDocumentContentUpdater":false,"version":"2.0"}]]></TemplafySlideTemplateConfiguration>
</file>

<file path=customXml/item10.xml><?xml version="1.0" encoding="utf-8"?>
<TemplafySlideFormConfiguration><![CDATA[{"formFields":[],"formDataEntries":[]}]]></TemplafySlideFormConfiguration>
</file>

<file path=customXml/item11.xml><?xml version="1.0" encoding="utf-8"?>
<TemplafySlideTemplateConfiguration><![CDATA[{"slideVersion":1,"isValidatorEnabled":false,"isLocked":false,"elementsMetadata":[],"slideId":"1421649916788736003","enableDocumentContentUpdater":false,"version":"2.0"}]]></TemplafySlideTemplateConfiguration>
</file>

<file path=customXml/item12.xml><?xml version="1.0" encoding="utf-8"?>
<TemplafySlideFormConfiguration><![CDATA[{"formFields":[],"formDataEntries":[]}]]></TemplafySlideFormConfiguration>
</file>

<file path=customXml/item13.xml><?xml version="1.0" encoding="utf-8"?>
<TemplafySlideFormConfiguration><![CDATA[{"formFields":[],"formDataEntries":[]}]]></TemplafySlideFormConfiguration>
</file>

<file path=customXml/item14.xml><?xml version="1.0" encoding="utf-8"?>
<TemplafySlideTemplateConfiguration><![CDATA[{"slideVersion":1,"isValidatorEnabled":false,"isLocked":false,"elementsMetadata":[],"slideId":"1421649916788736003","enableDocumentContentUpdater":false,"version":"2.0"}]]></TemplafySlideTemplateConfiguration>
</file>

<file path=customXml/item15.xml><?xml version="1.0" encoding="utf-8"?>
<TemplafySlideTemplateConfiguration><![CDATA[{"slideVersion":1,"isValidatorEnabled":false,"isLocked":false,"elementsMetadata":[],"slideId":"1421649916788736003","enableDocumentContentUpdater":false,"version":"2.0"}]]></TemplafySlideTemplateConfiguration>
</file>

<file path=customXml/item16.xml><?xml version="1.0" encoding="utf-8"?>
<TemplafySlideFormConfiguration><![CDATA[{"formFields":[],"formDataEntries":[]}]]></TemplafySlideFormConfiguration>
</file>

<file path=customXml/item17.xml><?xml version="1.0" encoding="utf-8"?>
<TemplafySlideFormConfiguration><![CDATA[{"formFields":[],"formDataEntries":[]}]]></TemplafySlideFormConfiguration>
</file>

<file path=customXml/item18.xml><?xml version="1.0" encoding="utf-8"?>
<TemplafySlideTemplateConfiguration><![CDATA[{"slideVersion":1,"isValidatorEnabled":false,"isLocked":false,"elementsMetadata":[],"slideId":"1421649916788736003","enableDocumentContentUpdater":false,"version":"2.0"}]]></TemplafySlideTemplateConfiguration>
</file>

<file path=customXml/item19.xml><?xml version="1.0" encoding="utf-8"?>
<TemplafySlideTemplateConfiguration><![CDATA[{"slideVersion":1,"isValidatorEnabled":false,"isLocked":false,"elementsMetadata":[],"slideId":"1421649916788736003","enableDocumentContentUpdater":false,"version":"2.0"}]]></TemplafySlideTemplateConfiguration>
</file>

<file path=customXml/item20.xml><?xml version="1.0" encoding="utf-8"?>
<TemplafySlideFormConfiguration><![CDATA[{"formFields":[],"formDataEntries":[]}]]></TemplafySlideFormConfiguration>
</file>

<file path=customXml/item21.xml><?xml version="1.0" encoding="utf-8"?>
<TemplafySlideFormConfiguration><![CDATA[{"formFields":[],"formDataEntries":[]}]]></TemplafySlideFormConfiguration>
</file>

<file path=customXml/item22.xml><?xml version="1.0" encoding="utf-8"?>
<TemplafySlideTemplateConfiguration><![CDATA[{"slideVersion":1,"isValidatorEnabled":false,"isLocked":false,"elementsMetadata":[],"slideId":"1421649916788736003","enableDocumentContentUpdater":false,"version":"2.0"}]]></TemplafySlideTemplateConfiguration>
</file>

<file path=customXml/item23.xml><?xml version="1.0" encoding="utf-8"?>
<TemplafySlideFormConfiguration><![CDATA[{"formFields":[],"formDataEntries":[]}]]></TemplafySlideFormConfiguration>
</file>

<file path=customXml/item24.xml><?xml version="1.0" encoding="utf-8"?>
<TemplafySlideTemplateConfiguration><![CDATA[{"slideVersion":1,"isValidatorEnabled":false,"isLocked":false,"elementsMetadata":[],"slideId":"1421649916788736003","enableDocumentContentUpdater":false,"version":"2.0"}]]></TemplafySlideTemplateConfiguration>
</file>

<file path=customXml/item25.xml><?xml version="1.0" encoding="utf-8"?>
<TemplafySlideTemplateConfiguration><![CDATA[{"slideVersion":1,"isValidatorEnabled":false,"isLocked":false,"elementsMetadata":[],"slideId":"1421649916788736003","enableDocumentContentUpdater":false,"version":"2.0"}]]></TemplafySlideTemplateConfiguration>
</file>

<file path=customXml/item26.xml><?xml version="1.0" encoding="utf-8"?>
<TemplafySlideFormConfiguration><![CDATA[{"formFields":[],"formDataEntries":[]}]]></TemplafySlideFormConfiguration>
</file>

<file path=customXml/itemProps1.xml><?xml version="1.0" encoding="utf-8"?>
<ds:datastoreItem xmlns:ds="http://schemas.openxmlformats.org/officeDocument/2006/customXml" ds:itemID="{668F8FCE-F930-4F42-9634-5203D29C1C34}">
  <ds:schemaRefs/>
</ds:datastoreItem>
</file>

<file path=customXml/itemProps2.xml><?xml version="1.0" encoding="utf-8"?>
<ds:datastoreItem xmlns:ds="http://schemas.openxmlformats.org/officeDocument/2006/customXml" ds:itemID="{FDB33FAC-5C71-4673-AE25-83914447C61F}">
  <ds:schemaRefs/>
</ds:datastoreItem>
</file>

<file path=customXml/itemProps3.xml><?xml version="1.0" encoding="utf-8"?>
<ds:datastoreItem xmlns:ds="http://schemas.openxmlformats.org/officeDocument/2006/customXml" ds:itemID="{8A07EE95-7CC2-405E-AB64-EA5319FDB652}">
  <ds:schemaRefs/>
</ds:datastoreItem>
</file>

<file path=customXml/itemProps4.xml><?xml version="1.0" encoding="utf-8"?>
<ds:datastoreItem xmlns:ds="http://schemas.openxmlformats.org/officeDocument/2006/customXml" ds:itemID="{944AA2C8-8345-41DD-8D7C-DB17D1204C3C}">
  <ds:schemaRefs/>
</ds:datastoreItem>
</file>

<file path=customXml/itemProps5.xml><?xml version="1.0" encoding="utf-8"?>
<ds:datastoreItem xmlns:ds="http://schemas.openxmlformats.org/officeDocument/2006/customXml" ds:itemID="{2C93BED0-6589-4B67-B0BC-42480645A0A9}">
  <ds:schemaRefs/>
</ds:datastoreItem>
</file>

<file path=customXml/itemProps6.xml><?xml version="1.0" encoding="utf-8"?>
<ds:datastoreItem xmlns:ds="http://schemas.openxmlformats.org/officeDocument/2006/customXml" ds:itemID="{964D5B2F-FFF6-4ACA-A07C-771F040E0D68}">
  <ds:schemaRefs/>
</ds:datastoreItem>
</file>

<file path=customXml/itemProps7.xml><?xml version="1.0" encoding="utf-8"?>
<ds:datastoreItem xmlns:ds="http://schemas.openxmlformats.org/officeDocument/2006/customXml" ds:itemID="{78BBA52A-DE58-4A89-8624-A3DC1C4A81A8}">
  <ds:schemaRefs/>
</ds:datastoreItem>
</file>

<file path=customXml/itemProps8.xml><?xml version="1.0" encoding="utf-8"?>
<ds:datastoreItem xmlns:ds="http://schemas.openxmlformats.org/officeDocument/2006/customXml" ds:itemID="{13E672BC-3926-4EF9-8016-93D10361D211}">
  <ds:schemaRefs/>
</ds:datastoreItem>
</file>

<file path=customXml/itemProps9.xml><?xml version="1.0" encoding="utf-8"?>
<ds:datastoreItem xmlns:ds="http://schemas.openxmlformats.org/officeDocument/2006/customXml" ds:itemID="{9B583402-05C7-4C08-9206-492C59EA704F}">
  <ds:schemaRefs/>
</ds:datastoreItem>
</file>

<file path=customXml/itemProps10.xml><?xml version="1.0" encoding="utf-8"?>
<ds:datastoreItem xmlns:ds="http://schemas.openxmlformats.org/officeDocument/2006/customXml" ds:itemID="{6DFEC688-2CFC-424D-B421-CCB0E271655F}">
  <ds:schemaRefs/>
</ds:datastoreItem>
</file>

<file path=customXml/itemProps11.xml><?xml version="1.0" encoding="utf-8"?>
<ds:datastoreItem xmlns:ds="http://schemas.openxmlformats.org/officeDocument/2006/customXml" ds:itemID="{AA0FEA99-F2B4-449A-9EA8-6FD736A035FA}">
  <ds:schemaRefs/>
</ds:datastoreItem>
</file>

<file path=customXml/itemProps12.xml><?xml version="1.0" encoding="utf-8"?>
<ds:datastoreItem xmlns:ds="http://schemas.openxmlformats.org/officeDocument/2006/customXml" ds:itemID="{94725E2D-9163-4EEF-9435-A14034856483}">
  <ds:schemaRefs/>
</ds:datastoreItem>
</file>

<file path=customXml/itemProps13.xml><?xml version="1.0" encoding="utf-8"?>
<ds:datastoreItem xmlns:ds="http://schemas.openxmlformats.org/officeDocument/2006/customXml" ds:itemID="{30F9ADA7-3FBF-4E4F-ABC6-D1AF0BB938A8}">
  <ds:schemaRefs/>
</ds:datastoreItem>
</file>

<file path=customXml/itemProps14.xml><?xml version="1.0" encoding="utf-8"?>
<ds:datastoreItem xmlns:ds="http://schemas.openxmlformats.org/officeDocument/2006/customXml" ds:itemID="{70D2E7BE-3C87-4A37-A41A-C7C0F56FD495}">
  <ds:schemaRefs/>
</ds:datastoreItem>
</file>

<file path=customXml/itemProps15.xml><?xml version="1.0" encoding="utf-8"?>
<ds:datastoreItem xmlns:ds="http://schemas.openxmlformats.org/officeDocument/2006/customXml" ds:itemID="{7FA3D1AE-9878-4D89-96AF-FC382D5A913D}">
  <ds:schemaRefs/>
</ds:datastoreItem>
</file>

<file path=customXml/itemProps16.xml><?xml version="1.0" encoding="utf-8"?>
<ds:datastoreItem xmlns:ds="http://schemas.openxmlformats.org/officeDocument/2006/customXml" ds:itemID="{B6AE3FB8-A8AE-4AB0-9461-49AC2EE97995}">
  <ds:schemaRefs/>
</ds:datastoreItem>
</file>

<file path=customXml/itemProps17.xml><?xml version="1.0" encoding="utf-8"?>
<ds:datastoreItem xmlns:ds="http://schemas.openxmlformats.org/officeDocument/2006/customXml" ds:itemID="{C3DCE812-9CC7-45F1-8A5A-0E5ACA65B1EF}">
  <ds:schemaRefs/>
</ds:datastoreItem>
</file>

<file path=customXml/itemProps18.xml><?xml version="1.0" encoding="utf-8"?>
<ds:datastoreItem xmlns:ds="http://schemas.openxmlformats.org/officeDocument/2006/customXml" ds:itemID="{B80F0FE2-6230-457F-A0A0-1C0D0ACD6BF5}">
  <ds:schemaRefs/>
</ds:datastoreItem>
</file>

<file path=customXml/itemProps19.xml><?xml version="1.0" encoding="utf-8"?>
<ds:datastoreItem xmlns:ds="http://schemas.openxmlformats.org/officeDocument/2006/customXml" ds:itemID="{1A26AE23-E190-4C22-B648-6DB2317D93A1}">
  <ds:schemaRefs/>
</ds:datastoreItem>
</file>

<file path=customXml/itemProps20.xml><?xml version="1.0" encoding="utf-8"?>
<ds:datastoreItem xmlns:ds="http://schemas.openxmlformats.org/officeDocument/2006/customXml" ds:itemID="{F509BD86-C8B9-4F6B-ADFC-54FED039EFE2}">
  <ds:schemaRefs/>
</ds:datastoreItem>
</file>

<file path=customXml/itemProps21.xml><?xml version="1.0" encoding="utf-8"?>
<ds:datastoreItem xmlns:ds="http://schemas.openxmlformats.org/officeDocument/2006/customXml" ds:itemID="{3A8C0B57-C11C-464B-AA24-8EA631594F69}">
  <ds:schemaRefs/>
</ds:datastoreItem>
</file>

<file path=customXml/itemProps22.xml><?xml version="1.0" encoding="utf-8"?>
<ds:datastoreItem xmlns:ds="http://schemas.openxmlformats.org/officeDocument/2006/customXml" ds:itemID="{EE55D30D-E632-44BD-8938-39688010D8A8}">
  <ds:schemaRefs/>
</ds:datastoreItem>
</file>

<file path=customXml/itemProps23.xml><?xml version="1.0" encoding="utf-8"?>
<ds:datastoreItem xmlns:ds="http://schemas.openxmlformats.org/officeDocument/2006/customXml" ds:itemID="{DE60F65C-A696-4B52-B041-9340C2958826}">
  <ds:schemaRefs/>
</ds:datastoreItem>
</file>

<file path=customXml/itemProps24.xml><?xml version="1.0" encoding="utf-8"?>
<ds:datastoreItem xmlns:ds="http://schemas.openxmlformats.org/officeDocument/2006/customXml" ds:itemID="{7CE78F44-0E5B-4FB7-9402-5D51F55B772F}">
  <ds:schemaRefs/>
</ds:datastoreItem>
</file>

<file path=customXml/itemProps25.xml><?xml version="1.0" encoding="utf-8"?>
<ds:datastoreItem xmlns:ds="http://schemas.openxmlformats.org/officeDocument/2006/customXml" ds:itemID="{678BB40B-9671-41B3-8FF6-DA94E82185AE}">
  <ds:schemaRefs/>
</ds:datastoreItem>
</file>

<file path=customXml/itemProps26.xml><?xml version="1.0" encoding="utf-8"?>
<ds:datastoreItem xmlns:ds="http://schemas.openxmlformats.org/officeDocument/2006/customXml" ds:itemID="{340F2F2A-8913-4230-8761-0D456B1D96BF}">
  <ds:schemaRefs/>
</ds:datastoreItem>
</file>

<file path=docMetadata/LabelInfo.xml><?xml version="1.0" encoding="utf-8"?>
<clbl:labelList xmlns:clbl="http://schemas.microsoft.com/office/2020/mipLabelMetadata">
  <clbl:label id="{d9a0c5e1-f07b-4bb4-b173-62d247a01a6d}" enabled="1" method="Privileged" siteId="{0e87a77d-bfe4-40a3-b5f5-32ea634a8950}" contentBits="0" removed="0"/>
</clbl:labelList>
</file>

<file path=docProps/app.xml><?xml version="1.0" encoding="utf-8"?>
<Properties xmlns="http://schemas.openxmlformats.org/officeDocument/2006/extended-properties" xmlns:vt="http://schemas.openxmlformats.org/officeDocument/2006/docPropsVTypes">
  <Template>Tieto</Template>
  <TotalTime>1317</TotalTime>
  <Words>1186</Words>
  <Application>Microsoft Office PowerPoint</Application>
  <PresentationFormat>Widescreen</PresentationFormat>
  <Paragraphs>123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Wingdings</vt:lpstr>
      <vt:lpstr>Tieto Sans Medium</vt:lpstr>
      <vt:lpstr>Tieto Sans</vt:lpstr>
      <vt:lpstr>Tieto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Rikard Krameus</dc:creator>
  <cp:lastModifiedBy>Rikard Krameus</cp:lastModifiedBy>
  <cp:revision>2</cp:revision>
  <dcterms:created xsi:type="dcterms:W3CDTF">2026-04-01T12:42:09Z</dcterms:created>
  <dcterms:modified xsi:type="dcterms:W3CDTF">2026-07-21T15:57:59Z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omnidocs.com</vt:lpwstr>
  </property>
  <property fmtid="{D5CDD505-2E9C-101B-9397-08002B2CF9AE}" pid="3" name="MSIP_Label_3b623b29-abd1-4de3-a20c-27566d79b7c7_Enabled">
    <vt:lpwstr>true</vt:lpwstr>
  </property>
  <property fmtid="{D5CDD505-2E9C-101B-9397-08002B2CF9AE}" pid="4" name="MSIP_Label_3b623b29-abd1-4de3-a20c-27566d79b7c7_SetDate">
    <vt:lpwstr>2026-01-05T12:10:47Z</vt:lpwstr>
  </property>
  <property fmtid="{D5CDD505-2E9C-101B-9397-08002B2CF9AE}" pid="5" name="MSIP_Label_3b623b29-abd1-4de3-a20c-27566d79b7c7_Method">
    <vt:lpwstr>Standard</vt:lpwstr>
  </property>
  <property fmtid="{D5CDD505-2E9C-101B-9397-08002B2CF9AE}" pid="6" name="MSIP_Label_3b623b29-abd1-4de3-a20c-27566d79b7c7_Name">
    <vt:lpwstr>3b623b29-abd1-4de3-a20c-27566d79b7c7</vt:lpwstr>
  </property>
  <property fmtid="{D5CDD505-2E9C-101B-9397-08002B2CF9AE}" pid="7" name="MSIP_Label_3b623b29-abd1-4de3-a20c-27566d79b7c7_SiteId">
    <vt:lpwstr>cbede638-a3d9-459f-8f4e-24ced73b4e5e</vt:lpwstr>
  </property>
  <property fmtid="{D5CDD505-2E9C-101B-9397-08002B2CF9AE}" pid="8" name="MSIP_Label_3b623b29-abd1-4de3-a20c-27566d79b7c7_ActionId">
    <vt:lpwstr>8a03ac85-0d2a-497d-8942-ecdeb6f02977</vt:lpwstr>
  </property>
  <property fmtid="{D5CDD505-2E9C-101B-9397-08002B2CF9AE}" pid="9" name="MSIP_Label_3b623b29-abd1-4de3-a20c-27566d79b7c7_ContentBits">
    <vt:lpwstr>0</vt:lpwstr>
  </property>
  <property fmtid="{D5CDD505-2E9C-101B-9397-08002B2CF9AE}" pid="10" name="MSIP_Label_3b623b29-abd1-4de3-a20c-27566d79b7c7_Tag">
    <vt:lpwstr>50, 3, 0, 1</vt:lpwstr>
  </property>
  <property fmtid="{D5CDD505-2E9C-101B-9397-08002B2CF9AE}" pid="11" name="TemplafyTimeStamp">
    <vt:lpwstr>2026-03-31T12:43:52</vt:lpwstr>
  </property>
  <property fmtid="{D5CDD505-2E9C-101B-9397-08002B2CF9AE}" pid="12" name="TemplafyTenantId">
    <vt:lpwstr>tietoevry</vt:lpwstr>
  </property>
  <property fmtid="{D5CDD505-2E9C-101B-9397-08002B2CF9AE}" pid="13" name="TemplafyTemplateId">
    <vt:lpwstr>1421649904001090366</vt:lpwstr>
  </property>
  <property fmtid="{D5CDD505-2E9C-101B-9397-08002B2CF9AE}" pid="14" name="TemplafyUserProfileId">
    <vt:lpwstr>1376016915819137012</vt:lpwstr>
  </property>
  <property fmtid="{D5CDD505-2E9C-101B-9397-08002B2CF9AE}" pid="15" name="TemplafyFromBlank">
    <vt:bool>true</vt:bool>
  </property>
</Properties>
</file>