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3"/>
  </p:sldMasterIdLst>
  <p:notesMasterIdLst>
    <p:notesMasterId r:id="rId60"/>
  </p:notesMasterIdLst>
  <p:handoutMasterIdLst>
    <p:handoutMasterId r:id="rId61"/>
  </p:handoutMasterIdLst>
  <p:sldIdLst>
    <p:sldId id="713" r:id="rId4"/>
    <p:sldId id="660" r:id="rId5"/>
    <p:sldId id="680" r:id="rId6"/>
    <p:sldId id="677" r:id="rId7"/>
    <p:sldId id="679" r:id="rId8"/>
    <p:sldId id="658" r:id="rId9"/>
    <p:sldId id="659" r:id="rId10"/>
    <p:sldId id="661" r:id="rId11"/>
    <p:sldId id="689" r:id="rId12"/>
    <p:sldId id="696" r:id="rId13"/>
    <p:sldId id="706" r:id="rId14"/>
    <p:sldId id="710" r:id="rId15"/>
    <p:sldId id="712" r:id="rId16"/>
    <p:sldId id="708" r:id="rId17"/>
    <p:sldId id="709" r:id="rId18"/>
    <p:sldId id="702" r:id="rId19"/>
    <p:sldId id="700" r:id="rId20"/>
    <p:sldId id="701" r:id="rId21"/>
    <p:sldId id="698" r:id="rId22"/>
    <p:sldId id="707" r:id="rId23"/>
    <p:sldId id="703" r:id="rId24"/>
    <p:sldId id="699" r:id="rId25"/>
    <p:sldId id="692" r:id="rId26"/>
    <p:sldId id="693" r:id="rId27"/>
    <p:sldId id="694" r:id="rId28"/>
    <p:sldId id="691" r:id="rId29"/>
    <p:sldId id="668" r:id="rId30"/>
    <p:sldId id="670" r:id="rId31"/>
    <p:sldId id="671" r:id="rId32"/>
    <p:sldId id="672" r:id="rId33"/>
    <p:sldId id="669" r:id="rId34"/>
    <p:sldId id="664" r:id="rId35"/>
    <p:sldId id="673" r:id="rId36"/>
    <p:sldId id="675" r:id="rId37"/>
    <p:sldId id="676" r:id="rId38"/>
    <p:sldId id="674" r:id="rId39"/>
    <p:sldId id="662" r:id="rId40"/>
    <p:sldId id="663" r:id="rId41"/>
    <p:sldId id="652" r:id="rId42"/>
    <p:sldId id="656" r:id="rId43"/>
    <p:sldId id="653" r:id="rId44"/>
    <p:sldId id="657" r:id="rId45"/>
    <p:sldId id="654" r:id="rId46"/>
    <p:sldId id="666" r:id="rId47"/>
    <p:sldId id="667" r:id="rId48"/>
    <p:sldId id="358" r:id="rId49"/>
    <p:sldId id="359" r:id="rId50"/>
    <p:sldId id="360" r:id="rId51"/>
    <p:sldId id="366" r:id="rId52"/>
    <p:sldId id="363" r:id="rId53"/>
    <p:sldId id="364" r:id="rId54"/>
    <p:sldId id="365" r:id="rId55"/>
    <p:sldId id="354" r:id="rId56"/>
    <p:sldId id="369" r:id="rId57"/>
    <p:sldId id="368" r:id="rId58"/>
    <p:sldId id="370" r:id="rId59"/>
  </p:sldIdLst>
  <p:sldSz cx="9144000" cy="5143500" type="screen16x9"/>
  <p:notesSz cx="6858000" cy="9144000"/>
  <p:embeddedFontLst>
    <p:embeddedFont>
      <p:font typeface="Aparajita" panose="02020603050405020304" pitchFamily="18" charset="0"/>
      <p:regular r:id="rId62"/>
      <p:bold r:id="rId63"/>
      <p:italic r:id="rId64"/>
      <p:boldItalic r:id="rId65"/>
    </p:embeddedFont>
    <p:embeddedFont>
      <p:font typeface="Roboto" panose="02000000000000000000" pitchFamily="2" charset="0"/>
      <p:regular r:id="rId66"/>
      <p:bold r:id="rId67"/>
      <p:italic r:id="rId68"/>
      <p:boldItalic r:id="rId69"/>
    </p:embeddedFont>
    <p:embeddedFont>
      <p:font typeface="Tietoevry Sans 1" pitchFamily="2" charset="0"/>
      <p:regular r:id="rId70"/>
      <p:bold r:id="rId71"/>
      <p:italic r:id="rId72"/>
      <p:boldItalic r:id="rId73"/>
    </p:embeddedFont>
    <p:embeddedFont>
      <p:font typeface="Tietoevry Sans 1 Light" pitchFamily="2" charset="0"/>
      <p:regular r:id="rId74"/>
      <p:italic r:id="rId75"/>
    </p:embeddedFont>
    <p:embeddedFont>
      <p:font typeface="Tietoevry Sans 1 Medium" pitchFamily="2" charset="0"/>
      <p:regular r:id="rId76"/>
      <p:italic r:id="rId77"/>
    </p:embeddedFont>
    <p:embeddedFont>
      <p:font typeface="Tietoevry Sans 1 Thin" pitchFamily="2" charset="0"/>
      <p:regular r:id="rId78"/>
      <p:italic r:id="rId7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98" autoAdjust="0"/>
    <p:restoredTop sz="94660"/>
  </p:normalViewPr>
  <p:slideViewPr>
    <p:cSldViewPr snapToGrid="0" showGuides="1">
      <p:cViewPr varScale="1">
        <p:scale>
          <a:sx n="146" d="100"/>
          <a:sy n="146" d="100"/>
        </p:scale>
        <p:origin x="804" y="114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35" d="100"/>
          <a:sy n="135" d="100"/>
        </p:scale>
        <p:origin x="3792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2.fntdata"/><Relationship Id="rId68" Type="http://schemas.openxmlformats.org/officeDocument/2006/relationships/font" Target="fonts/font7.fntdata"/><Relationship Id="rId84" Type="http://schemas.microsoft.com/office/2016/11/relationships/changesInfo" Target="changesInfos/changesInfo1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font" Target="fonts/font13.fntdata"/><Relationship Id="rId79" Type="http://schemas.openxmlformats.org/officeDocument/2006/relationships/font" Target="fonts/font18.fntdata"/><Relationship Id="rId5" Type="http://schemas.openxmlformats.org/officeDocument/2006/relationships/slide" Target="slides/slide2.xml"/><Relationship Id="rId61" Type="http://schemas.openxmlformats.org/officeDocument/2006/relationships/handoutMaster" Target="handoutMasters/handoutMaster1.xml"/><Relationship Id="rId82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font" Target="fonts/font3.fntdata"/><Relationship Id="rId69" Type="http://schemas.openxmlformats.org/officeDocument/2006/relationships/font" Target="fonts/font8.fntdata"/><Relationship Id="rId77" Type="http://schemas.openxmlformats.org/officeDocument/2006/relationships/font" Target="fonts/font16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font" Target="fonts/font11.fntdata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font" Target="fonts/font6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font" Target="fonts/font1.fntdata"/><Relationship Id="rId70" Type="http://schemas.openxmlformats.org/officeDocument/2006/relationships/font" Target="fonts/font9.fntdata"/><Relationship Id="rId75" Type="http://schemas.openxmlformats.org/officeDocument/2006/relationships/font" Target="fonts/font14.fntdata"/><Relationship Id="rId83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4.fntdata"/><Relationship Id="rId73" Type="http://schemas.openxmlformats.org/officeDocument/2006/relationships/font" Target="fonts/font12.fntdata"/><Relationship Id="rId78" Type="http://schemas.openxmlformats.org/officeDocument/2006/relationships/font" Target="fonts/font17.fntdata"/><Relationship Id="rId8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font" Target="fonts/font15.fntdata"/><Relationship Id="rId7" Type="http://schemas.openxmlformats.org/officeDocument/2006/relationships/slide" Target="slides/slide4.xml"/><Relationship Id="rId71" Type="http://schemas.openxmlformats.org/officeDocument/2006/relationships/font" Target="fonts/font10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kard Krameus" userId="548fb833-15d9-49ce-b129-cd10986034aa" providerId="ADAL" clId="{F4E01A77-A04D-4BAC-9D13-B0BC20105404}"/>
    <pc:docChg chg="custSel addSld delSld modSld sldOrd">
      <pc:chgData name="Rikard Krameus" userId="548fb833-15d9-49ce-b129-cd10986034aa" providerId="ADAL" clId="{F4E01A77-A04D-4BAC-9D13-B0BC20105404}" dt="2026-07-02T11:32:55.352" v="8" actId="47"/>
      <pc:docMkLst>
        <pc:docMk/>
      </pc:docMkLst>
      <pc:sldChg chg="delSp mod">
        <pc:chgData name="Rikard Krameus" userId="548fb833-15d9-49ce-b129-cd10986034aa" providerId="ADAL" clId="{F4E01A77-A04D-4BAC-9D13-B0BC20105404}" dt="2026-07-02T11:32:03.661" v="7" actId="478"/>
        <pc:sldMkLst>
          <pc:docMk/>
          <pc:sldMk cId="3728321086" sldId="368"/>
        </pc:sldMkLst>
        <pc:spChg chg="del">
          <ac:chgData name="Rikard Krameus" userId="548fb833-15d9-49ce-b129-cd10986034aa" providerId="ADAL" clId="{F4E01A77-A04D-4BAC-9D13-B0BC20105404}" dt="2026-07-02T11:32:03.661" v="7" actId="478"/>
          <ac:spMkLst>
            <pc:docMk/>
            <pc:sldMk cId="3728321086" sldId="368"/>
            <ac:spMk id="8" creationId="{9476E7C0-5458-13F5-E729-E92FF8C3C2DD}"/>
          </ac:spMkLst>
        </pc:spChg>
        <pc:picChg chg="del">
          <ac:chgData name="Rikard Krameus" userId="548fb833-15d9-49ce-b129-cd10986034aa" providerId="ADAL" clId="{F4E01A77-A04D-4BAC-9D13-B0BC20105404}" dt="2026-07-02T11:32:01.145" v="6" actId="478"/>
          <ac:picMkLst>
            <pc:docMk/>
            <pc:sldMk cId="3728321086" sldId="368"/>
            <ac:picMk id="3" creationId="{B63C50A0-7BB0-1EDC-BCA4-1DF862DEF31E}"/>
          </ac:picMkLst>
        </pc:picChg>
      </pc:sldChg>
      <pc:sldChg chg="del">
        <pc:chgData name="Rikard Krameus" userId="548fb833-15d9-49ce-b129-cd10986034aa" providerId="ADAL" clId="{F4E01A77-A04D-4BAC-9D13-B0BC20105404}" dt="2026-07-02T11:32:55.352" v="8" actId="47"/>
        <pc:sldMkLst>
          <pc:docMk/>
          <pc:sldMk cId="1473308521" sldId="371"/>
        </pc:sldMkLst>
      </pc:sldChg>
      <pc:sldChg chg="del">
        <pc:chgData name="Rikard Krameus" userId="548fb833-15d9-49ce-b129-cd10986034aa" providerId="ADAL" clId="{F4E01A77-A04D-4BAC-9D13-B0BC20105404}" dt="2026-07-02T11:32:55.352" v="8" actId="47"/>
        <pc:sldMkLst>
          <pc:docMk/>
          <pc:sldMk cId="3009620720" sldId="372"/>
        </pc:sldMkLst>
      </pc:sldChg>
      <pc:sldChg chg="del">
        <pc:chgData name="Rikard Krameus" userId="548fb833-15d9-49ce-b129-cd10986034aa" providerId="ADAL" clId="{F4E01A77-A04D-4BAC-9D13-B0BC20105404}" dt="2026-07-02T11:31:23.439" v="5" actId="47"/>
        <pc:sldMkLst>
          <pc:docMk/>
          <pc:sldMk cId="1584189657" sldId="373"/>
        </pc:sldMkLst>
      </pc:sldChg>
      <pc:sldChg chg="del">
        <pc:chgData name="Rikard Krameus" userId="548fb833-15d9-49ce-b129-cd10986034aa" providerId="ADAL" clId="{F4E01A77-A04D-4BAC-9D13-B0BC20105404}" dt="2026-07-02T11:32:55.352" v="8" actId="47"/>
        <pc:sldMkLst>
          <pc:docMk/>
          <pc:sldMk cId="4207682272" sldId="681"/>
        </pc:sldMkLst>
      </pc:sldChg>
      <pc:sldChg chg="del">
        <pc:chgData name="Rikard Krameus" userId="548fb833-15d9-49ce-b129-cd10986034aa" providerId="ADAL" clId="{F4E01A77-A04D-4BAC-9D13-B0BC20105404}" dt="2026-07-02T11:32:55.352" v="8" actId="47"/>
        <pc:sldMkLst>
          <pc:docMk/>
          <pc:sldMk cId="1600589763" sldId="682"/>
        </pc:sldMkLst>
      </pc:sldChg>
      <pc:sldChg chg="del">
        <pc:chgData name="Rikard Krameus" userId="548fb833-15d9-49ce-b129-cd10986034aa" providerId="ADAL" clId="{F4E01A77-A04D-4BAC-9D13-B0BC20105404}" dt="2026-07-02T11:32:55.352" v="8" actId="47"/>
        <pc:sldMkLst>
          <pc:docMk/>
          <pc:sldMk cId="1661393486" sldId="683"/>
        </pc:sldMkLst>
      </pc:sldChg>
      <pc:sldChg chg="del">
        <pc:chgData name="Rikard Krameus" userId="548fb833-15d9-49ce-b129-cd10986034aa" providerId="ADAL" clId="{F4E01A77-A04D-4BAC-9D13-B0BC20105404}" dt="2026-07-02T11:32:55.352" v="8" actId="47"/>
        <pc:sldMkLst>
          <pc:docMk/>
          <pc:sldMk cId="3459677191" sldId="684"/>
        </pc:sldMkLst>
      </pc:sldChg>
      <pc:sldChg chg="del">
        <pc:chgData name="Rikard Krameus" userId="548fb833-15d9-49ce-b129-cd10986034aa" providerId="ADAL" clId="{F4E01A77-A04D-4BAC-9D13-B0BC20105404}" dt="2026-07-02T11:32:55.352" v="8" actId="47"/>
        <pc:sldMkLst>
          <pc:docMk/>
          <pc:sldMk cId="1936843900" sldId="685"/>
        </pc:sldMkLst>
      </pc:sldChg>
      <pc:sldChg chg="del">
        <pc:chgData name="Rikard Krameus" userId="548fb833-15d9-49ce-b129-cd10986034aa" providerId="ADAL" clId="{F4E01A77-A04D-4BAC-9D13-B0BC20105404}" dt="2026-07-02T11:32:55.352" v="8" actId="47"/>
        <pc:sldMkLst>
          <pc:docMk/>
          <pc:sldMk cId="548478430" sldId="686"/>
        </pc:sldMkLst>
      </pc:sldChg>
      <pc:sldChg chg="del">
        <pc:chgData name="Rikard Krameus" userId="548fb833-15d9-49ce-b129-cd10986034aa" providerId="ADAL" clId="{F4E01A77-A04D-4BAC-9D13-B0BC20105404}" dt="2026-07-02T11:32:55.352" v="8" actId="47"/>
        <pc:sldMkLst>
          <pc:docMk/>
          <pc:sldMk cId="1071864564" sldId="687"/>
        </pc:sldMkLst>
      </pc:sldChg>
      <pc:sldChg chg="del">
        <pc:chgData name="Rikard Krameus" userId="548fb833-15d9-49ce-b129-cd10986034aa" providerId="ADAL" clId="{F4E01A77-A04D-4BAC-9D13-B0BC20105404}" dt="2026-07-02T11:32:55.352" v="8" actId="47"/>
        <pc:sldMkLst>
          <pc:docMk/>
          <pc:sldMk cId="794360442" sldId="688"/>
        </pc:sldMkLst>
      </pc:sldChg>
      <pc:sldChg chg="del">
        <pc:chgData name="Rikard Krameus" userId="548fb833-15d9-49ce-b129-cd10986034aa" providerId="ADAL" clId="{F4E01A77-A04D-4BAC-9D13-B0BC20105404}" dt="2026-07-02T11:32:55.352" v="8" actId="47"/>
        <pc:sldMkLst>
          <pc:docMk/>
          <pc:sldMk cId="2880201588" sldId="690"/>
        </pc:sldMkLst>
      </pc:sldChg>
      <pc:sldChg chg="del">
        <pc:chgData name="Rikard Krameus" userId="548fb833-15d9-49ce-b129-cd10986034aa" providerId="ADAL" clId="{F4E01A77-A04D-4BAC-9D13-B0BC20105404}" dt="2026-07-02T11:32:55.352" v="8" actId="47"/>
        <pc:sldMkLst>
          <pc:docMk/>
          <pc:sldMk cId="3090394329" sldId="697"/>
        </pc:sldMkLst>
      </pc:sldChg>
      <pc:sldChg chg="del">
        <pc:chgData name="Rikard Krameus" userId="548fb833-15d9-49ce-b129-cd10986034aa" providerId="ADAL" clId="{F4E01A77-A04D-4BAC-9D13-B0BC20105404}" dt="2026-07-02T11:31:23.439" v="5" actId="47"/>
        <pc:sldMkLst>
          <pc:docMk/>
          <pc:sldMk cId="909666508" sldId="704"/>
        </pc:sldMkLst>
      </pc:sldChg>
      <pc:sldChg chg="del">
        <pc:chgData name="Rikard Krameus" userId="548fb833-15d9-49ce-b129-cd10986034aa" providerId="ADAL" clId="{F4E01A77-A04D-4BAC-9D13-B0BC20105404}" dt="2026-07-02T11:31:23.439" v="5" actId="47"/>
        <pc:sldMkLst>
          <pc:docMk/>
          <pc:sldMk cId="851295999" sldId="705"/>
        </pc:sldMkLst>
      </pc:sldChg>
      <pc:sldMasterChg chg="delSldLayout">
        <pc:chgData name="Rikard Krameus" userId="548fb833-15d9-49ce-b129-cd10986034aa" providerId="ADAL" clId="{F4E01A77-A04D-4BAC-9D13-B0BC20105404}" dt="2026-07-02T11:32:55.352" v="8" actId="47"/>
        <pc:sldMasterMkLst>
          <pc:docMk/>
          <pc:sldMasterMk cId="2651892878" sldId="2147483660"/>
        </pc:sldMasterMkLst>
        <pc:sldLayoutChg chg="del">
          <pc:chgData name="Rikard Krameus" userId="548fb833-15d9-49ce-b129-cd10986034aa" providerId="ADAL" clId="{F4E01A77-A04D-4BAC-9D13-B0BC20105404}" dt="2026-07-02T11:32:55.352" v="8" actId="47"/>
          <pc:sldLayoutMkLst>
            <pc:docMk/>
            <pc:sldMasterMk cId="2651892878" sldId="2147483660"/>
            <pc:sldLayoutMk cId="1834117191" sldId="214748374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9FA273-E199-41C9-8095-7DD5CEBF55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0B2809-BE04-47E1-9FDF-AC3BF785E2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A56376-53EC-491F-9D95-B02A0CFB2100}" type="datetimeFigureOut">
              <a:rPr lang="en-GB" smtClean="0"/>
              <a:t>02/07/2026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8313D2-DC2E-487C-A484-C261C3B900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549E73-2B78-4777-85D8-D41CA3F3F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258EC5-5937-49D0-B205-3DB3AB0582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0363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72F8D-B116-4CD7-A757-FF786F89BACC}" type="datetimeFigureOut">
              <a:rPr lang="en-GB" smtClean="0"/>
              <a:t>02/07/2026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4AF984-95C0-4021-BEF5-D91CB9F538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720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1">
    <p:bg>
      <p:bgPr>
        <a:solidFill>
          <a:srgbClr val="F7EAE4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4104000" cy="2583344"/>
          </a:xfrm>
        </p:spPr>
        <p:txBody>
          <a:bodyPr anchor="b"/>
          <a:lstStyle>
            <a:lvl1pPr algn="l">
              <a:defRPr sz="4400" b="0"/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6261" y="2933271"/>
            <a:ext cx="4104000" cy="1008000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add sub title</a:t>
            </a:r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accent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9A30684-A5A5-4C39-B1C5-51CC46FDC0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958761"/>
            <a:ext cx="4104000" cy="36512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655B54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/>
              <a:t>Click to add date and/or presenters name</a:t>
            </a:r>
            <a:endParaRPr lang="en-GB" dirty="0"/>
          </a:p>
        </p:txBody>
      </p:sp>
      <p:sp>
        <p:nvSpPr>
          <p:cNvPr id="73" name="Dots">
            <a:extLst>
              <a:ext uri="{FF2B5EF4-FFF2-40B4-BE49-F238E27FC236}">
                <a16:creationId xmlns:a16="http://schemas.microsoft.com/office/drawing/2014/main" id="{B0423462-8FE2-4022-8D8D-6B7FE496D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accent1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621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Logo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C7D6CCA3-D98F-4E8C-B9B8-253423212EE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4104000" cy="2583344"/>
          </a:xfrm>
        </p:spPr>
        <p:txBody>
          <a:bodyPr anchor="b"/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466A57BE-C742-4942-BC2C-5CCB046B10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6261" y="2933271"/>
            <a:ext cx="4104000" cy="1008000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sub title</a:t>
            </a:r>
            <a:endParaRPr lang="en-GB" dirty="0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D784ED6D-55C4-43AE-897A-8020AD869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958761"/>
            <a:ext cx="4104000" cy="36512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EACBBB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 dirty="0"/>
              <a:t>Click to add date and/or presenters name</a:t>
            </a:r>
          </a:p>
        </p:txBody>
      </p:sp>
      <p:sp>
        <p:nvSpPr>
          <p:cNvPr id="39" name="Dots">
            <a:extLst>
              <a:ext uri="{FF2B5EF4-FFF2-40B4-BE49-F238E27FC236}">
                <a16:creationId xmlns:a16="http://schemas.microsoft.com/office/drawing/2014/main" id="{7E284916-3830-4B2D-96DE-5DDABBF92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tx2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9503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3">
    <p:bg>
      <p:bgPr>
        <a:solidFill>
          <a:srgbClr val="F7EAE4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B9C4FDA-47FC-4EF4-87B8-F8831D0B6EFD}"/>
              </a:ext>
            </a:extLst>
          </p:cNvPr>
          <p:cNvSpPr/>
          <p:nvPr userDrawn="1"/>
        </p:nvSpPr>
        <p:spPr>
          <a:xfrm>
            <a:off x="5466988" y="0"/>
            <a:ext cx="367701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9F08C50D-C580-4576-ABA3-0C6EDE50A78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34626" y="0"/>
            <a:ext cx="3711600" cy="5143500"/>
          </a:xfrm>
          <a:custGeom>
            <a:avLst/>
            <a:gdLst>
              <a:gd name="connsiteX0" fmla="*/ 142240 w 3708000"/>
              <a:gd name="connsiteY0" fmla="*/ 2070213 h 5143500"/>
              <a:gd name="connsiteX1" fmla="*/ 129373 w 3708000"/>
              <a:gd name="connsiteY1" fmla="*/ 2081770 h 5143500"/>
              <a:gd name="connsiteX2" fmla="*/ 129373 w 3708000"/>
              <a:gd name="connsiteY2" fmla="*/ 2081817 h 5143500"/>
              <a:gd name="connsiteX3" fmla="*/ 141900 w 3708000"/>
              <a:gd name="connsiteY3" fmla="*/ 2093986 h 5143500"/>
              <a:gd name="connsiteX4" fmla="*/ 154416 w 3708000"/>
              <a:gd name="connsiteY4" fmla="*/ 2082425 h 5143500"/>
              <a:gd name="connsiteX5" fmla="*/ 142240 w 3708000"/>
              <a:gd name="connsiteY5" fmla="*/ 2070213 h 5143500"/>
              <a:gd name="connsiteX6" fmla="*/ 142531 w 3708000"/>
              <a:gd name="connsiteY6" fmla="*/ 1765449 h 5143500"/>
              <a:gd name="connsiteX7" fmla="*/ 116798 w 3708000"/>
              <a:gd name="connsiteY7" fmla="*/ 1788657 h 5143500"/>
              <a:gd name="connsiteX8" fmla="*/ 116798 w 3708000"/>
              <a:gd name="connsiteY8" fmla="*/ 1788707 h 5143500"/>
              <a:gd name="connsiteX9" fmla="*/ 141899 w 3708000"/>
              <a:gd name="connsiteY9" fmla="*/ 1813090 h 5143500"/>
              <a:gd name="connsiteX10" fmla="*/ 166987 w 3708000"/>
              <a:gd name="connsiteY10" fmla="*/ 1789873 h 5143500"/>
              <a:gd name="connsiteX11" fmla="*/ 142531 w 3708000"/>
              <a:gd name="connsiteY11" fmla="*/ 1765449 h 5143500"/>
              <a:gd name="connsiteX12" fmla="*/ 142240 w 3708000"/>
              <a:gd name="connsiteY12" fmla="*/ 1484172 h 5143500"/>
              <a:gd name="connsiteX13" fmla="*/ 129373 w 3708000"/>
              <a:gd name="connsiteY13" fmla="*/ 1495729 h 5143500"/>
              <a:gd name="connsiteX14" fmla="*/ 129373 w 3708000"/>
              <a:gd name="connsiteY14" fmla="*/ 1495874 h 5143500"/>
              <a:gd name="connsiteX15" fmla="*/ 141899 w 3708000"/>
              <a:gd name="connsiteY15" fmla="*/ 1507945 h 5143500"/>
              <a:gd name="connsiteX16" fmla="*/ 154416 w 3708000"/>
              <a:gd name="connsiteY16" fmla="*/ 1496384 h 5143500"/>
              <a:gd name="connsiteX17" fmla="*/ 142240 w 3708000"/>
              <a:gd name="connsiteY17" fmla="*/ 1484172 h 5143500"/>
              <a:gd name="connsiteX18" fmla="*/ 142240 w 3708000"/>
              <a:gd name="connsiteY18" fmla="*/ 1191246 h 5143500"/>
              <a:gd name="connsiteX19" fmla="*/ 129373 w 3708000"/>
              <a:gd name="connsiteY19" fmla="*/ 1202803 h 5143500"/>
              <a:gd name="connsiteX20" fmla="*/ 129373 w 3708000"/>
              <a:gd name="connsiteY20" fmla="*/ 1202948 h 5143500"/>
              <a:gd name="connsiteX21" fmla="*/ 141899 w 3708000"/>
              <a:gd name="connsiteY21" fmla="*/ 1215019 h 5143500"/>
              <a:gd name="connsiteX22" fmla="*/ 154416 w 3708000"/>
              <a:gd name="connsiteY22" fmla="*/ 1203458 h 5143500"/>
              <a:gd name="connsiteX23" fmla="*/ 142240 w 3708000"/>
              <a:gd name="connsiteY23" fmla="*/ 1191246 h 5143500"/>
              <a:gd name="connsiteX24" fmla="*/ 142191 w 3708000"/>
              <a:gd name="connsiteY24" fmla="*/ 898320 h 5143500"/>
              <a:gd name="connsiteX25" fmla="*/ 129373 w 3708000"/>
              <a:gd name="connsiteY25" fmla="*/ 909924 h 5143500"/>
              <a:gd name="connsiteX26" fmla="*/ 141900 w 3708000"/>
              <a:gd name="connsiteY26" fmla="*/ 922093 h 5143500"/>
              <a:gd name="connsiteX27" fmla="*/ 154421 w 3708000"/>
              <a:gd name="connsiteY27" fmla="*/ 910486 h 5143500"/>
              <a:gd name="connsiteX28" fmla="*/ 142191 w 3708000"/>
              <a:gd name="connsiteY28" fmla="*/ 898320 h 5143500"/>
              <a:gd name="connsiteX29" fmla="*/ 142486 w 3708000"/>
              <a:gd name="connsiteY29" fmla="*/ 593738 h 5143500"/>
              <a:gd name="connsiteX30" fmla="*/ 116798 w 3708000"/>
              <a:gd name="connsiteY30" fmla="*/ 616998 h 5143500"/>
              <a:gd name="connsiteX31" fmla="*/ 141900 w 3708000"/>
              <a:gd name="connsiteY31" fmla="*/ 641384 h 5143500"/>
              <a:gd name="connsiteX32" fmla="*/ 166986 w 3708000"/>
              <a:gd name="connsiteY32" fmla="*/ 618121 h 5143500"/>
              <a:gd name="connsiteX33" fmla="*/ 142486 w 3708000"/>
              <a:gd name="connsiteY33" fmla="*/ 593738 h 5143500"/>
              <a:gd name="connsiteX34" fmla="*/ 142191 w 3708000"/>
              <a:gd name="connsiteY34" fmla="*/ 312467 h 5143500"/>
              <a:gd name="connsiteX35" fmla="*/ 129373 w 3708000"/>
              <a:gd name="connsiteY35" fmla="*/ 324071 h 5143500"/>
              <a:gd name="connsiteX36" fmla="*/ 141900 w 3708000"/>
              <a:gd name="connsiteY36" fmla="*/ 336240 h 5143500"/>
              <a:gd name="connsiteX37" fmla="*/ 154421 w 3708000"/>
              <a:gd name="connsiteY37" fmla="*/ 324633 h 5143500"/>
              <a:gd name="connsiteX38" fmla="*/ 142191 w 3708000"/>
              <a:gd name="connsiteY38" fmla="*/ 312467 h 5143500"/>
              <a:gd name="connsiteX39" fmla="*/ 0 w 3708000"/>
              <a:gd name="connsiteY39" fmla="*/ 0 h 5143500"/>
              <a:gd name="connsiteX40" fmla="*/ 3708000 w 3708000"/>
              <a:gd name="connsiteY40" fmla="*/ 0 h 5143500"/>
              <a:gd name="connsiteX41" fmla="*/ 3708000 w 3708000"/>
              <a:gd name="connsiteY41" fmla="*/ 5143500 h 5143500"/>
              <a:gd name="connsiteX42" fmla="*/ 0 w 3708000"/>
              <a:gd name="connsiteY42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708000" h="5143500">
                <a:moveTo>
                  <a:pt x="142240" y="2070213"/>
                </a:moveTo>
                <a:cubicBezTo>
                  <a:pt x="135327" y="2070030"/>
                  <a:pt x="129566" y="2075207"/>
                  <a:pt x="129373" y="2081770"/>
                </a:cubicBezTo>
                <a:cubicBezTo>
                  <a:pt x="129373" y="2081784"/>
                  <a:pt x="129373" y="2081802"/>
                  <a:pt x="129373" y="2081817"/>
                </a:cubicBezTo>
                <a:cubicBezTo>
                  <a:pt x="129289" y="2088463"/>
                  <a:pt x="134903" y="2093912"/>
                  <a:pt x="141900" y="2093986"/>
                </a:cubicBezTo>
                <a:cubicBezTo>
                  <a:pt x="148681" y="2093982"/>
                  <a:pt x="154228" y="2088862"/>
                  <a:pt x="154416" y="2082425"/>
                </a:cubicBezTo>
                <a:cubicBezTo>
                  <a:pt x="154608" y="2075863"/>
                  <a:pt x="149155" y="2070395"/>
                  <a:pt x="142240" y="2070213"/>
                </a:cubicBezTo>
                <a:close/>
                <a:moveTo>
                  <a:pt x="142531" y="1765449"/>
                </a:moveTo>
                <a:cubicBezTo>
                  <a:pt x="128673" y="1765111"/>
                  <a:pt x="117153" y="1775503"/>
                  <a:pt x="116798" y="1788657"/>
                </a:cubicBezTo>
                <a:cubicBezTo>
                  <a:pt x="116798" y="1788675"/>
                  <a:pt x="116798" y="1788689"/>
                  <a:pt x="116798" y="1788707"/>
                </a:cubicBezTo>
                <a:cubicBezTo>
                  <a:pt x="116635" y="1802020"/>
                  <a:pt x="127874" y="1812936"/>
                  <a:pt x="141899" y="1813090"/>
                </a:cubicBezTo>
                <a:cubicBezTo>
                  <a:pt x="155511" y="1813086"/>
                  <a:pt x="166635" y="1802788"/>
                  <a:pt x="166987" y="1789873"/>
                </a:cubicBezTo>
                <a:cubicBezTo>
                  <a:pt x="167337" y="1776720"/>
                  <a:pt x="156393" y="1765781"/>
                  <a:pt x="142531" y="1765449"/>
                </a:cubicBezTo>
                <a:close/>
                <a:moveTo>
                  <a:pt x="142240" y="1484172"/>
                </a:moveTo>
                <a:cubicBezTo>
                  <a:pt x="135326" y="1483989"/>
                  <a:pt x="129565" y="1489166"/>
                  <a:pt x="129373" y="1495729"/>
                </a:cubicBezTo>
                <a:cubicBezTo>
                  <a:pt x="129373" y="1495776"/>
                  <a:pt x="129373" y="1495823"/>
                  <a:pt x="129373" y="1495874"/>
                </a:cubicBezTo>
                <a:cubicBezTo>
                  <a:pt x="129319" y="1502488"/>
                  <a:pt x="134926" y="1507895"/>
                  <a:pt x="141899" y="1507945"/>
                </a:cubicBezTo>
                <a:cubicBezTo>
                  <a:pt x="148680" y="1507941"/>
                  <a:pt x="154228" y="1502821"/>
                  <a:pt x="154416" y="1496384"/>
                </a:cubicBezTo>
                <a:cubicBezTo>
                  <a:pt x="154608" y="1489822"/>
                  <a:pt x="149154" y="1484354"/>
                  <a:pt x="142240" y="1484172"/>
                </a:cubicBezTo>
                <a:close/>
                <a:moveTo>
                  <a:pt x="142240" y="1191246"/>
                </a:moveTo>
                <a:cubicBezTo>
                  <a:pt x="135326" y="1191064"/>
                  <a:pt x="129565" y="1196240"/>
                  <a:pt x="129373" y="1202803"/>
                </a:cubicBezTo>
                <a:cubicBezTo>
                  <a:pt x="129373" y="1202850"/>
                  <a:pt x="129373" y="1202897"/>
                  <a:pt x="129373" y="1202948"/>
                </a:cubicBezTo>
                <a:cubicBezTo>
                  <a:pt x="129319" y="1209562"/>
                  <a:pt x="134926" y="1214969"/>
                  <a:pt x="141899" y="1215019"/>
                </a:cubicBezTo>
                <a:cubicBezTo>
                  <a:pt x="148680" y="1215015"/>
                  <a:pt x="154228" y="1209895"/>
                  <a:pt x="154416" y="1203458"/>
                </a:cubicBezTo>
                <a:cubicBezTo>
                  <a:pt x="154608" y="1196896"/>
                  <a:pt x="149154" y="1191428"/>
                  <a:pt x="142240" y="1191246"/>
                </a:cubicBezTo>
                <a:close/>
                <a:moveTo>
                  <a:pt x="142191" y="898320"/>
                </a:moveTo>
                <a:cubicBezTo>
                  <a:pt x="135277" y="898165"/>
                  <a:pt x="129537" y="903361"/>
                  <a:pt x="129373" y="909924"/>
                </a:cubicBezTo>
                <a:cubicBezTo>
                  <a:pt x="129294" y="916570"/>
                  <a:pt x="134903" y="922019"/>
                  <a:pt x="141900" y="922093"/>
                </a:cubicBezTo>
                <a:cubicBezTo>
                  <a:pt x="148701" y="922093"/>
                  <a:pt x="154258" y="916941"/>
                  <a:pt x="154421" y="910486"/>
                </a:cubicBezTo>
                <a:cubicBezTo>
                  <a:pt x="154583" y="903923"/>
                  <a:pt x="149109" y="898474"/>
                  <a:pt x="142191" y="898320"/>
                </a:cubicBezTo>
                <a:close/>
                <a:moveTo>
                  <a:pt x="142486" y="593738"/>
                </a:moveTo>
                <a:cubicBezTo>
                  <a:pt x="128623" y="593429"/>
                  <a:pt x="117123" y="603844"/>
                  <a:pt x="116798" y="616998"/>
                </a:cubicBezTo>
                <a:cubicBezTo>
                  <a:pt x="116660" y="630301"/>
                  <a:pt x="127884" y="641207"/>
                  <a:pt x="141900" y="641384"/>
                </a:cubicBezTo>
                <a:cubicBezTo>
                  <a:pt x="155531" y="641381"/>
                  <a:pt x="166666" y="631054"/>
                  <a:pt x="166986" y="618121"/>
                </a:cubicBezTo>
                <a:cubicBezTo>
                  <a:pt x="167312" y="604968"/>
                  <a:pt x="156344" y="594052"/>
                  <a:pt x="142486" y="593738"/>
                </a:cubicBezTo>
                <a:close/>
                <a:moveTo>
                  <a:pt x="142191" y="312467"/>
                </a:moveTo>
                <a:cubicBezTo>
                  <a:pt x="135277" y="312312"/>
                  <a:pt x="129537" y="317508"/>
                  <a:pt x="129373" y="324071"/>
                </a:cubicBezTo>
                <a:cubicBezTo>
                  <a:pt x="129294" y="330717"/>
                  <a:pt x="134903" y="336166"/>
                  <a:pt x="141900" y="336240"/>
                </a:cubicBezTo>
                <a:cubicBezTo>
                  <a:pt x="148701" y="336240"/>
                  <a:pt x="154258" y="331088"/>
                  <a:pt x="154421" y="324633"/>
                </a:cubicBezTo>
                <a:cubicBezTo>
                  <a:pt x="154583" y="318071"/>
                  <a:pt x="149109" y="312621"/>
                  <a:pt x="142191" y="312467"/>
                </a:cubicBezTo>
                <a:close/>
                <a:moveTo>
                  <a:pt x="0" y="0"/>
                </a:moveTo>
                <a:lnTo>
                  <a:pt x="3708000" y="0"/>
                </a:lnTo>
                <a:lnTo>
                  <a:pt x="3708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8" name="Dots">
            <a:extLst>
              <a:ext uri="{FF2B5EF4-FFF2-40B4-BE49-F238E27FC236}">
                <a16:creationId xmlns:a16="http://schemas.microsoft.com/office/drawing/2014/main" id="{73DE4581-E0EA-4A8F-A722-4EDE83490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3783671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accent1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4104000" cy="2583344"/>
          </a:xfrm>
        </p:spPr>
        <p:txBody>
          <a:bodyPr anchor="b"/>
          <a:lstStyle>
            <a:lvl1pPr algn="l">
              <a:defRPr sz="4400" b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6261" y="2933271"/>
            <a:ext cx="4104000" cy="1008000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add sub title</a:t>
            </a:r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accent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9A30684-A5A5-4C39-B1C5-51CC46FDC0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958761"/>
            <a:ext cx="4104000" cy="36512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655B54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/>
              <a:t>Click to add date and/or presenters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8022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0CC86D-A9F1-4C7F-8A8B-0E2535F8A86C}"/>
              </a:ext>
            </a:extLst>
          </p:cNvPr>
          <p:cNvSpPr/>
          <p:nvPr userDrawn="1"/>
        </p:nvSpPr>
        <p:spPr>
          <a:xfrm>
            <a:off x="5466988" y="0"/>
            <a:ext cx="3677012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6" name="Picture Placeholder 75">
            <a:extLst>
              <a:ext uri="{FF2B5EF4-FFF2-40B4-BE49-F238E27FC236}">
                <a16:creationId xmlns:a16="http://schemas.microsoft.com/office/drawing/2014/main" id="{C0D90AE0-1FCB-4D84-ABAD-75632D77D5F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34626" y="0"/>
            <a:ext cx="3711600" cy="5143500"/>
          </a:xfrm>
          <a:custGeom>
            <a:avLst/>
            <a:gdLst>
              <a:gd name="connsiteX0" fmla="*/ 142240 w 3708000"/>
              <a:gd name="connsiteY0" fmla="*/ 2070213 h 5143500"/>
              <a:gd name="connsiteX1" fmla="*/ 129373 w 3708000"/>
              <a:gd name="connsiteY1" fmla="*/ 2081770 h 5143500"/>
              <a:gd name="connsiteX2" fmla="*/ 129373 w 3708000"/>
              <a:gd name="connsiteY2" fmla="*/ 2081817 h 5143500"/>
              <a:gd name="connsiteX3" fmla="*/ 141900 w 3708000"/>
              <a:gd name="connsiteY3" fmla="*/ 2093986 h 5143500"/>
              <a:gd name="connsiteX4" fmla="*/ 154416 w 3708000"/>
              <a:gd name="connsiteY4" fmla="*/ 2082425 h 5143500"/>
              <a:gd name="connsiteX5" fmla="*/ 142240 w 3708000"/>
              <a:gd name="connsiteY5" fmla="*/ 2070213 h 5143500"/>
              <a:gd name="connsiteX6" fmla="*/ 142531 w 3708000"/>
              <a:gd name="connsiteY6" fmla="*/ 1765449 h 5143500"/>
              <a:gd name="connsiteX7" fmla="*/ 116798 w 3708000"/>
              <a:gd name="connsiteY7" fmla="*/ 1788657 h 5143500"/>
              <a:gd name="connsiteX8" fmla="*/ 116798 w 3708000"/>
              <a:gd name="connsiteY8" fmla="*/ 1788707 h 5143500"/>
              <a:gd name="connsiteX9" fmla="*/ 141899 w 3708000"/>
              <a:gd name="connsiteY9" fmla="*/ 1813090 h 5143500"/>
              <a:gd name="connsiteX10" fmla="*/ 166987 w 3708000"/>
              <a:gd name="connsiteY10" fmla="*/ 1789873 h 5143500"/>
              <a:gd name="connsiteX11" fmla="*/ 142531 w 3708000"/>
              <a:gd name="connsiteY11" fmla="*/ 1765449 h 5143500"/>
              <a:gd name="connsiteX12" fmla="*/ 142240 w 3708000"/>
              <a:gd name="connsiteY12" fmla="*/ 1484172 h 5143500"/>
              <a:gd name="connsiteX13" fmla="*/ 129373 w 3708000"/>
              <a:gd name="connsiteY13" fmla="*/ 1495729 h 5143500"/>
              <a:gd name="connsiteX14" fmla="*/ 129373 w 3708000"/>
              <a:gd name="connsiteY14" fmla="*/ 1495874 h 5143500"/>
              <a:gd name="connsiteX15" fmla="*/ 141899 w 3708000"/>
              <a:gd name="connsiteY15" fmla="*/ 1507945 h 5143500"/>
              <a:gd name="connsiteX16" fmla="*/ 154416 w 3708000"/>
              <a:gd name="connsiteY16" fmla="*/ 1496384 h 5143500"/>
              <a:gd name="connsiteX17" fmla="*/ 142240 w 3708000"/>
              <a:gd name="connsiteY17" fmla="*/ 1484172 h 5143500"/>
              <a:gd name="connsiteX18" fmla="*/ 142240 w 3708000"/>
              <a:gd name="connsiteY18" fmla="*/ 1191246 h 5143500"/>
              <a:gd name="connsiteX19" fmla="*/ 129373 w 3708000"/>
              <a:gd name="connsiteY19" fmla="*/ 1202803 h 5143500"/>
              <a:gd name="connsiteX20" fmla="*/ 129373 w 3708000"/>
              <a:gd name="connsiteY20" fmla="*/ 1202948 h 5143500"/>
              <a:gd name="connsiteX21" fmla="*/ 141899 w 3708000"/>
              <a:gd name="connsiteY21" fmla="*/ 1215019 h 5143500"/>
              <a:gd name="connsiteX22" fmla="*/ 154416 w 3708000"/>
              <a:gd name="connsiteY22" fmla="*/ 1203458 h 5143500"/>
              <a:gd name="connsiteX23" fmla="*/ 142240 w 3708000"/>
              <a:gd name="connsiteY23" fmla="*/ 1191246 h 5143500"/>
              <a:gd name="connsiteX24" fmla="*/ 142191 w 3708000"/>
              <a:gd name="connsiteY24" fmla="*/ 898320 h 5143500"/>
              <a:gd name="connsiteX25" fmla="*/ 129373 w 3708000"/>
              <a:gd name="connsiteY25" fmla="*/ 909924 h 5143500"/>
              <a:gd name="connsiteX26" fmla="*/ 141900 w 3708000"/>
              <a:gd name="connsiteY26" fmla="*/ 922093 h 5143500"/>
              <a:gd name="connsiteX27" fmla="*/ 154421 w 3708000"/>
              <a:gd name="connsiteY27" fmla="*/ 910486 h 5143500"/>
              <a:gd name="connsiteX28" fmla="*/ 142191 w 3708000"/>
              <a:gd name="connsiteY28" fmla="*/ 898320 h 5143500"/>
              <a:gd name="connsiteX29" fmla="*/ 142486 w 3708000"/>
              <a:gd name="connsiteY29" fmla="*/ 593738 h 5143500"/>
              <a:gd name="connsiteX30" fmla="*/ 116798 w 3708000"/>
              <a:gd name="connsiteY30" fmla="*/ 616998 h 5143500"/>
              <a:gd name="connsiteX31" fmla="*/ 141900 w 3708000"/>
              <a:gd name="connsiteY31" fmla="*/ 641384 h 5143500"/>
              <a:gd name="connsiteX32" fmla="*/ 166986 w 3708000"/>
              <a:gd name="connsiteY32" fmla="*/ 618121 h 5143500"/>
              <a:gd name="connsiteX33" fmla="*/ 142486 w 3708000"/>
              <a:gd name="connsiteY33" fmla="*/ 593738 h 5143500"/>
              <a:gd name="connsiteX34" fmla="*/ 142191 w 3708000"/>
              <a:gd name="connsiteY34" fmla="*/ 312467 h 5143500"/>
              <a:gd name="connsiteX35" fmla="*/ 129373 w 3708000"/>
              <a:gd name="connsiteY35" fmla="*/ 324071 h 5143500"/>
              <a:gd name="connsiteX36" fmla="*/ 141900 w 3708000"/>
              <a:gd name="connsiteY36" fmla="*/ 336240 h 5143500"/>
              <a:gd name="connsiteX37" fmla="*/ 154421 w 3708000"/>
              <a:gd name="connsiteY37" fmla="*/ 324633 h 5143500"/>
              <a:gd name="connsiteX38" fmla="*/ 142191 w 3708000"/>
              <a:gd name="connsiteY38" fmla="*/ 312467 h 5143500"/>
              <a:gd name="connsiteX39" fmla="*/ 0 w 3708000"/>
              <a:gd name="connsiteY39" fmla="*/ 0 h 5143500"/>
              <a:gd name="connsiteX40" fmla="*/ 3708000 w 3708000"/>
              <a:gd name="connsiteY40" fmla="*/ 0 h 5143500"/>
              <a:gd name="connsiteX41" fmla="*/ 3708000 w 3708000"/>
              <a:gd name="connsiteY41" fmla="*/ 5143500 h 5143500"/>
              <a:gd name="connsiteX42" fmla="*/ 0 w 3708000"/>
              <a:gd name="connsiteY42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708000" h="5143500">
                <a:moveTo>
                  <a:pt x="142240" y="2070213"/>
                </a:moveTo>
                <a:cubicBezTo>
                  <a:pt x="135327" y="2070030"/>
                  <a:pt x="129566" y="2075207"/>
                  <a:pt x="129373" y="2081770"/>
                </a:cubicBezTo>
                <a:cubicBezTo>
                  <a:pt x="129373" y="2081784"/>
                  <a:pt x="129373" y="2081802"/>
                  <a:pt x="129373" y="2081817"/>
                </a:cubicBezTo>
                <a:cubicBezTo>
                  <a:pt x="129289" y="2088463"/>
                  <a:pt x="134903" y="2093912"/>
                  <a:pt x="141900" y="2093986"/>
                </a:cubicBezTo>
                <a:cubicBezTo>
                  <a:pt x="148681" y="2093982"/>
                  <a:pt x="154228" y="2088862"/>
                  <a:pt x="154416" y="2082425"/>
                </a:cubicBezTo>
                <a:cubicBezTo>
                  <a:pt x="154608" y="2075863"/>
                  <a:pt x="149155" y="2070395"/>
                  <a:pt x="142240" y="2070213"/>
                </a:cubicBezTo>
                <a:close/>
                <a:moveTo>
                  <a:pt x="142531" y="1765449"/>
                </a:moveTo>
                <a:cubicBezTo>
                  <a:pt x="128673" y="1765111"/>
                  <a:pt x="117153" y="1775503"/>
                  <a:pt x="116798" y="1788657"/>
                </a:cubicBezTo>
                <a:cubicBezTo>
                  <a:pt x="116798" y="1788675"/>
                  <a:pt x="116798" y="1788689"/>
                  <a:pt x="116798" y="1788707"/>
                </a:cubicBezTo>
                <a:cubicBezTo>
                  <a:pt x="116635" y="1802020"/>
                  <a:pt x="127874" y="1812936"/>
                  <a:pt x="141899" y="1813090"/>
                </a:cubicBezTo>
                <a:cubicBezTo>
                  <a:pt x="155511" y="1813086"/>
                  <a:pt x="166635" y="1802788"/>
                  <a:pt x="166987" y="1789873"/>
                </a:cubicBezTo>
                <a:cubicBezTo>
                  <a:pt x="167337" y="1776720"/>
                  <a:pt x="156393" y="1765781"/>
                  <a:pt x="142531" y="1765449"/>
                </a:cubicBezTo>
                <a:close/>
                <a:moveTo>
                  <a:pt x="142240" y="1484172"/>
                </a:moveTo>
                <a:cubicBezTo>
                  <a:pt x="135326" y="1483989"/>
                  <a:pt x="129565" y="1489166"/>
                  <a:pt x="129373" y="1495729"/>
                </a:cubicBezTo>
                <a:cubicBezTo>
                  <a:pt x="129373" y="1495776"/>
                  <a:pt x="129373" y="1495823"/>
                  <a:pt x="129373" y="1495874"/>
                </a:cubicBezTo>
                <a:cubicBezTo>
                  <a:pt x="129319" y="1502488"/>
                  <a:pt x="134926" y="1507895"/>
                  <a:pt x="141899" y="1507945"/>
                </a:cubicBezTo>
                <a:cubicBezTo>
                  <a:pt x="148680" y="1507941"/>
                  <a:pt x="154228" y="1502821"/>
                  <a:pt x="154416" y="1496384"/>
                </a:cubicBezTo>
                <a:cubicBezTo>
                  <a:pt x="154608" y="1489822"/>
                  <a:pt x="149154" y="1484354"/>
                  <a:pt x="142240" y="1484172"/>
                </a:cubicBezTo>
                <a:close/>
                <a:moveTo>
                  <a:pt x="142240" y="1191246"/>
                </a:moveTo>
                <a:cubicBezTo>
                  <a:pt x="135326" y="1191064"/>
                  <a:pt x="129565" y="1196240"/>
                  <a:pt x="129373" y="1202803"/>
                </a:cubicBezTo>
                <a:cubicBezTo>
                  <a:pt x="129373" y="1202850"/>
                  <a:pt x="129373" y="1202897"/>
                  <a:pt x="129373" y="1202948"/>
                </a:cubicBezTo>
                <a:cubicBezTo>
                  <a:pt x="129319" y="1209562"/>
                  <a:pt x="134926" y="1214969"/>
                  <a:pt x="141899" y="1215019"/>
                </a:cubicBezTo>
                <a:cubicBezTo>
                  <a:pt x="148680" y="1215015"/>
                  <a:pt x="154228" y="1209895"/>
                  <a:pt x="154416" y="1203458"/>
                </a:cubicBezTo>
                <a:cubicBezTo>
                  <a:pt x="154608" y="1196896"/>
                  <a:pt x="149154" y="1191428"/>
                  <a:pt x="142240" y="1191246"/>
                </a:cubicBezTo>
                <a:close/>
                <a:moveTo>
                  <a:pt x="142191" y="898320"/>
                </a:moveTo>
                <a:cubicBezTo>
                  <a:pt x="135277" y="898165"/>
                  <a:pt x="129537" y="903361"/>
                  <a:pt x="129373" y="909924"/>
                </a:cubicBezTo>
                <a:cubicBezTo>
                  <a:pt x="129294" y="916570"/>
                  <a:pt x="134903" y="922019"/>
                  <a:pt x="141900" y="922093"/>
                </a:cubicBezTo>
                <a:cubicBezTo>
                  <a:pt x="148701" y="922093"/>
                  <a:pt x="154258" y="916941"/>
                  <a:pt x="154421" y="910486"/>
                </a:cubicBezTo>
                <a:cubicBezTo>
                  <a:pt x="154583" y="903923"/>
                  <a:pt x="149109" y="898474"/>
                  <a:pt x="142191" y="898320"/>
                </a:cubicBezTo>
                <a:close/>
                <a:moveTo>
                  <a:pt x="142486" y="593738"/>
                </a:moveTo>
                <a:cubicBezTo>
                  <a:pt x="128623" y="593429"/>
                  <a:pt x="117123" y="603844"/>
                  <a:pt x="116798" y="616998"/>
                </a:cubicBezTo>
                <a:cubicBezTo>
                  <a:pt x="116660" y="630301"/>
                  <a:pt x="127884" y="641207"/>
                  <a:pt x="141900" y="641384"/>
                </a:cubicBezTo>
                <a:cubicBezTo>
                  <a:pt x="155531" y="641381"/>
                  <a:pt x="166666" y="631054"/>
                  <a:pt x="166986" y="618121"/>
                </a:cubicBezTo>
                <a:cubicBezTo>
                  <a:pt x="167312" y="604968"/>
                  <a:pt x="156344" y="594052"/>
                  <a:pt x="142486" y="593738"/>
                </a:cubicBezTo>
                <a:close/>
                <a:moveTo>
                  <a:pt x="142191" y="312467"/>
                </a:moveTo>
                <a:cubicBezTo>
                  <a:pt x="135277" y="312312"/>
                  <a:pt x="129537" y="317508"/>
                  <a:pt x="129373" y="324071"/>
                </a:cubicBezTo>
                <a:cubicBezTo>
                  <a:pt x="129294" y="330717"/>
                  <a:pt x="134903" y="336166"/>
                  <a:pt x="141900" y="336240"/>
                </a:cubicBezTo>
                <a:cubicBezTo>
                  <a:pt x="148701" y="336240"/>
                  <a:pt x="154258" y="331088"/>
                  <a:pt x="154421" y="324633"/>
                </a:cubicBezTo>
                <a:cubicBezTo>
                  <a:pt x="154583" y="318071"/>
                  <a:pt x="149109" y="312621"/>
                  <a:pt x="142191" y="312467"/>
                </a:cubicBezTo>
                <a:close/>
                <a:moveTo>
                  <a:pt x="0" y="0"/>
                </a:moveTo>
                <a:lnTo>
                  <a:pt x="3708000" y="0"/>
                </a:lnTo>
                <a:lnTo>
                  <a:pt x="3708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75" name="Dots">
            <a:extLst>
              <a:ext uri="{FF2B5EF4-FFF2-40B4-BE49-F238E27FC236}">
                <a16:creationId xmlns:a16="http://schemas.microsoft.com/office/drawing/2014/main" id="{2E3B1537-5542-4DE2-9E35-373E9D811F5A}"/>
              </a:ext>
            </a:extLst>
          </p:cNvPr>
          <p:cNvSpPr/>
          <p:nvPr userDrawn="1"/>
        </p:nvSpPr>
        <p:spPr>
          <a:xfrm rot="16200000">
            <a:off x="3783671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tx2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4104000" cy="2583344"/>
          </a:xfrm>
        </p:spPr>
        <p:txBody>
          <a:bodyPr anchor="b"/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A3928A5-23A9-42AB-BE2A-254DDB2EE1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6261" y="2933271"/>
            <a:ext cx="4104000" cy="1008000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sub title</a:t>
            </a:r>
            <a:endParaRPr lang="en-GB" dirty="0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2B055659-967E-4FB4-B761-219916CE0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958761"/>
            <a:ext cx="4104000" cy="36512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EACBBB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/>
              <a:t>Click to add date and/or presenters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76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1851819"/>
            <a:ext cx="3273091" cy="1439863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GB" dirty="0"/>
              <a:t>Click to add title for example Agenda</a:t>
            </a:r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A9A9A9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5" name="Dots">
            <a:extLst>
              <a:ext uri="{FF2B5EF4-FFF2-40B4-BE49-F238E27FC236}">
                <a16:creationId xmlns:a16="http://schemas.microsoft.com/office/drawing/2014/main" id="{7EB53862-94DA-442E-9BA3-F56AE08555A8}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accent1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93DDC7-6347-4E7C-80D6-CA23706A0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7788" y="231774"/>
            <a:ext cx="3276600" cy="4680000"/>
          </a:xfrm>
        </p:spPr>
        <p:txBody>
          <a:bodyPr anchor="ctr"/>
          <a:lstStyle>
            <a:lvl1pPr marL="239713" indent="-239713">
              <a:buClr>
                <a:schemeClr val="tx2"/>
              </a:buClr>
              <a:buFont typeface="+mj-lt"/>
              <a:buAutoNum type="arabicPeriod"/>
              <a:defRPr>
                <a:solidFill>
                  <a:schemeClr val="accent1"/>
                </a:solidFill>
              </a:defRPr>
            </a:lvl1pPr>
            <a:lvl2pPr marL="407988" indent="-173038">
              <a:buClr>
                <a:schemeClr val="tx2"/>
              </a:buClr>
              <a:buFont typeface="+mj-lt"/>
              <a:buAutoNum type="arabicPeriod"/>
              <a:defRPr>
                <a:solidFill>
                  <a:schemeClr val="accent1"/>
                </a:solidFill>
              </a:defRPr>
            </a:lvl2pPr>
            <a:lvl3pPr marL="587375" indent="-174625">
              <a:buClr>
                <a:schemeClr val="tx2"/>
              </a:buClr>
              <a:buFont typeface="+mj-lt"/>
              <a:buAutoNum type="arabicPeriod"/>
              <a:defRPr>
                <a:solidFill>
                  <a:schemeClr val="accent1"/>
                </a:solidFill>
              </a:defRPr>
            </a:lvl3pPr>
            <a:lvl4pPr marL="768350" indent="-188913">
              <a:buClr>
                <a:schemeClr val="tx2"/>
              </a:buClr>
              <a:buFont typeface="+mj-lt"/>
              <a:buAutoNum type="arabicPeriod"/>
              <a:defRPr>
                <a:solidFill>
                  <a:schemeClr val="accent1"/>
                </a:solidFill>
              </a:defRPr>
            </a:lvl4pPr>
            <a:lvl5pPr marL="946150" indent="-177800">
              <a:buClr>
                <a:schemeClr val="tx2"/>
              </a:buClr>
              <a:buFont typeface="+mj-lt"/>
              <a:buAutoNum type="arabicPeriod"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C43ACE-919E-4F14-B57A-476B078BDAD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8C85202-0B59-48F2-8674-991A71F862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C77536-C884-4A81-AE68-002872FF97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32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3" pos="4513" userDrawn="1">
          <p15:clr>
            <a:srgbClr val="FBAE40"/>
          </p15:clr>
        </p15:guide>
        <p15:guide id="4" pos="224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1851819"/>
            <a:ext cx="3273091" cy="143986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 for example Agenda</a:t>
            </a:r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5" name="Dots">
            <a:extLst>
              <a:ext uri="{FF2B5EF4-FFF2-40B4-BE49-F238E27FC236}">
                <a16:creationId xmlns:a16="http://schemas.microsoft.com/office/drawing/2014/main" id="{7EB53862-94DA-442E-9BA3-F56AE0855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tx2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93DDC7-6347-4E7C-80D6-CA23706A0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7788" y="231774"/>
            <a:ext cx="3276600" cy="4680000"/>
          </a:xfrm>
        </p:spPr>
        <p:txBody>
          <a:bodyPr anchor="ctr"/>
          <a:lstStyle>
            <a:lvl1pPr marL="239713" indent="-239713">
              <a:buClr>
                <a:schemeClr val="tx2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407988" indent="-173038">
              <a:buClr>
                <a:schemeClr val="tx2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587375" indent="-174625">
              <a:buClr>
                <a:schemeClr val="tx2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768350" indent="-188913">
              <a:buClr>
                <a:schemeClr val="tx2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946150" indent="-177800">
              <a:buClr>
                <a:schemeClr val="tx2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C43ACE-919E-4F14-B57A-476B078BDAD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8C85202-0B59-48F2-8674-991A71F862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C77536-C884-4A81-AE68-002872FF97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7289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3" pos="4513">
          <p15:clr>
            <a:srgbClr val="FBAE40"/>
          </p15:clr>
        </p15:guide>
        <p15:guide id="4" pos="224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bg>
      <p:bgPr>
        <a:solidFill>
          <a:schemeClr val="accent6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1851819"/>
            <a:ext cx="3273091" cy="143986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 for example Agenda</a:t>
            </a:r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C4C1BE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5" name="Dots">
            <a:extLst>
              <a:ext uri="{FF2B5EF4-FFF2-40B4-BE49-F238E27FC236}">
                <a16:creationId xmlns:a16="http://schemas.microsoft.com/office/drawing/2014/main" id="{7EB53862-94DA-442E-9BA3-F56AE0855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rgbClr val="E9EC6B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93DDC7-6347-4E7C-80D6-CA23706A06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87788" y="231774"/>
            <a:ext cx="3276600" cy="4680000"/>
          </a:xfrm>
        </p:spPr>
        <p:txBody>
          <a:bodyPr anchor="ctr"/>
          <a:lstStyle>
            <a:lvl1pPr marL="239713" indent="-239713">
              <a:buClr>
                <a:srgbClr val="E9EC6B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407988" indent="-173038">
              <a:buClr>
                <a:srgbClr val="E9EC6B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587375" indent="-174625">
              <a:buClr>
                <a:srgbClr val="E9EC6B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768350" indent="-188913">
              <a:buClr>
                <a:srgbClr val="E9EC6B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946150" indent="-177800">
              <a:buClr>
                <a:srgbClr val="E9EC6B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C43ACE-919E-4F14-B57A-476B078BDAD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C4C1BE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8C85202-0B59-48F2-8674-991A71F862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C4C1BE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C77536-C884-4A81-AE68-002872FF97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C4C1BE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4498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3" pos="4513">
          <p15:clr>
            <a:srgbClr val="FBAE40"/>
          </p15:clr>
        </p15:guide>
        <p15:guide id="4" pos="224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 1 and pattern">
    <p:bg>
      <p:bgPr>
        <a:solidFill>
          <a:schemeClr val="accent5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A2EB4F0-1242-4B37-82D8-85D39CC7DC7D}"/>
              </a:ext>
            </a:extLst>
          </p:cNvPr>
          <p:cNvSpPr/>
          <p:nvPr userDrawn="1"/>
        </p:nvSpPr>
        <p:spPr>
          <a:xfrm>
            <a:off x="5943600" y="1078086"/>
            <a:ext cx="2462674" cy="32675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Picture Placeholder 58">
            <a:extLst>
              <a:ext uri="{FF2B5EF4-FFF2-40B4-BE49-F238E27FC236}">
                <a16:creationId xmlns:a16="http://schemas.microsoft.com/office/drawing/2014/main" id="{1CA0517D-045A-4564-9B4D-F22051D254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15025" y="1050925"/>
            <a:ext cx="2524125" cy="3338513"/>
          </a:xfrm>
          <a:custGeom>
            <a:avLst/>
            <a:gdLst>
              <a:gd name="connsiteX0" fmla="*/ 2313456 w 2524125"/>
              <a:gd name="connsiteY0" fmla="*/ 433154 h 3338513"/>
              <a:gd name="connsiteX1" fmla="*/ 2300590 w 2524125"/>
              <a:gd name="connsiteY1" fmla="*/ 444804 h 3338513"/>
              <a:gd name="connsiteX2" fmla="*/ 2300590 w 2524125"/>
              <a:gd name="connsiteY2" fmla="*/ 444851 h 3338513"/>
              <a:gd name="connsiteX3" fmla="*/ 2313116 w 2524125"/>
              <a:gd name="connsiteY3" fmla="*/ 457021 h 3338513"/>
              <a:gd name="connsiteX4" fmla="*/ 2325735 w 2524125"/>
              <a:gd name="connsiteY4" fmla="*/ 445366 h 3338513"/>
              <a:gd name="connsiteX5" fmla="*/ 2313456 w 2524125"/>
              <a:gd name="connsiteY5" fmla="*/ 433154 h 3338513"/>
              <a:gd name="connsiteX6" fmla="*/ 2012929 w 2524125"/>
              <a:gd name="connsiteY6" fmla="*/ 421597 h 3338513"/>
              <a:gd name="connsiteX7" fmla="*/ 1987197 w 2524125"/>
              <a:gd name="connsiteY7" fmla="*/ 444805 h 3338513"/>
              <a:gd name="connsiteX8" fmla="*/ 1987197 w 2524125"/>
              <a:gd name="connsiteY8" fmla="*/ 444855 h 3338513"/>
              <a:gd name="connsiteX9" fmla="*/ 2012299 w 2524125"/>
              <a:gd name="connsiteY9" fmla="*/ 469238 h 3338513"/>
              <a:gd name="connsiteX10" fmla="*/ 2037385 w 2524125"/>
              <a:gd name="connsiteY10" fmla="*/ 446021 h 3338513"/>
              <a:gd name="connsiteX11" fmla="*/ 2012929 w 2524125"/>
              <a:gd name="connsiteY11" fmla="*/ 421597 h 3338513"/>
              <a:gd name="connsiteX12" fmla="*/ 2313795 w 2524125"/>
              <a:gd name="connsiteY12" fmla="*/ 128671 h 3338513"/>
              <a:gd name="connsiteX13" fmla="*/ 2288063 w 2524125"/>
              <a:gd name="connsiteY13" fmla="*/ 151879 h 3338513"/>
              <a:gd name="connsiteX14" fmla="*/ 2288063 w 2524125"/>
              <a:gd name="connsiteY14" fmla="*/ 151882 h 3338513"/>
              <a:gd name="connsiteX15" fmla="*/ 2313114 w 2524125"/>
              <a:gd name="connsiteY15" fmla="*/ 176312 h 3338513"/>
              <a:gd name="connsiteX16" fmla="*/ 2338250 w 2524125"/>
              <a:gd name="connsiteY16" fmla="*/ 153095 h 3338513"/>
              <a:gd name="connsiteX17" fmla="*/ 2313795 w 2524125"/>
              <a:gd name="connsiteY17" fmla="*/ 128671 h 3338513"/>
              <a:gd name="connsiteX18" fmla="*/ 1712068 w 2524125"/>
              <a:gd name="connsiteY18" fmla="*/ 128107 h 3338513"/>
              <a:gd name="connsiteX19" fmla="*/ 1686381 w 2524125"/>
              <a:gd name="connsiteY19" fmla="*/ 151367 h 3338513"/>
              <a:gd name="connsiteX20" fmla="*/ 1711481 w 2524125"/>
              <a:gd name="connsiteY20" fmla="*/ 175753 h 3338513"/>
              <a:gd name="connsiteX21" fmla="*/ 1736567 w 2524125"/>
              <a:gd name="connsiteY21" fmla="*/ 152490 h 3338513"/>
              <a:gd name="connsiteX22" fmla="*/ 1712068 w 2524125"/>
              <a:gd name="connsiteY22" fmla="*/ 128107 h 3338513"/>
              <a:gd name="connsiteX23" fmla="*/ 2013270 w 2524125"/>
              <a:gd name="connsiteY23" fmla="*/ 117112 h 3338513"/>
              <a:gd name="connsiteX24" fmla="*/ 1974671 w 2524125"/>
              <a:gd name="connsiteY24" fmla="*/ 151878 h 3338513"/>
              <a:gd name="connsiteX25" fmla="*/ 1974671 w 2524125"/>
              <a:gd name="connsiteY25" fmla="*/ 151882 h 3338513"/>
              <a:gd name="connsiteX26" fmla="*/ 2012299 w 2524125"/>
              <a:gd name="connsiteY26" fmla="*/ 188528 h 3338513"/>
              <a:gd name="connsiteX27" fmla="*/ 2049901 w 2524125"/>
              <a:gd name="connsiteY27" fmla="*/ 153750 h 3338513"/>
              <a:gd name="connsiteX28" fmla="*/ 2013270 w 2524125"/>
              <a:gd name="connsiteY28" fmla="*/ 117112 h 3338513"/>
              <a:gd name="connsiteX29" fmla="*/ 0 w 2524125"/>
              <a:gd name="connsiteY29" fmla="*/ 0 h 3338513"/>
              <a:gd name="connsiteX30" fmla="*/ 2524125 w 2524125"/>
              <a:gd name="connsiteY30" fmla="*/ 0 h 3338513"/>
              <a:gd name="connsiteX31" fmla="*/ 2524125 w 2524125"/>
              <a:gd name="connsiteY31" fmla="*/ 3338513 h 3338513"/>
              <a:gd name="connsiteX32" fmla="*/ 0 w 2524125"/>
              <a:gd name="connsiteY32" fmla="*/ 3338513 h 3338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524125" h="3338513">
                <a:moveTo>
                  <a:pt x="2313456" y="433154"/>
                </a:moveTo>
                <a:cubicBezTo>
                  <a:pt x="2306512" y="432999"/>
                  <a:pt x="2300753" y="438214"/>
                  <a:pt x="2300590" y="444804"/>
                </a:cubicBezTo>
                <a:cubicBezTo>
                  <a:pt x="2300590" y="444819"/>
                  <a:pt x="2300590" y="444837"/>
                  <a:pt x="2300590" y="444851"/>
                </a:cubicBezTo>
                <a:cubicBezTo>
                  <a:pt x="2300506" y="451498"/>
                  <a:pt x="2306118" y="456946"/>
                  <a:pt x="2313116" y="457021"/>
                </a:cubicBezTo>
                <a:cubicBezTo>
                  <a:pt x="2319966" y="457045"/>
                  <a:pt x="2325572" y="451863"/>
                  <a:pt x="2325735" y="445366"/>
                </a:cubicBezTo>
                <a:cubicBezTo>
                  <a:pt x="2325898" y="438776"/>
                  <a:pt x="2320399" y="433308"/>
                  <a:pt x="2313456" y="433154"/>
                </a:cubicBezTo>
                <a:close/>
                <a:moveTo>
                  <a:pt x="2012929" y="421597"/>
                </a:moveTo>
                <a:cubicBezTo>
                  <a:pt x="1999072" y="421259"/>
                  <a:pt x="1987552" y="431651"/>
                  <a:pt x="1987197" y="444805"/>
                </a:cubicBezTo>
                <a:cubicBezTo>
                  <a:pt x="1987197" y="444823"/>
                  <a:pt x="1987197" y="444837"/>
                  <a:pt x="1987197" y="444855"/>
                </a:cubicBezTo>
                <a:cubicBezTo>
                  <a:pt x="1987035" y="458168"/>
                  <a:pt x="1998273" y="469084"/>
                  <a:pt x="2012299" y="469238"/>
                </a:cubicBezTo>
                <a:cubicBezTo>
                  <a:pt x="2025909" y="469234"/>
                  <a:pt x="2037035" y="458936"/>
                  <a:pt x="2037385" y="446021"/>
                </a:cubicBezTo>
                <a:cubicBezTo>
                  <a:pt x="2037735" y="432868"/>
                  <a:pt x="2026791" y="421929"/>
                  <a:pt x="2012929" y="421597"/>
                </a:cubicBezTo>
                <a:close/>
                <a:moveTo>
                  <a:pt x="2313795" y="128671"/>
                </a:moveTo>
                <a:cubicBezTo>
                  <a:pt x="2299937" y="128333"/>
                  <a:pt x="2288417" y="138725"/>
                  <a:pt x="2288063" y="151879"/>
                </a:cubicBezTo>
                <a:cubicBezTo>
                  <a:pt x="2288063" y="151879"/>
                  <a:pt x="2288063" y="151882"/>
                  <a:pt x="2288063" y="151882"/>
                </a:cubicBezTo>
                <a:cubicBezTo>
                  <a:pt x="2287875" y="165195"/>
                  <a:pt x="2299089" y="176134"/>
                  <a:pt x="2313114" y="176312"/>
                </a:cubicBezTo>
                <a:cubicBezTo>
                  <a:pt x="2326745" y="176335"/>
                  <a:pt x="2337900" y="166028"/>
                  <a:pt x="2338250" y="153095"/>
                </a:cubicBezTo>
                <a:cubicBezTo>
                  <a:pt x="2338600" y="139942"/>
                  <a:pt x="2327657" y="129003"/>
                  <a:pt x="2313795" y="128671"/>
                </a:cubicBezTo>
                <a:close/>
                <a:moveTo>
                  <a:pt x="1712068" y="128107"/>
                </a:moveTo>
                <a:cubicBezTo>
                  <a:pt x="1698205" y="127798"/>
                  <a:pt x="1686706" y="138213"/>
                  <a:pt x="1686381" y="151367"/>
                </a:cubicBezTo>
                <a:cubicBezTo>
                  <a:pt x="1686242" y="164670"/>
                  <a:pt x="1697466" y="175576"/>
                  <a:pt x="1711481" y="175753"/>
                </a:cubicBezTo>
                <a:cubicBezTo>
                  <a:pt x="1725112" y="175749"/>
                  <a:pt x="1736247" y="165423"/>
                  <a:pt x="1736567" y="152490"/>
                </a:cubicBezTo>
                <a:cubicBezTo>
                  <a:pt x="1736893" y="139337"/>
                  <a:pt x="1725925" y="128421"/>
                  <a:pt x="1712068" y="128107"/>
                </a:cubicBezTo>
                <a:close/>
                <a:moveTo>
                  <a:pt x="2013270" y="117112"/>
                </a:moveTo>
                <a:cubicBezTo>
                  <a:pt x="1992499" y="116593"/>
                  <a:pt x="1975214" y="132162"/>
                  <a:pt x="1974671" y="151878"/>
                </a:cubicBezTo>
                <a:cubicBezTo>
                  <a:pt x="1974671" y="151878"/>
                  <a:pt x="1974671" y="151882"/>
                  <a:pt x="1974671" y="151882"/>
                </a:cubicBezTo>
                <a:cubicBezTo>
                  <a:pt x="1974400" y="171864"/>
                  <a:pt x="1991246" y="188270"/>
                  <a:pt x="2012299" y="188528"/>
                </a:cubicBezTo>
                <a:cubicBezTo>
                  <a:pt x="2032690" y="188524"/>
                  <a:pt x="2049364" y="173100"/>
                  <a:pt x="2049901" y="153750"/>
                </a:cubicBezTo>
                <a:cubicBezTo>
                  <a:pt x="2050443" y="134034"/>
                  <a:pt x="2034046" y="117628"/>
                  <a:pt x="2013270" y="117112"/>
                </a:cubicBezTo>
                <a:close/>
                <a:moveTo>
                  <a:pt x="0" y="0"/>
                </a:moveTo>
                <a:lnTo>
                  <a:pt x="2524125" y="0"/>
                </a:lnTo>
                <a:lnTo>
                  <a:pt x="2524125" y="3338513"/>
                </a:lnTo>
                <a:lnTo>
                  <a:pt x="0" y="33385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7338" y="837147"/>
            <a:ext cx="4392923" cy="1882203"/>
          </a:xfrm>
        </p:spPr>
        <p:txBody>
          <a:bodyPr anchor="b"/>
          <a:lstStyle>
            <a:lvl1pPr algn="l">
              <a:defRPr sz="4400" b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Speakers name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A3928A5-23A9-42AB-BE2A-254DDB2EE1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0545" y="2719350"/>
            <a:ext cx="4392923" cy="1008000"/>
          </a:xfr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rgbClr val="655B54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add role title</a:t>
            </a:r>
          </a:p>
        </p:txBody>
      </p:sp>
      <p:grpSp>
        <p:nvGrpSpPr>
          <p:cNvPr id="34" name="Graphic 19">
            <a:extLst>
              <a:ext uri="{FF2B5EF4-FFF2-40B4-BE49-F238E27FC236}">
                <a16:creationId xmlns:a16="http://schemas.microsoft.com/office/drawing/2014/main" id="{30CCF508-8A96-414E-9404-07DB1BC11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F07F829-F6FC-4DF2-90CA-7E0E05E129F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C99CDAA-6B26-4696-95A7-75B99CF0A8D5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49E2DEE-F59C-4F32-839F-23EF943860C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4FECE93-C406-440F-B693-95442BB2B39D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2779207-3649-4476-B022-010AD1C8527D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F519B0A-0299-483D-BAFF-7DB63D01CAF8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2CBB9F8-0686-4E84-A9E1-C36C0BFC789A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0F79D2-7F6D-4A6C-99C4-1197C1C96A4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25792C8-2B0A-4D38-8872-2BA9859CC20C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C6C7FB1-D6C2-4132-87FD-770849F63E7A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A97DBC4-3087-4BF9-837F-611C44A4C982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A90523E-2EEF-4C47-8A8E-75151ECB51E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AF56317-AA4A-4D20-98E3-07A50B1DB919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9E2A8E1-D8EA-4D9A-BF79-BBC3C8319030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59C028A-6019-4F31-98BF-64BCC56D005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E578A76-37FF-465B-A2F8-022311982319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A3D30F8-66D8-42FE-A00A-CBC30A14DA93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47D2386-F1CE-4D5D-A178-537E05B7FAA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6E0BFB-980D-49F4-BE48-1D88A88AADB8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B7FACB1-263A-42DA-8964-252FBF1B7141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9B3A4-EC1D-48FE-AA9D-498A39DEE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2D188-24CD-4318-B9F6-CDB0F6DA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CF62-5A96-461B-B8BA-E249CAEF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1" name="Dots">
            <a:extLst>
              <a:ext uri="{FF2B5EF4-FFF2-40B4-BE49-F238E27FC236}">
                <a16:creationId xmlns:a16="http://schemas.microsoft.com/office/drawing/2014/main" id="{4DC8648D-B704-4A1B-92A8-2B5828CECBBD}"/>
              </a:ext>
            </a:extLst>
          </p:cNvPr>
          <p:cNvSpPr/>
          <p:nvPr userDrawn="1"/>
        </p:nvSpPr>
        <p:spPr>
          <a:xfrm rot="16200000">
            <a:off x="7037019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accent1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5723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 2 and patter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D2B8DDE-141E-47A1-827C-BEBE167408A8}"/>
              </a:ext>
            </a:extLst>
          </p:cNvPr>
          <p:cNvSpPr/>
          <p:nvPr userDrawn="1"/>
        </p:nvSpPr>
        <p:spPr>
          <a:xfrm>
            <a:off x="5943600" y="1078086"/>
            <a:ext cx="2462674" cy="32675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ED1BA532-3110-40F8-A761-D6129FF3DF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15025" y="1050925"/>
            <a:ext cx="2524125" cy="3338513"/>
          </a:xfrm>
          <a:custGeom>
            <a:avLst/>
            <a:gdLst>
              <a:gd name="connsiteX0" fmla="*/ 2313456 w 2524125"/>
              <a:gd name="connsiteY0" fmla="*/ 433154 h 3338513"/>
              <a:gd name="connsiteX1" fmla="*/ 2300590 w 2524125"/>
              <a:gd name="connsiteY1" fmla="*/ 444804 h 3338513"/>
              <a:gd name="connsiteX2" fmla="*/ 2300590 w 2524125"/>
              <a:gd name="connsiteY2" fmla="*/ 444851 h 3338513"/>
              <a:gd name="connsiteX3" fmla="*/ 2313116 w 2524125"/>
              <a:gd name="connsiteY3" fmla="*/ 457021 h 3338513"/>
              <a:gd name="connsiteX4" fmla="*/ 2325735 w 2524125"/>
              <a:gd name="connsiteY4" fmla="*/ 445366 h 3338513"/>
              <a:gd name="connsiteX5" fmla="*/ 2313456 w 2524125"/>
              <a:gd name="connsiteY5" fmla="*/ 433154 h 3338513"/>
              <a:gd name="connsiteX6" fmla="*/ 2012929 w 2524125"/>
              <a:gd name="connsiteY6" fmla="*/ 421597 h 3338513"/>
              <a:gd name="connsiteX7" fmla="*/ 1987197 w 2524125"/>
              <a:gd name="connsiteY7" fmla="*/ 444805 h 3338513"/>
              <a:gd name="connsiteX8" fmla="*/ 1987197 w 2524125"/>
              <a:gd name="connsiteY8" fmla="*/ 444855 h 3338513"/>
              <a:gd name="connsiteX9" fmla="*/ 2012299 w 2524125"/>
              <a:gd name="connsiteY9" fmla="*/ 469238 h 3338513"/>
              <a:gd name="connsiteX10" fmla="*/ 2037385 w 2524125"/>
              <a:gd name="connsiteY10" fmla="*/ 446021 h 3338513"/>
              <a:gd name="connsiteX11" fmla="*/ 2012929 w 2524125"/>
              <a:gd name="connsiteY11" fmla="*/ 421597 h 3338513"/>
              <a:gd name="connsiteX12" fmla="*/ 2313795 w 2524125"/>
              <a:gd name="connsiteY12" fmla="*/ 128671 h 3338513"/>
              <a:gd name="connsiteX13" fmla="*/ 2288063 w 2524125"/>
              <a:gd name="connsiteY13" fmla="*/ 151879 h 3338513"/>
              <a:gd name="connsiteX14" fmla="*/ 2288063 w 2524125"/>
              <a:gd name="connsiteY14" fmla="*/ 151882 h 3338513"/>
              <a:gd name="connsiteX15" fmla="*/ 2313114 w 2524125"/>
              <a:gd name="connsiteY15" fmla="*/ 176312 h 3338513"/>
              <a:gd name="connsiteX16" fmla="*/ 2338250 w 2524125"/>
              <a:gd name="connsiteY16" fmla="*/ 153095 h 3338513"/>
              <a:gd name="connsiteX17" fmla="*/ 2313795 w 2524125"/>
              <a:gd name="connsiteY17" fmla="*/ 128671 h 3338513"/>
              <a:gd name="connsiteX18" fmla="*/ 1712068 w 2524125"/>
              <a:gd name="connsiteY18" fmla="*/ 128107 h 3338513"/>
              <a:gd name="connsiteX19" fmla="*/ 1686381 w 2524125"/>
              <a:gd name="connsiteY19" fmla="*/ 151367 h 3338513"/>
              <a:gd name="connsiteX20" fmla="*/ 1711481 w 2524125"/>
              <a:gd name="connsiteY20" fmla="*/ 175753 h 3338513"/>
              <a:gd name="connsiteX21" fmla="*/ 1736567 w 2524125"/>
              <a:gd name="connsiteY21" fmla="*/ 152490 h 3338513"/>
              <a:gd name="connsiteX22" fmla="*/ 1712068 w 2524125"/>
              <a:gd name="connsiteY22" fmla="*/ 128107 h 3338513"/>
              <a:gd name="connsiteX23" fmla="*/ 2013270 w 2524125"/>
              <a:gd name="connsiteY23" fmla="*/ 117112 h 3338513"/>
              <a:gd name="connsiteX24" fmla="*/ 1974671 w 2524125"/>
              <a:gd name="connsiteY24" fmla="*/ 151878 h 3338513"/>
              <a:gd name="connsiteX25" fmla="*/ 1974671 w 2524125"/>
              <a:gd name="connsiteY25" fmla="*/ 151882 h 3338513"/>
              <a:gd name="connsiteX26" fmla="*/ 2012299 w 2524125"/>
              <a:gd name="connsiteY26" fmla="*/ 188528 h 3338513"/>
              <a:gd name="connsiteX27" fmla="*/ 2049901 w 2524125"/>
              <a:gd name="connsiteY27" fmla="*/ 153750 h 3338513"/>
              <a:gd name="connsiteX28" fmla="*/ 2013270 w 2524125"/>
              <a:gd name="connsiteY28" fmla="*/ 117112 h 3338513"/>
              <a:gd name="connsiteX29" fmla="*/ 0 w 2524125"/>
              <a:gd name="connsiteY29" fmla="*/ 0 h 3338513"/>
              <a:gd name="connsiteX30" fmla="*/ 2524125 w 2524125"/>
              <a:gd name="connsiteY30" fmla="*/ 0 h 3338513"/>
              <a:gd name="connsiteX31" fmla="*/ 2524125 w 2524125"/>
              <a:gd name="connsiteY31" fmla="*/ 3338513 h 3338513"/>
              <a:gd name="connsiteX32" fmla="*/ 0 w 2524125"/>
              <a:gd name="connsiteY32" fmla="*/ 3338513 h 3338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524125" h="3338513">
                <a:moveTo>
                  <a:pt x="2313456" y="433154"/>
                </a:moveTo>
                <a:cubicBezTo>
                  <a:pt x="2306512" y="432999"/>
                  <a:pt x="2300753" y="438214"/>
                  <a:pt x="2300590" y="444804"/>
                </a:cubicBezTo>
                <a:cubicBezTo>
                  <a:pt x="2300590" y="444819"/>
                  <a:pt x="2300590" y="444837"/>
                  <a:pt x="2300590" y="444851"/>
                </a:cubicBezTo>
                <a:cubicBezTo>
                  <a:pt x="2300506" y="451498"/>
                  <a:pt x="2306118" y="456946"/>
                  <a:pt x="2313116" y="457021"/>
                </a:cubicBezTo>
                <a:cubicBezTo>
                  <a:pt x="2319966" y="457045"/>
                  <a:pt x="2325572" y="451863"/>
                  <a:pt x="2325735" y="445366"/>
                </a:cubicBezTo>
                <a:cubicBezTo>
                  <a:pt x="2325898" y="438776"/>
                  <a:pt x="2320399" y="433308"/>
                  <a:pt x="2313456" y="433154"/>
                </a:cubicBezTo>
                <a:close/>
                <a:moveTo>
                  <a:pt x="2012929" y="421597"/>
                </a:moveTo>
                <a:cubicBezTo>
                  <a:pt x="1999072" y="421259"/>
                  <a:pt x="1987552" y="431651"/>
                  <a:pt x="1987197" y="444805"/>
                </a:cubicBezTo>
                <a:cubicBezTo>
                  <a:pt x="1987197" y="444823"/>
                  <a:pt x="1987197" y="444837"/>
                  <a:pt x="1987197" y="444855"/>
                </a:cubicBezTo>
                <a:cubicBezTo>
                  <a:pt x="1987035" y="458168"/>
                  <a:pt x="1998273" y="469084"/>
                  <a:pt x="2012299" y="469238"/>
                </a:cubicBezTo>
                <a:cubicBezTo>
                  <a:pt x="2025909" y="469234"/>
                  <a:pt x="2037035" y="458936"/>
                  <a:pt x="2037385" y="446021"/>
                </a:cubicBezTo>
                <a:cubicBezTo>
                  <a:pt x="2037735" y="432868"/>
                  <a:pt x="2026791" y="421929"/>
                  <a:pt x="2012929" y="421597"/>
                </a:cubicBezTo>
                <a:close/>
                <a:moveTo>
                  <a:pt x="2313795" y="128671"/>
                </a:moveTo>
                <a:cubicBezTo>
                  <a:pt x="2299937" y="128333"/>
                  <a:pt x="2288417" y="138725"/>
                  <a:pt x="2288063" y="151879"/>
                </a:cubicBezTo>
                <a:cubicBezTo>
                  <a:pt x="2288063" y="151879"/>
                  <a:pt x="2288063" y="151882"/>
                  <a:pt x="2288063" y="151882"/>
                </a:cubicBezTo>
                <a:cubicBezTo>
                  <a:pt x="2287875" y="165195"/>
                  <a:pt x="2299089" y="176134"/>
                  <a:pt x="2313114" y="176312"/>
                </a:cubicBezTo>
                <a:cubicBezTo>
                  <a:pt x="2326745" y="176335"/>
                  <a:pt x="2337900" y="166028"/>
                  <a:pt x="2338250" y="153095"/>
                </a:cubicBezTo>
                <a:cubicBezTo>
                  <a:pt x="2338600" y="139942"/>
                  <a:pt x="2327657" y="129003"/>
                  <a:pt x="2313795" y="128671"/>
                </a:cubicBezTo>
                <a:close/>
                <a:moveTo>
                  <a:pt x="1712068" y="128107"/>
                </a:moveTo>
                <a:cubicBezTo>
                  <a:pt x="1698205" y="127798"/>
                  <a:pt x="1686706" y="138213"/>
                  <a:pt x="1686381" y="151367"/>
                </a:cubicBezTo>
                <a:cubicBezTo>
                  <a:pt x="1686242" y="164670"/>
                  <a:pt x="1697466" y="175576"/>
                  <a:pt x="1711481" y="175753"/>
                </a:cubicBezTo>
                <a:cubicBezTo>
                  <a:pt x="1725112" y="175749"/>
                  <a:pt x="1736247" y="165423"/>
                  <a:pt x="1736567" y="152490"/>
                </a:cubicBezTo>
                <a:cubicBezTo>
                  <a:pt x="1736893" y="139337"/>
                  <a:pt x="1725925" y="128421"/>
                  <a:pt x="1712068" y="128107"/>
                </a:cubicBezTo>
                <a:close/>
                <a:moveTo>
                  <a:pt x="2013270" y="117112"/>
                </a:moveTo>
                <a:cubicBezTo>
                  <a:pt x="1992499" y="116593"/>
                  <a:pt x="1975214" y="132162"/>
                  <a:pt x="1974671" y="151878"/>
                </a:cubicBezTo>
                <a:cubicBezTo>
                  <a:pt x="1974671" y="151878"/>
                  <a:pt x="1974671" y="151882"/>
                  <a:pt x="1974671" y="151882"/>
                </a:cubicBezTo>
                <a:cubicBezTo>
                  <a:pt x="1974400" y="171864"/>
                  <a:pt x="1991246" y="188270"/>
                  <a:pt x="2012299" y="188528"/>
                </a:cubicBezTo>
                <a:cubicBezTo>
                  <a:pt x="2032690" y="188524"/>
                  <a:pt x="2049364" y="173100"/>
                  <a:pt x="2049901" y="153750"/>
                </a:cubicBezTo>
                <a:cubicBezTo>
                  <a:pt x="2050443" y="134034"/>
                  <a:pt x="2034046" y="117628"/>
                  <a:pt x="2013270" y="117112"/>
                </a:cubicBezTo>
                <a:close/>
                <a:moveTo>
                  <a:pt x="0" y="0"/>
                </a:moveTo>
                <a:lnTo>
                  <a:pt x="2524125" y="0"/>
                </a:lnTo>
                <a:lnTo>
                  <a:pt x="2524125" y="3338513"/>
                </a:lnTo>
                <a:lnTo>
                  <a:pt x="0" y="33385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7338" y="837147"/>
            <a:ext cx="4392923" cy="1882203"/>
          </a:xfrm>
        </p:spPr>
        <p:txBody>
          <a:bodyPr anchor="b"/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Speakers name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A3928A5-23A9-42AB-BE2A-254DDB2EE1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7338" y="2719350"/>
            <a:ext cx="4392923" cy="1008000"/>
          </a:xfr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rgbClr val="EACBBB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role title</a:t>
            </a:r>
            <a:endParaRPr lang="en-GB" dirty="0"/>
          </a:p>
        </p:txBody>
      </p:sp>
      <p:grpSp>
        <p:nvGrpSpPr>
          <p:cNvPr id="34" name="Graphic 19">
            <a:extLst>
              <a:ext uri="{FF2B5EF4-FFF2-40B4-BE49-F238E27FC236}">
                <a16:creationId xmlns:a16="http://schemas.microsoft.com/office/drawing/2014/main" id="{30CCF508-8A96-414E-9404-07DB1BC11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F07F829-F6FC-4DF2-90CA-7E0E05E129F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C99CDAA-6B26-4696-95A7-75B99CF0A8D5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49E2DEE-F59C-4F32-839F-23EF943860C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4FECE93-C406-440F-B693-95442BB2B39D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2779207-3649-4476-B022-010AD1C8527D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F519B0A-0299-483D-BAFF-7DB63D01CAF8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2CBB9F8-0686-4E84-A9E1-C36C0BFC789A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0F79D2-7F6D-4A6C-99C4-1197C1C96A4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25792C8-2B0A-4D38-8872-2BA9859CC20C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C6C7FB1-D6C2-4132-87FD-770849F63E7A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A97DBC4-3087-4BF9-837F-611C44A4C982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A90523E-2EEF-4C47-8A8E-75151ECB51E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AF56317-AA4A-4D20-98E3-07A50B1DB919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9E2A8E1-D8EA-4D9A-BF79-BBC3C8319030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59C028A-6019-4F31-98BF-64BCC56D005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E578A76-37FF-465B-A2F8-022311982319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A3D30F8-66D8-42FE-A00A-CBC30A14DA93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47D2386-F1CE-4D5D-A178-537E05B7FAA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6E0BFB-980D-49F4-BE48-1D88A88AADB8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B7FACB1-263A-42DA-8964-252FBF1B7141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9B3A4-EC1D-48FE-AA9D-498A39DEE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2D188-24CD-4318-B9F6-CDB0F6DA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CF62-5A96-461B-B8BA-E249CAEF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4" name="Dots">
            <a:extLst>
              <a:ext uri="{FF2B5EF4-FFF2-40B4-BE49-F238E27FC236}">
                <a16:creationId xmlns:a16="http://schemas.microsoft.com/office/drawing/2014/main" id="{6756FC10-BA1F-4145-A18C-32CA39246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037019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tx2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1073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 1">
    <p:bg>
      <p:bgPr>
        <a:solidFill>
          <a:schemeClr val="accent5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7338" y="837147"/>
            <a:ext cx="4392923" cy="1882203"/>
          </a:xfrm>
        </p:spPr>
        <p:txBody>
          <a:bodyPr anchor="b"/>
          <a:lstStyle>
            <a:lvl1pPr algn="l">
              <a:defRPr sz="4400" b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Speakers name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A3928A5-23A9-42AB-BE2A-254DDB2EE1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7338" y="2719350"/>
            <a:ext cx="4392923" cy="1008000"/>
          </a:xfr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rgbClr val="655B54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role title</a:t>
            </a:r>
            <a:endParaRPr lang="en-GB" dirty="0"/>
          </a:p>
        </p:txBody>
      </p:sp>
      <p:grpSp>
        <p:nvGrpSpPr>
          <p:cNvPr id="34" name="Graphic 19">
            <a:extLst>
              <a:ext uri="{FF2B5EF4-FFF2-40B4-BE49-F238E27FC236}">
                <a16:creationId xmlns:a16="http://schemas.microsoft.com/office/drawing/2014/main" id="{30CCF508-8A96-414E-9404-07DB1BC11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F07F829-F6FC-4DF2-90CA-7E0E05E129F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C99CDAA-6B26-4696-95A7-75B99CF0A8D5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49E2DEE-F59C-4F32-839F-23EF943860C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4FECE93-C406-440F-B693-95442BB2B39D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2779207-3649-4476-B022-010AD1C8527D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F519B0A-0299-483D-BAFF-7DB63D01CAF8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2CBB9F8-0686-4E84-A9E1-C36C0BFC789A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0F79D2-7F6D-4A6C-99C4-1197C1C96A4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25792C8-2B0A-4D38-8872-2BA9859CC20C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C6C7FB1-D6C2-4132-87FD-770849F63E7A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A97DBC4-3087-4BF9-837F-611C44A4C982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A90523E-2EEF-4C47-8A8E-75151ECB51E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AF56317-AA4A-4D20-98E3-07A50B1DB919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9E2A8E1-D8EA-4D9A-BF79-BBC3C8319030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59C028A-6019-4F31-98BF-64BCC56D005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E578A76-37FF-465B-A2F8-022311982319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A3D30F8-66D8-42FE-A00A-CBC30A14DA93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47D2386-F1CE-4D5D-A178-537E05B7FAA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6E0BFB-980D-49F4-BE48-1D88A88AADB8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B7FACB1-263A-42DA-8964-252FBF1B7141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9B3A4-EC1D-48FE-AA9D-498A39DEE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2D188-24CD-4318-B9F6-CDB0F6DA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CF62-5A96-461B-B8BA-E249CAEF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2" name="Picture Placeholder 62">
            <a:extLst>
              <a:ext uri="{FF2B5EF4-FFF2-40B4-BE49-F238E27FC236}">
                <a16:creationId xmlns:a16="http://schemas.microsoft.com/office/drawing/2014/main" id="{51DD727F-E43F-4B84-9AF0-3AE3A5A8C39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15025" y="1050925"/>
            <a:ext cx="2524125" cy="333851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6850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7338" y="837147"/>
            <a:ext cx="4392923" cy="1882203"/>
          </a:xfrm>
        </p:spPr>
        <p:txBody>
          <a:bodyPr anchor="b"/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Speakers name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A3928A5-23A9-42AB-BE2A-254DDB2EE1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7338" y="2719350"/>
            <a:ext cx="4392923" cy="1008000"/>
          </a:xfr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rgbClr val="EACBBB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role title</a:t>
            </a:r>
            <a:endParaRPr lang="en-GB" dirty="0"/>
          </a:p>
        </p:txBody>
      </p:sp>
      <p:grpSp>
        <p:nvGrpSpPr>
          <p:cNvPr id="34" name="Graphic 19">
            <a:extLst>
              <a:ext uri="{FF2B5EF4-FFF2-40B4-BE49-F238E27FC236}">
                <a16:creationId xmlns:a16="http://schemas.microsoft.com/office/drawing/2014/main" id="{30CCF508-8A96-414E-9404-07DB1BC11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F07F829-F6FC-4DF2-90CA-7E0E05E129F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C99CDAA-6B26-4696-95A7-75B99CF0A8D5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49E2DEE-F59C-4F32-839F-23EF943860C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4FECE93-C406-440F-B693-95442BB2B39D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2779207-3649-4476-B022-010AD1C8527D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F519B0A-0299-483D-BAFF-7DB63D01CAF8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2CBB9F8-0686-4E84-A9E1-C36C0BFC789A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0F79D2-7F6D-4A6C-99C4-1197C1C96A4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25792C8-2B0A-4D38-8872-2BA9859CC20C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C6C7FB1-D6C2-4132-87FD-770849F63E7A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A97DBC4-3087-4BF9-837F-611C44A4C982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A90523E-2EEF-4C47-8A8E-75151ECB51E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AF56317-AA4A-4D20-98E3-07A50B1DB919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9E2A8E1-D8EA-4D9A-BF79-BBC3C8319030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59C028A-6019-4F31-98BF-64BCC56D005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E578A76-37FF-465B-A2F8-022311982319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A3D30F8-66D8-42FE-A00A-CBC30A14DA93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47D2386-F1CE-4D5D-A178-537E05B7FAA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6E0BFB-980D-49F4-BE48-1D88A88AADB8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B7FACB1-263A-42DA-8964-252FBF1B7141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9B3A4-EC1D-48FE-AA9D-498A39DEE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2D188-24CD-4318-B9F6-CDB0F6DA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CF62-5A96-461B-B8BA-E249CAEF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ED1BA532-3110-40F8-A761-D6129FF3DF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15025" y="1050925"/>
            <a:ext cx="2524125" cy="333851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3769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1243853"/>
            <a:ext cx="3924300" cy="2655794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GB" dirty="0"/>
              <a:t>Click to add chapter number and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6B92CC9-D409-4CA2-BC27-3B3C472F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27934" y="309264"/>
            <a:ext cx="2710869" cy="2710869"/>
          </a:xfrm>
          <a:prstGeom prst="rect">
            <a:avLst/>
          </a:prstGeom>
        </p:spPr>
      </p:pic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67484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2">
    <p:bg>
      <p:bgPr>
        <a:solidFill>
          <a:srgbClr val="E5E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34" name="Graphic 33">
            <a:extLst>
              <a:ext uri="{FF2B5EF4-FFF2-40B4-BE49-F238E27FC236}">
                <a16:creationId xmlns:a16="http://schemas.microsoft.com/office/drawing/2014/main" id="{85E3058E-DF72-4531-BC6D-103DA984D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8643" y="299811"/>
            <a:ext cx="2725548" cy="2725548"/>
          </a:xfrm>
          <a:prstGeom prst="rect">
            <a:avLst/>
          </a:prstGeom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E0FD9167-FF9F-4DD6-A2A0-1120C2D1A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1243853"/>
            <a:ext cx="3924300" cy="2655794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GB" dirty="0"/>
              <a:t>Click to add chapter number and title</a:t>
            </a:r>
          </a:p>
        </p:txBody>
      </p:sp>
    </p:spTree>
    <p:extLst>
      <p:ext uri="{BB962C8B-B14F-4D97-AF65-F5344CB8AC3E}">
        <p14:creationId xmlns:p14="http://schemas.microsoft.com/office/powerpoint/2010/main" val="4043697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bg>
      <p:bgPr>
        <a:solidFill>
          <a:srgbClr val="EACBBB">
            <a:alpha val="9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6B92CC9-D409-4CA2-BC27-3B3C472F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27934" y="309264"/>
            <a:ext cx="2710869" cy="2710869"/>
          </a:xfrm>
          <a:prstGeom prst="rect">
            <a:avLst/>
          </a:prstGeom>
        </p:spPr>
      </p:pic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6E8E522A-0F73-469A-8FB8-09265CCA7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1243853"/>
            <a:ext cx="3924300" cy="2655794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GB" dirty="0"/>
              <a:t>Click to add chapter number and title</a:t>
            </a:r>
          </a:p>
        </p:txBody>
      </p:sp>
    </p:spTree>
    <p:extLst>
      <p:ext uri="{BB962C8B-B14F-4D97-AF65-F5344CB8AC3E}">
        <p14:creationId xmlns:p14="http://schemas.microsoft.com/office/powerpoint/2010/main" val="1114636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34" name="Graphic 33">
            <a:extLst>
              <a:ext uri="{FF2B5EF4-FFF2-40B4-BE49-F238E27FC236}">
                <a16:creationId xmlns:a16="http://schemas.microsoft.com/office/drawing/2014/main" id="{85E3058E-DF72-4531-BC6D-103DA984D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8643" y="299811"/>
            <a:ext cx="2725548" cy="2725548"/>
          </a:xfrm>
          <a:prstGeom prst="rect">
            <a:avLst/>
          </a:prstGeom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732C4AB7-5FBA-4B29-9C56-34AAF7CAC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1243853"/>
            <a:ext cx="3924300" cy="265579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chapter number and title</a:t>
            </a:r>
          </a:p>
        </p:txBody>
      </p:sp>
    </p:spTree>
    <p:extLst>
      <p:ext uri="{BB962C8B-B14F-4D97-AF65-F5344CB8AC3E}">
        <p14:creationId xmlns:p14="http://schemas.microsoft.com/office/powerpoint/2010/main" val="3569878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5">
    <p:bg>
      <p:bgPr>
        <a:solidFill>
          <a:srgbClr val="EACBBB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55AA8E6-7A46-4092-A3A7-300270FD1AF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13418" y="0"/>
            <a:ext cx="3030582" cy="51435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1851819"/>
            <a:ext cx="3924300" cy="1439863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GB" dirty="0"/>
              <a:t>Click to add chapter number and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191564" y="4875766"/>
            <a:ext cx="1291279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29077" y="4875766"/>
            <a:ext cx="316567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669209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3696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55AA8E6-7A46-4092-A3A7-300270FD1AF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13418" y="0"/>
            <a:ext cx="3030582" cy="51435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1851819"/>
            <a:ext cx="3924300" cy="143986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chapter number and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2323" y="4875766"/>
            <a:ext cx="1291279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9836" y="4875766"/>
            <a:ext cx="316567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3" name="Graphic 19">
            <a:extLst>
              <a:ext uri="{FF2B5EF4-FFF2-40B4-BE49-F238E27FC236}">
                <a16:creationId xmlns:a16="http://schemas.microsoft.com/office/drawing/2014/main" id="{EDA775F8-93D1-4FFA-87A0-9FD0B3FBD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40C11A-D825-4DF3-93F8-40581FDAC183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8FFB176-1CF4-4A5F-A897-BED265EFDCB3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25D42A-D5B4-41E9-8289-8154A8B2352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2D4C7B-1666-4F0B-820E-FD7E5E80CDB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ED751D-AC71-4B28-AD95-3BFBCF1CBB1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33515D-22FB-48AE-B3EC-6B3012D6971B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59BF82-4126-4E61-99F3-C18F433C1410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8A76AB-BCD6-4D8A-8E88-47E2FF47F695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109F58-C435-4269-AA12-0B2D094E008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1DD395-3A30-48BB-99BB-0E8389AB67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184B4E-02D1-4872-AA7C-AC7050359B8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CE8D9B-02DE-4693-B22C-53E063EF371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55E902B-7746-45C1-9274-2F2EEE57D68D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F3F5E-295F-4C68-90F6-11A90389786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52AACC-B621-43F6-8FE8-7D402D720786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812A30-ECCE-4CB5-8AFD-EBD106F2F0C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E2C15A-FF9B-439D-B17B-42B5F5119CE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7AF447B-A5E6-4FBF-9699-74B9F196D84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E0ECEB-3BE1-43B8-865B-A6713566CB1B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7D855F-D1AA-474D-88D3-ECFB5AC46403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382789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  <p15:guide id="4" pos="3696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0" name="Graphic 19">
            <a:extLst>
              <a:ext uri="{FF2B5EF4-FFF2-40B4-BE49-F238E27FC236}">
                <a16:creationId xmlns:a16="http://schemas.microsoft.com/office/drawing/2014/main" id="{59D87852-F834-409C-B191-0E3DB782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F0FC44-919D-4D5C-BEDE-797DF9691A1F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253D34-D437-45DF-84B9-D1CE60A1D188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40F4A8E-A03D-44B8-8474-1E1C3A2C5F7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FE8BD5B-94B5-4CAD-BE37-5FE1AD4E054A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B76B74-3ECE-4814-94B0-D91AF2A16645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3F50BF5-3D0F-4E32-9548-2354410572D2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7BE7FA7-6CA4-4917-9C43-7B3C45C3A74D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0EF1529-5969-4764-ADDC-55D2BEFAA9E0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982530C-BFF7-4FFE-89DD-F04656417F4E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00ED5B-069D-4629-9913-B89C79468A99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0DE64EC-1D8A-4A18-AA0D-966EA50380E3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8DD7AA4-96EE-4BE7-9AA6-FA06015C4658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FBFE74-5BE0-4D88-9236-1490CB17271C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920FB49-B53C-4555-9E94-A490506760C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C284678-601C-4037-8C9A-B5312F4A0C7A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C680057-9F14-40E7-A752-ED40510F485F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13A42F-A8E7-44E3-BB4A-7C763B911329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0E738A0-7E88-4E9C-B9B3-96C293DE9CE9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EAB8D02-ECE2-4190-8241-1DF731560355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6C8C16D-3A30-4ADF-A1E1-5E5668E7D70F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249819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 and patter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E677F3D-D716-40EC-B7B4-F4977570E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7249" y="3044758"/>
            <a:ext cx="1839414" cy="1796190"/>
          </a:xfrm>
          <a:prstGeom prst="rect">
            <a:avLst/>
          </a:prstGeom>
        </p:spPr>
      </p:pic>
      <p:grpSp>
        <p:nvGrpSpPr>
          <p:cNvPr id="10" name="Graphic 19">
            <a:extLst>
              <a:ext uri="{FF2B5EF4-FFF2-40B4-BE49-F238E27FC236}">
                <a16:creationId xmlns:a16="http://schemas.microsoft.com/office/drawing/2014/main" id="{59D87852-F834-409C-B191-0E3DB782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F0FC44-919D-4D5C-BEDE-797DF9691A1F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253D34-D437-45DF-84B9-D1CE60A1D188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40F4A8E-A03D-44B8-8474-1E1C3A2C5F7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FE8BD5B-94B5-4CAD-BE37-5FE1AD4E054A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B76B74-3ECE-4814-94B0-D91AF2A16645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3F50BF5-3D0F-4E32-9548-2354410572D2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7BE7FA7-6CA4-4917-9C43-7B3C45C3A74D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0EF1529-5969-4764-ADDC-55D2BEFAA9E0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982530C-BFF7-4FFE-89DD-F04656417F4E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00ED5B-069D-4629-9913-B89C79468A99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0DE64EC-1D8A-4A18-AA0D-966EA50380E3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8DD7AA4-96EE-4BE7-9AA6-FA06015C4658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FBFE74-5BE0-4D88-9236-1490CB17271C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920FB49-B53C-4555-9E94-A490506760C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C284678-601C-4037-8C9A-B5312F4A0C7A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C680057-9F14-40E7-A752-ED40510F485F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13A42F-A8E7-44E3-BB4A-7C763B911329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0E738A0-7E88-4E9C-B9B3-96C293DE9CE9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EAB8D02-ECE2-4190-8241-1DF731560355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6C8C16D-3A30-4ADF-A1E1-5E5668E7D70F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653109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 and sub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5"/>
            <a:ext cx="8569325" cy="3960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0" name="Graphic 19">
            <a:extLst>
              <a:ext uri="{FF2B5EF4-FFF2-40B4-BE49-F238E27FC236}">
                <a16:creationId xmlns:a16="http://schemas.microsoft.com/office/drawing/2014/main" id="{59D87852-F834-409C-B191-0E3DB782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F0FC44-919D-4D5C-BEDE-797DF9691A1F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253D34-D437-45DF-84B9-D1CE60A1D188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40F4A8E-A03D-44B8-8474-1E1C3A2C5F7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FE8BD5B-94B5-4CAD-BE37-5FE1AD4E054A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B76B74-3ECE-4814-94B0-D91AF2A16645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3F50BF5-3D0F-4E32-9548-2354410572D2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7BE7FA7-6CA4-4917-9C43-7B3C45C3A74D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0EF1529-5969-4764-ADDC-55D2BEFAA9E0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982530C-BFF7-4FFE-89DD-F04656417F4E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00ED5B-069D-4629-9913-B89C79468A99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0DE64EC-1D8A-4A18-AA0D-966EA50380E3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8DD7AA4-96EE-4BE7-9AA6-FA06015C4658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FBFE74-5BE0-4D88-9236-1490CB17271C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920FB49-B53C-4555-9E94-A490506760C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C284678-601C-4037-8C9A-B5312F4A0C7A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C680057-9F14-40E7-A752-ED40510F485F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13A42F-A8E7-44E3-BB4A-7C763B911329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0E738A0-7E88-4E9C-B9B3-96C293DE9CE9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EAB8D02-ECE2-4190-8241-1DF731560355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6C8C16D-3A30-4ADF-A1E1-5E5668E7D70F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2" name="Subtitle 2">
            <a:extLst>
              <a:ext uri="{FF2B5EF4-FFF2-40B4-BE49-F238E27FC236}">
                <a16:creationId xmlns:a16="http://schemas.microsoft.com/office/drawing/2014/main" id="{8F3246DC-C5BF-4123-BA49-B14EF33A4FF6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87337" y="735013"/>
            <a:ext cx="8569325" cy="25241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8515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5124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and patter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E677F3D-D716-40EC-B7B4-F4977570E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7249" y="3044758"/>
            <a:ext cx="1839414" cy="179619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8658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and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396000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B2EFC80-19D6-4D40-8BBD-10FBF9FB3832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87337" y="735013"/>
            <a:ext cx="8569325" cy="25241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308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6" name="Graphic 19">
            <a:extLst>
              <a:ext uri="{FF2B5EF4-FFF2-40B4-BE49-F238E27FC236}">
                <a16:creationId xmlns:a16="http://schemas.microsoft.com/office/drawing/2014/main" id="{E1A420AD-4664-4967-8C23-CF0CBC05D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7280439-DD54-4100-97F9-D7A4A327A01F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92A83F7-90F7-43E5-B1EB-DC34201A4865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3B0482-AECE-4C35-8403-9C3A9A9727ED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86E2943-61E9-4217-B49B-01DB377841C0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80E12CB-F1D3-4C07-8576-FD96F03B29B0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57C2BB1-7F13-42D0-8280-0C6AC5860E21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6009E81-CF94-43ED-98F3-2EFC911AF96D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CEE56E-EDC8-4088-9D28-243DD5B5F811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04E1F6F-0C47-4DB2-BDA2-87F98787AC86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E5BDFD2-3768-478E-BE3D-E9CEC458B0C4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8EAAD69-61B3-486B-9520-565E1A1FA6CF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3DE9FE4-1F26-41C9-9218-0F02A25B2174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BC12A81-E9E3-43DA-98A6-EA7FD8B4C619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78EE2C1-BC5A-40F1-A956-7DF9AE6EFB01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C5E7BAE-2B0C-46BA-9533-F5339965A339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19E3C8D-4C3A-4035-88E3-97BAF26B4B3D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098F041-905E-445F-AB40-A2186AE0ADB0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2028F34-0815-4940-B5A7-925D59B6E474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995A7C8-F27A-4E78-A9AD-E859CA15B2A4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7A9AE59-A400-43E5-B137-92CBAC612BB7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39046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and pattern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E677F3D-D716-40EC-B7B4-F4977570E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7249" y="3044758"/>
            <a:ext cx="1839414" cy="179619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0" name="Graphic 19">
            <a:extLst>
              <a:ext uri="{FF2B5EF4-FFF2-40B4-BE49-F238E27FC236}">
                <a16:creationId xmlns:a16="http://schemas.microsoft.com/office/drawing/2014/main" id="{850DDEEC-1DA5-43EB-939E-82FF5ACCA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3FBF61D-E439-4D28-8ECE-FDA47454CD5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C1C645A-DC52-470C-8192-4ACC478B575D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4EE0C85-D248-4D0F-9C19-EF4B13DB7F9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BBE9197-611F-475B-BD25-0EC8A86BCA6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FA5CD69-A94D-4883-AC01-E6FF3F447E85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FA951B3-CA7A-468B-B334-A2BFCA9B6D00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EE9E62-C5E7-42B5-BE8A-6275574A1393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B911DB0-4A27-441B-A7B8-69B99118636B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565D296-D101-4F16-93E6-72BC90584051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9CB12-4993-4BFE-9F4D-18F8627B090C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A65F25D-2B27-450C-B8BD-71565C55980C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53FB610-E3D3-4A7D-9898-BAAEE6E25E11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7742BC4-19B8-47F0-ABB5-BEBAAD938562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735A104-5357-43BA-B08F-A7221584497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140844B-29B5-4DCA-9975-95116E5F6DC7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FFB4B08-799A-4724-AE06-B64F9A8D7769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4F9E24C-A66D-459D-8473-482CB2591E26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C8C41A1-AAC4-4958-9D85-8193A19FD590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A7557AC-223E-4A56-9B79-4606698704B3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7E06773-FAC4-4C97-8B36-F9AD4BA9B9D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7708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 and subtitle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396000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36B8BE9-BB36-4A36-9F26-11708C686D0D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87337" y="735013"/>
            <a:ext cx="8569325" cy="25241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subtitle</a:t>
            </a:r>
            <a:endParaRPr lang="en-GB" dirty="0"/>
          </a:p>
        </p:txBody>
      </p:sp>
      <p:grpSp>
        <p:nvGrpSpPr>
          <p:cNvPr id="8" name="Graphic 19">
            <a:extLst>
              <a:ext uri="{FF2B5EF4-FFF2-40B4-BE49-F238E27FC236}">
                <a16:creationId xmlns:a16="http://schemas.microsoft.com/office/drawing/2014/main" id="{0A648DE4-485C-4CD3-93CF-65AA4C1B3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E39939B-8239-4A6B-AD9E-86EFD72E75BA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2BF09CE-3E09-48EE-ABF6-6B8EBC69E15F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2C9FC79-1ED1-430F-9C5D-0F32619E7CF8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872B045-6E5F-4F4E-81AC-8EAA5436EA3C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A155D9F-0B11-4A02-A5E8-25F83D6CA22D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B7BD3A5-C40E-4899-801C-AEDB5AB52ACC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A932660-79BD-403C-B905-7FFEDDA88D7D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2BD8A76-1907-4EF6-AE1B-2310B82280D8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3700A09-D5A1-42A8-BAE3-BBD0859BA2E9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433D047-15E2-447B-8A0C-61C569F6CAE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3CF639E-3D76-41C1-8F31-832B794D1B76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EF5EC6A-AB60-49AB-9EDE-A865DB7F42A3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EF469AC-EC76-49F5-95F1-FFB0C4387D0B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30BC3CC-6668-41BB-A498-D2F712002A7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99C055A-7378-4DE3-872B-3039830C8DE8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5CEBDB-01CC-4CAC-8BCF-2897B853BCED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D94D193-773A-4280-8CB8-26746A5FACCC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E24820A-465D-4809-A8AC-2BC24AF07305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2E60FA5-9969-4254-91CE-F67ABD83DF2F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554149B-F0FA-412D-B1DA-7B349E3FC8E0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590623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7524750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87338" y="1384301"/>
            <a:ext cx="75247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                                                                                                                                         Press ENTER then TAB to view next text style                                                                                                                                                  Press SHIFT+TAB to view previous text style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4520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and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7524750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87338" y="1384301"/>
            <a:ext cx="75247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                                                                                                                                          Press ENTER then TAB to view next text style                                                                                                                                                  Press SHIFT+TAB to view previous text style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E677F3D-D716-40EC-B7B4-F4977570E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7249" y="3044758"/>
            <a:ext cx="1839414" cy="179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620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0" name="Graphic 19">
            <a:extLst>
              <a:ext uri="{FF2B5EF4-FFF2-40B4-BE49-F238E27FC236}">
                <a16:creationId xmlns:a16="http://schemas.microsoft.com/office/drawing/2014/main" id="{59D87852-F834-409C-B191-0E3DB782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9994B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F0FC44-919D-4D5C-BEDE-797DF9691A1F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253D34-D437-45DF-84B9-D1CE60A1D188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40F4A8E-A03D-44B8-8474-1E1C3A2C5F7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FE8BD5B-94B5-4CAD-BE37-5FE1AD4E054A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B76B74-3ECE-4814-94B0-D91AF2A16645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3F50BF5-3D0F-4E32-9548-2354410572D2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7BE7FA7-6CA4-4917-9C43-7B3C45C3A74D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0EF1529-5969-4764-ADDC-55D2BEFAA9E0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982530C-BFF7-4FFE-89DD-F04656417F4E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00ED5B-069D-4629-9913-B89C79468A99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0DE64EC-1D8A-4A18-AA0D-966EA50380E3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8DD7AA4-96EE-4BE7-9AA6-FA06015C4658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FBFE74-5BE0-4D88-9236-1490CB17271C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920FB49-B53C-4555-9E94-A490506760CC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C284678-601C-4037-8C9A-B5312F4A0C7A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C680057-9F14-40E7-A752-ED40510F485F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13A42F-A8E7-44E3-BB4A-7C763B911329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0E738A0-7E88-4E9C-B9B3-96C293DE9CE9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EAB8D02-ECE2-4190-8241-1DF731560355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6C8C16D-3A30-4ADF-A1E1-5E5668E7D70F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85999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1161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7524750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23EF67-4CB8-6ACA-E9C0-4ED3461B46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7338" y="1384300"/>
            <a:ext cx="36004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6924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2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7524750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7A6ED88-96D7-B453-0B64-372EA8B11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7338" y="1384300"/>
            <a:ext cx="3600450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       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aphic 19">
            <a:extLst>
              <a:ext uri="{FF2B5EF4-FFF2-40B4-BE49-F238E27FC236}">
                <a16:creationId xmlns:a16="http://schemas.microsoft.com/office/drawing/2014/main" id="{02AF89FC-84AD-457F-A215-4C444DF5F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D05FC70-CE33-4A87-8449-E1B9B0F82DAD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51FA43-2BC5-4E38-8E78-05643F05832B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2AD1503-2D75-4882-BC73-CD43EC468BE0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088984F-6771-4FCE-9457-AEDF37C54B9A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9C64356-1910-427B-A1E3-9D582C7BCD66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71CB873-8E26-4127-B72A-4D1F50A56179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4DB33F-0727-4BEB-BB34-8FF56542E7B4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93BE8DE-AF52-4D3C-8D26-A1E813CC0209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FADAC4E-0025-49B5-9193-005805248D2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F333341-EE7E-4B56-81B1-4C0E8BBAD5EE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E3801D4-9BF7-4700-8C32-D70AE36D4D0E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67C9AAB-BC0F-4F47-A45A-84F12265CEAB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20A042-CFD3-4726-9871-95DF0A19200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AC7DE60-D77E-45B1-BE9F-9C296A01202D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73AA0E-0F03-4C52-A670-2C43C1E35668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D89DF5B-E575-4553-BAFF-6FDAE0A72DED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E24FB39-65D6-4F28-A8A6-B01F30986E14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3FE6349-71D4-4AD6-A2B7-C630037B5D2A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FA7A066-CC02-4961-A242-F2116F5A0EE5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8E8E2CB-A539-45E9-9ECD-33FDF5F5436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73250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7524750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98A738B-3132-AF5D-B3C8-6323565056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338" y="1384300"/>
            <a:ext cx="3600450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       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8893B5-0DDF-3FD8-AEE6-42AEC510AA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1638" y="1384300"/>
            <a:ext cx="3600450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       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4181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s 2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7524750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aphic 19">
            <a:extLst>
              <a:ext uri="{FF2B5EF4-FFF2-40B4-BE49-F238E27FC236}">
                <a16:creationId xmlns:a16="http://schemas.microsoft.com/office/drawing/2014/main" id="{02AF89FC-84AD-457F-A215-4C444DF5F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D05FC70-CE33-4A87-8449-E1B9B0F82DAD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51FA43-2BC5-4E38-8E78-05643F05832B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2AD1503-2D75-4882-BC73-CD43EC468BE0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088984F-6771-4FCE-9457-AEDF37C54B9A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9C64356-1910-427B-A1E3-9D582C7BCD66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71CB873-8E26-4127-B72A-4D1F50A56179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4DB33F-0727-4BEB-BB34-8FF56542E7B4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93BE8DE-AF52-4D3C-8D26-A1E813CC0209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FADAC4E-0025-49B5-9193-005805248D2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F333341-EE7E-4B56-81B1-4C0E8BBAD5EE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E3801D4-9BF7-4700-8C32-D70AE36D4D0E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67C9AAB-BC0F-4F47-A45A-84F12265CEAB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20A042-CFD3-4726-9871-95DF0A19200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AC7DE60-D77E-45B1-BE9F-9C296A01202D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73AA0E-0F03-4C52-A670-2C43C1E35668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D89DF5B-E575-4553-BAFF-6FDAE0A72DED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E24FB39-65D6-4F28-A8A6-B01F30986E14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3FE6349-71D4-4AD6-A2B7-C630037B5D2A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FA7A066-CC02-4961-A242-F2116F5A0EE5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8E8E2CB-A539-45E9-9ECD-33FDF5F5436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7AD86B0-EC67-2D9D-34BD-B677E83DDF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338" y="1384300"/>
            <a:ext cx="3600450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       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4F5CADC-9CD3-BB95-1E88-6D4D356699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1638" y="1384300"/>
            <a:ext cx="3600450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       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450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AAA3DA6-FFAB-8598-D550-E7E6D414AF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338" y="1384300"/>
            <a:ext cx="27368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141992D-F9B8-8465-EE76-A49338D2E9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03576" y="1384300"/>
            <a:ext cx="27368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Press ENTER then TAB to view next text style   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8C94BC-5374-DA61-F85E-B5C8019430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19813" y="1384300"/>
            <a:ext cx="27368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Press ENTER then TAB to view next text style  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1100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05" userDrawn="1">
          <p15:clr>
            <a:srgbClr val="FBAE40"/>
          </p15:clr>
        </p15:guide>
        <p15:guide id="2" pos="2018" userDrawn="1">
          <p15:clr>
            <a:srgbClr val="FBAE40"/>
          </p15:clr>
        </p15:guide>
        <p15:guide id="3" pos="3742" userDrawn="1">
          <p15:clr>
            <a:srgbClr val="FBAE40"/>
          </p15:clr>
        </p15:guide>
        <p15:guide id="4" pos="3855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7A0780A1-5D49-BF8E-2FB7-EF05CA892D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338" y="1384300"/>
            <a:ext cx="1998662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50284C4-9CDF-C39D-9F2C-F7EBC8DA53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76500" y="1384300"/>
            <a:ext cx="20034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6F74C48-04DA-7A70-ABFC-8D5D74391E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68838" y="1384300"/>
            <a:ext cx="20034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09EDCF-4254-9864-5184-8692993E0E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61176" y="1384300"/>
            <a:ext cx="1995487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1750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0" userDrawn="1">
          <p15:clr>
            <a:srgbClr val="FBAE40"/>
          </p15:clr>
        </p15:guide>
        <p15:guide id="4" pos="4320" userDrawn="1">
          <p15:clr>
            <a:srgbClr val="FBAE40"/>
          </p15:clr>
        </p15:guide>
        <p15:guide id="5" pos="1560" userDrawn="1">
          <p15:clr>
            <a:srgbClr val="FBAE40"/>
          </p15:clr>
        </p15:guide>
        <p15:guide id="6" pos="2822" userDrawn="1">
          <p15:clr>
            <a:srgbClr val="FBAE40"/>
          </p15:clr>
        </p15:guide>
        <p15:guide id="7" pos="2941" userDrawn="1">
          <p15:clr>
            <a:srgbClr val="FBAE40"/>
          </p15:clr>
        </p15:guide>
        <p15:guide id="8" pos="4204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3EA9506-A233-2FA2-C4CC-3CFB7E4E33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338" y="1384300"/>
            <a:ext cx="1566862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7AE9B0B-75B2-3627-3C39-4AADAB64F6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33588" y="1384300"/>
            <a:ext cx="1566862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162651CC-6103-D6B0-3621-E03B22D107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79838" y="1384300"/>
            <a:ext cx="15843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85A872B-FDFE-A910-808E-37AAC332D2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43551" y="1384300"/>
            <a:ext cx="1566862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F569B7A-D49B-F095-2912-BE29FADAAF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85039" y="1384300"/>
            <a:ext cx="1571624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5792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68" userDrawn="1">
          <p15:clr>
            <a:srgbClr val="FBAE40"/>
          </p15:clr>
        </p15:guide>
        <p15:guide id="4" pos="4479" userDrawn="1">
          <p15:clr>
            <a:srgbClr val="FBAE40"/>
          </p15:clr>
        </p15:guide>
        <p15:guide id="5" pos="1281" userDrawn="1">
          <p15:clr>
            <a:srgbClr val="FBAE40"/>
          </p15:clr>
        </p15:guide>
        <p15:guide id="6" pos="2268" userDrawn="1">
          <p15:clr>
            <a:srgbClr val="FBAE40"/>
          </p15:clr>
        </p15:guide>
        <p15:guide id="7" pos="2381" userDrawn="1">
          <p15:clr>
            <a:srgbClr val="FBAE40"/>
          </p15:clr>
        </p15:guide>
        <p15:guide id="8" pos="4589" userDrawn="1">
          <p15:clr>
            <a:srgbClr val="FBAE40"/>
          </p15:clr>
        </p15:guide>
        <p15:guide id="9" pos="3379" userDrawn="1">
          <p15:clr>
            <a:srgbClr val="FBAE40"/>
          </p15:clr>
        </p15:guide>
        <p15:guide id="10" pos="3492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94FAE30-3AFD-2623-76CF-E27D660125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338" y="1384300"/>
            <a:ext cx="1279525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967F4A1-A236-ADEC-7A71-20F3A1D761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41488" y="1384300"/>
            <a:ext cx="1284287" cy="3240088"/>
          </a:xfrm>
        </p:spPr>
        <p:txBody>
          <a:bodyPr/>
          <a:lstStyle/>
          <a:p>
            <a:pPr lvl="0"/>
            <a:r>
              <a:rPr lang="en-US" dirty="0"/>
              <a:t>Click to add text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E9188F5-18BE-39D6-3055-ED075D7B8A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3575" y="1384300"/>
            <a:ext cx="1281113" cy="3240088"/>
          </a:xfrm>
        </p:spPr>
        <p:txBody>
          <a:bodyPr/>
          <a:lstStyle/>
          <a:p>
            <a:pPr lvl="0"/>
            <a:r>
              <a:rPr lang="en-US" dirty="0"/>
              <a:t>Click to add text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5D571FD4-41B0-AEA6-7CD6-8EA941A86E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59314" y="1384300"/>
            <a:ext cx="1281112" cy="3240088"/>
          </a:xfrm>
        </p:spPr>
        <p:txBody>
          <a:bodyPr/>
          <a:lstStyle/>
          <a:p>
            <a:pPr lvl="0"/>
            <a:r>
              <a:rPr lang="en-US" dirty="0"/>
              <a:t>Click to add text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389A2A0-A6E2-E02F-AF8B-CCEE6CE4F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19813" y="1384300"/>
            <a:ext cx="1277937" cy="3240088"/>
          </a:xfrm>
        </p:spPr>
        <p:txBody>
          <a:bodyPr/>
          <a:lstStyle/>
          <a:p>
            <a:pPr lvl="0"/>
            <a:r>
              <a:rPr lang="en-US" dirty="0"/>
              <a:t>Click to add text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243B55F-A105-1D9B-0649-21493957575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72375" y="1384300"/>
            <a:ext cx="1284288" cy="3240088"/>
          </a:xfrm>
        </p:spPr>
        <p:txBody>
          <a:bodyPr/>
          <a:lstStyle/>
          <a:p>
            <a:pPr lvl="0"/>
            <a:r>
              <a:rPr lang="en-US" dirty="0"/>
              <a:t>Click to add text Press ENTER then TAB to view next text style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0485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87" userDrawn="1">
          <p15:clr>
            <a:srgbClr val="FBAE40"/>
          </p15:clr>
        </p15:guide>
        <p15:guide id="4" pos="3742" userDrawn="1">
          <p15:clr>
            <a:srgbClr val="FBAE40"/>
          </p15:clr>
        </p15:guide>
        <p15:guide id="5" pos="1097" userDrawn="1">
          <p15:clr>
            <a:srgbClr val="FBAE40"/>
          </p15:clr>
        </p15:guide>
        <p15:guide id="6" pos="1906" userDrawn="1">
          <p15:clr>
            <a:srgbClr val="FBAE40"/>
          </p15:clr>
        </p15:guide>
        <p15:guide id="7" pos="2018" userDrawn="1">
          <p15:clr>
            <a:srgbClr val="FBAE40"/>
          </p15:clr>
        </p15:guide>
        <p15:guide id="8" pos="4660" userDrawn="1">
          <p15:clr>
            <a:srgbClr val="FBAE40"/>
          </p15:clr>
        </p15:guide>
        <p15:guide id="9" pos="2825" userDrawn="1">
          <p15:clr>
            <a:srgbClr val="FBAE40"/>
          </p15:clr>
        </p15:guide>
        <p15:guide id="10" pos="2935" userDrawn="1">
          <p15:clr>
            <a:srgbClr val="FBAE40"/>
          </p15:clr>
        </p15:guide>
        <p15:guide id="11" pos="4770" userDrawn="1">
          <p15:clr>
            <a:srgbClr val="FBAE40"/>
          </p15:clr>
        </p15:guide>
        <p15:guide id="12" pos="3855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and tex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9B8376A-3F2F-4D41-BC8B-1C25749381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338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44C88DCC-E2CF-4C92-BB09-0F10569757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AD58F12-3A40-4AD6-B65A-AAC2F3E79D6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87338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A68EE013-AE2A-4248-8BCF-2E64E6BABDD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478281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11CE9E7-F377-4DD8-A11A-DDDEDEC0BC6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69224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C5781105-3433-4B25-8A2C-71205B96E3F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60166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390B699-9829-4C4D-9271-54B5879B36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78281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63A6803F-D4D2-4ED2-A99D-780C639CA5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78281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F14BB3F-0B6E-49DE-98D5-69F9B40A1C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69224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FE678802-AB38-4C6E-AE7F-BDD8418952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69224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92B200A8-A390-4184-A558-D2CFC7EE0D3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60166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A3730497-CA66-4CCE-9128-3C544C7579B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60166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092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0">
          <p15:clr>
            <a:srgbClr val="FBAE40"/>
          </p15:clr>
        </p15:guide>
        <p15:guide id="4" pos="1560">
          <p15:clr>
            <a:srgbClr val="FBAE40"/>
          </p15:clr>
        </p15:guide>
        <p15:guide id="5" pos="2822">
          <p15:clr>
            <a:srgbClr val="FBAE40"/>
          </p15:clr>
        </p15:guide>
        <p15:guide id="6" pos="2938">
          <p15:clr>
            <a:srgbClr val="FBAE40"/>
          </p15:clr>
        </p15:guide>
        <p15:guide id="7" pos="4200">
          <p15:clr>
            <a:srgbClr val="FBAE40"/>
          </p15:clr>
        </p15:guide>
        <p15:guide id="8" pos="43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and tex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9B8376A-3F2F-4D41-BC8B-1C25749381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338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44C88DCC-E2CF-4C92-BB09-0F10569757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AD58F12-3A40-4AD6-B65A-AAC2F3E79D6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87338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A68EE013-AE2A-4248-8BCF-2E64E6BABDD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478281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11CE9E7-F377-4DD8-A11A-DDDEDEC0BC6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69224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C5781105-3433-4B25-8A2C-71205B96E3F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60166" y="1824038"/>
            <a:ext cx="611187" cy="523875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390B699-9829-4C4D-9271-54B5879B36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78281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63A6803F-D4D2-4ED2-A99D-780C639CA5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78281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F14BB3F-0B6E-49DE-98D5-69F9B40A1C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69224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FE678802-AB38-4C6E-AE7F-BDD8418952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69224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92B200A8-A390-4184-A558-D2CFC7EE0D3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60166" y="2465798"/>
            <a:ext cx="1998662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</a:p>
          <a:p>
            <a:pPr lvl="1"/>
            <a:endParaRPr lang="en-GB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8B535D04-089D-4C0C-B8F6-D5DF48A1F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60166" y="2938409"/>
            <a:ext cx="1998662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90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0" userDrawn="1">
          <p15:clr>
            <a:srgbClr val="FBAE40"/>
          </p15:clr>
        </p15:guide>
        <p15:guide id="4" pos="1560" userDrawn="1">
          <p15:clr>
            <a:srgbClr val="FBAE40"/>
          </p15:clr>
        </p15:guide>
        <p15:guide id="5" pos="2822" userDrawn="1">
          <p15:clr>
            <a:srgbClr val="FBAE40"/>
          </p15:clr>
        </p15:guide>
        <p15:guide id="6" pos="2938" userDrawn="1">
          <p15:clr>
            <a:srgbClr val="FBAE40"/>
          </p15:clr>
        </p15:guide>
        <p15:guide id="7" pos="4200" userDrawn="1">
          <p15:clr>
            <a:srgbClr val="FBAE40"/>
          </p15:clr>
        </p15:guide>
        <p15:guide id="8" pos="432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images and tex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9B8376A-3F2F-4D41-BC8B-1C25749381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337" y="2465798"/>
            <a:ext cx="1278000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44C88DCC-E2CF-4C92-BB09-0F10569757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7" y="2938409"/>
            <a:ext cx="1278000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AD58F12-3A40-4AD6-B65A-AAC2F3E79D6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87338" y="1464068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2EE733A6-DEFC-4650-AE8D-E0D5B5C822C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742126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0ECACEAF-4E8A-409F-A96A-C0ECA46B888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196914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706FA668-9394-42F3-85C8-613D5085530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651702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70A1D5F1-0CEC-4928-BDB1-6C2DDC0D3F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06490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A212763A-D03F-49D4-91C6-ECC7A02C98E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561277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5D4BA8B6-B69C-4AC9-8D15-DD18D74DB2D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45602" y="2465798"/>
            <a:ext cx="1278000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E3F21CB-3D54-489B-9A30-3A854B8F196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03867" y="2465798"/>
            <a:ext cx="1278000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1DA71580-ECB2-4D09-8897-C50E57D035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62132" y="2465798"/>
            <a:ext cx="1278000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6B150BEA-75D4-4BD8-A296-50A0131D4DB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20397" y="2465798"/>
            <a:ext cx="1278000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2F7F8C6F-C4E5-4F61-83A3-6E5BA86DC75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78663" y="2465798"/>
            <a:ext cx="1278000" cy="3987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CF887BEC-8696-44FA-AAEB-11CDA42F6C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44120" y="2938409"/>
            <a:ext cx="1278000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6778262D-D493-48E0-BD79-6361B86EC9B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00903" y="2938409"/>
            <a:ext cx="1278000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BD87ADC-1E7C-4187-A8A9-9112E6E2AC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657686" y="2938409"/>
            <a:ext cx="1278000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35001C77-91F2-4B03-8C37-FB1467681A8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14469" y="2938409"/>
            <a:ext cx="1278000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138A40E3-EB52-48DE-8ADF-840BA50D192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71254" y="2938409"/>
            <a:ext cx="1278000" cy="16859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4702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0">
          <p15:clr>
            <a:srgbClr val="FBAE40"/>
          </p15:clr>
        </p15:guide>
        <p15:guide id="4" pos="1560">
          <p15:clr>
            <a:srgbClr val="FBAE40"/>
          </p15:clr>
        </p15:guide>
        <p15:guide id="5" pos="2822">
          <p15:clr>
            <a:srgbClr val="FBAE40"/>
          </p15:clr>
        </p15:guide>
        <p15:guide id="6" pos="2938">
          <p15:clr>
            <a:srgbClr val="FBAE40"/>
          </p15:clr>
        </p15:guide>
        <p15:guide id="7" pos="4200">
          <p15:clr>
            <a:srgbClr val="FBAE40"/>
          </p15:clr>
        </p15:guide>
        <p15:guide id="8" pos="43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x images and text 2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4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9B8376A-3F2F-4D41-BC8B-1C25749381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337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44C88DCC-E2CF-4C92-BB09-0F10569757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7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AD58F12-3A40-4AD6-B65A-AAC2F3E79D6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87338" y="1464068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2EE733A6-DEFC-4650-AE8D-E0D5B5C822C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742126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0ECACEAF-4E8A-409F-A96A-C0ECA46B888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196914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706FA668-9394-42F3-85C8-613D5085530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651702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70A1D5F1-0CEC-4928-BDB1-6C2DDC0D3F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06490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A212763A-D03F-49D4-91C6-ECC7A02C98E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561277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5D4BA8B6-B69C-4AC9-8D15-DD18D74DB2D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45602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E3F21CB-3D54-489B-9A30-3A854B8F196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03867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1DA71580-ECB2-4D09-8897-C50E57D035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62132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6B150BEA-75D4-4BD8-A296-50A0131D4DB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20397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2F7F8C6F-C4E5-4F61-83A3-6E5BA86DC75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78663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CF887BEC-8696-44FA-AAEB-11CDA42F6C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44120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6778262D-D493-48E0-BD79-6361B86EC9B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00903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BD87ADC-1E7C-4187-A8A9-9112E6E2AC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657686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35001C77-91F2-4B03-8C37-FB1467681A8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14469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138A40E3-EB52-48DE-8ADF-840BA50D192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71254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grpSp>
        <p:nvGrpSpPr>
          <p:cNvPr id="24" name="Graphic 19">
            <a:extLst>
              <a:ext uri="{FF2B5EF4-FFF2-40B4-BE49-F238E27FC236}">
                <a16:creationId xmlns:a16="http://schemas.microsoft.com/office/drawing/2014/main" id="{5CC8B7A0-2360-4832-B9E7-49352F47A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A8F1401-E0F2-461D-85B4-02FDA74BB5D9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82F35A7-8A2B-4FF2-A1E8-99D75F379886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D5C9C0E-C64F-46A9-9415-8782E041020C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D84713D-6A8A-4EAC-BAF4-83F70D66F4E1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55E89E9-6C1C-4EB7-9FED-1C1FD794E0B0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11A293C-5052-4D21-8F50-DA0D72838197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4F4B9DB-A9E1-435B-878B-490E939360C1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B76F0E2-4080-4D43-8644-401166DCDC5E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9BCF3C8-D2F8-438A-A873-DF0402FC896A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8C42139-8062-4FD9-9B40-4BCFDDD36DAA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A944A91-33C1-4ADE-8FB5-15D1FE8FA941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06DE010-8ADA-4F76-B38B-9E349C057147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A56F72D-51AA-44C6-BC2E-5F4EE0D24A04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9C1FA35-C8B3-4870-823A-0B90FAAB5962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57354A1-63A3-4F27-920D-EFF00C17E53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7C2FD7F-FBA5-43CC-A963-981788BB7623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588CA61-DEFD-4976-9996-87212E2661A2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D4D684D-C933-48E6-9C41-60C5627A49B7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F3C24D9-5BCF-4584-BEB2-A5AEDCE20EF7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C4D663-7165-48F4-9686-91465E1A5CE2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74160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0">
          <p15:clr>
            <a:srgbClr val="FBAE40"/>
          </p15:clr>
        </p15:guide>
        <p15:guide id="4" pos="1560">
          <p15:clr>
            <a:srgbClr val="FBAE40"/>
          </p15:clr>
        </p15:guide>
        <p15:guide id="5" pos="2822">
          <p15:clr>
            <a:srgbClr val="FBAE40"/>
          </p15:clr>
        </p15:guide>
        <p15:guide id="6" pos="2938">
          <p15:clr>
            <a:srgbClr val="FBAE40"/>
          </p15:clr>
        </p15:guide>
        <p15:guide id="7" pos="4200">
          <p15:clr>
            <a:srgbClr val="FBAE40"/>
          </p15:clr>
        </p15:guide>
        <p15:guide id="8" pos="432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x images and text 3">
    <p:bg>
      <p:bgPr>
        <a:solidFill>
          <a:schemeClr val="accent4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8313A7A-AD91-4ED9-8CF5-6890BC33877C}"/>
              </a:ext>
            </a:extLst>
          </p:cNvPr>
          <p:cNvSpPr/>
          <p:nvPr userDrawn="1"/>
        </p:nvSpPr>
        <p:spPr>
          <a:xfrm>
            <a:off x="0" y="0"/>
            <a:ext cx="9144000" cy="19366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31774"/>
            <a:ext cx="8569325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9B8376A-3F2F-4D41-BC8B-1C25749381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337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Add text</a:t>
            </a:r>
          </a:p>
          <a:p>
            <a:pPr lvl="1"/>
            <a:endParaRPr lang="en-GB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44C88DCC-E2CF-4C92-BB09-0F10569757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7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AD58F12-3A40-4AD6-B65A-AAC2F3E79D6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87338" y="1464068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2EE733A6-DEFC-4650-AE8D-E0D5B5C822C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742126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0ECACEAF-4E8A-409F-A96A-C0ECA46B888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196914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706FA668-9394-42F3-85C8-613D5085530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651702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70A1D5F1-0CEC-4928-BDB1-6C2DDC0D3F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06490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A212763A-D03F-49D4-91C6-ECC7A02C98E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561277" y="1463747"/>
            <a:ext cx="940424" cy="883846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5D4BA8B6-B69C-4AC9-8D15-DD18D74DB2D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45602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E3F21CB-3D54-489B-9A30-3A854B8F196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03867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1DA71580-ECB2-4D09-8897-C50E57D035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62132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6B150BEA-75D4-4BD8-A296-50A0131D4DB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20397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2F7F8C6F-C4E5-4F61-83A3-6E5BA86DC75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78663" y="2465798"/>
            <a:ext cx="1278000" cy="3987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79388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text</a:t>
            </a:r>
            <a:endParaRPr lang="en-GB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CF887BEC-8696-44FA-AAEB-11CDA42F6C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44120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6778262D-D493-48E0-BD79-6361B86EC9B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00903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BD87ADC-1E7C-4187-A8A9-9112E6E2AC6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657686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35001C77-91F2-4B03-8C37-FB1467681A8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14469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138A40E3-EB52-48DE-8ADF-840BA50D192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71254" y="2938409"/>
            <a:ext cx="1278000" cy="1685980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179388" indent="0">
              <a:buNone/>
              <a:defRPr sz="1000"/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text</a:t>
            </a:r>
            <a:endParaRPr lang="en-GB" dirty="0"/>
          </a:p>
        </p:txBody>
      </p:sp>
      <p:grpSp>
        <p:nvGrpSpPr>
          <p:cNvPr id="25" name="Graphic 19">
            <a:extLst>
              <a:ext uri="{FF2B5EF4-FFF2-40B4-BE49-F238E27FC236}">
                <a16:creationId xmlns:a16="http://schemas.microsoft.com/office/drawing/2014/main" id="{295ED415-EFF4-49B1-9B83-14D805C86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E50E246-4B63-4151-BE8D-37165C5D6C5B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5C1A517-F5DD-4D53-9724-AF544C275B55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AA572DC-A561-496D-BC6D-E1FD6E3B68C9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FDBEAD8-7C52-4DCF-91A6-8BD34167D2DF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36BA790-BF39-451D-ABF3-5149EA9C15C9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8CA8B14-C4C6-49FC-A169-F6F49E589AEE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17ADB2A-C220-42C9-B79D-755B26C88FD8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396D9DE-7353-49B0-939B-5F018064D87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AB56403-DA0E-4E01-B8B2-9CE1607ECD2E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D0E7DF6-8A2F-4690-AC60-54277374A7F1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CD5CC34-1A70-4D34-8AF9-4ABDAC33F70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D720656-C571-496B-97C6-B85DD315C9BE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64AED83-2A56-42DB-A602-67E4950368F6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1CBFC2F-3522-49EF-B4F8-85801E40F661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1E6C9D9-3601-404B-9A91-ADD5A620910B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CC5C52F-44CF-42AD-93CB-FC3FAA14197C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584459-6F57-4FD0-9280-FB9BFB754D77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7E20A86-3A17-4A4E-B262-F113A5382072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11B58AE-7C60-4E75-830A-7712D027C91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BE11415-60BF-44A6-8BEE-A0F971454D11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771148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0">
          <p15:clr>
            <a:srgbClr val="FBAE40"/>
          </p15:clr>
        </p15:guide>
        <p15:guide id="4" pos="1560">
          <p15:clr>
            <a:srgbClr val="FBAE40"/>
          </p15:clr>
        </p15:guide>
        <p15:guide id="5" pos="2822">
          <p15:clr>
            <a:srgbClr val="FBAE40"/>
          </p15:clr>
        </p15:guide>
        <p15:guide id="6" pos="2938">
          <p15:clr>
            <a:srgbClr val="FBAE40"/>
          </p15:clr>
        </p15:guide>
        <p15:guide id="7" pos="4200">
          <p15:clr>
            <a:srgbClr val="FBAE40"/>
          </p15:clr>
        </p15:guide>
        <p15:guide id="8" pos="432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and pictur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EFD8556-0AB6-4925-BC1F-6A8D224BE8A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0" y="0"/>
            <a:ext cx="4572000" cy="5143500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40" y="231775"/>
            <a:ext cx="4032248" cy="1008064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92A6F489-9E7E-06F8-A257-C4E8A191B67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1384300"/>
            <a:ext cx="40322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              Press ENTER then TAB to view next text style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1157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880" userDrawn="1">
          <p15:clr>
            <a:srgbClr val="FBAE40"/>
          </p15:clr>
        </p15:guide>
        <p15:guide id="4" pos="2721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and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EFD8556-0AB6-4925-BC1F-6A8D224BE8A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203575" y="0"/>
            <a:ext cx="5940425" cy="5143500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40" y="231775"/>
            <a:ext cx="2663824" cy="1008064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3900FFE-3876-DD64-F500-799DA81E7D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1384300"/>
            <a:ext cx="2663825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8142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59">
          <p15:clr>
            <a:srgbClr val="FBAE40"/>
          </p15:clr>
        </p15:guide>
        <p15:guide id="2" pos="2018">
          <p15:clr>
            <a:srgbClr val="FBAE40"/>
          </p15:clr>
        </p15:guide>
        <p15:guide id="3" pos="3696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C1A66733-51BD-4A1B-A1E1-2EA7AEFEDF6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13418" y="0"/>
            <a:ext cx="3030582" cy="51435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9" y="231774"/>
            <a:ext cx="5580061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64F4DFE-FB0A-B5A1-E66B-F67EF5EF49C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1384300"/>
            <a:ext cx="26638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8FF44A2-CE83-8C47-172B-8563FB396F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97181" y="1384300"/>
            <a:ext cx="26638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4082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59">
          <p15:clr>
            <a:srgbClr val="FBAE40"/>
          </p15:clr>
        </p15:guide>
        <p15:guide id="2" pos="2018">
          <p15:clr>
            <a:srgbClr val="FBAE40"/>
          </p15:clr>
        </p15:guide>
        <p15:guide id="3" pos="3696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rt graphi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5DA41E-7697-64A3-65DF-F82F4718B606}"/>
              </a:ext>
            </a:extLst>
          </p:cNvPr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40" y="231774"/>
            <a:ext cx="4032248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6EC4B04A-FD2E-440A-B266-DB1890A20B15}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BEBEBE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4E67AE1-3A55-4FE3-AFA3-D44BDDE51A76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DDF7F79-ACCF-4E1A-8668-26E488678121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BB84DAD-A6E2-4856-A62D-335C50EF1184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7650A64-39E5-4A8B-8C8A-C967473220D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0D8D9B8-112F-4E87-8C53-3E8A9737CAC8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42C00B-48E5-45D9-8C25-3D9FDFC144D1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846ED9-346A-4E74-B2C7-E35F271FA7E2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A4A0209-A5B5-4352-AA4A-3EC008E71236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2F71D0-BFBB-44B6-9F79-499711036F57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5386E7E-229C-4AC3-B5BE-E9CF22FEE78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B68B6AE-6454-46C6-821D-20923944E95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10546DE-A37B-4F37-8A23-7BEA4B35C08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5D784D4-ED0C-4B9F-8199-612AB0334EEC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06A1E2-3540-412C-96A7-24C8339F5787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836F61A-C498-4BF3-B126-BBAD79E248A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0BA1CDF-7FA8-43EC-B8CB-01A67A5DBA46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FE79733-74E2-4B88-A2C0-8A84B618AE3F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604E9F-B455-447C-840D-B2E6098341A3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E3B313-27DB-4FE0-A76F-6254993DF3CC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40B51F9-0E4E-4B25-9A8D-AB82B7CD8FDA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D3DC322E-3850-001F-D386-2DABC30A76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25498" y="939247"/>
            <a:ext cx="3265004" cy="3265004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688E7A2-312F-0A45-FB99-BD1D0E6D14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1384300"/>
            <a:ext cx="4032250" cy="3240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3198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721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hree pictures/textbox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F2EED53-4FAF-470B-BABA-95415FCA0B32}"/>
              </a:ext>
            </a:extLst>
          </p:cNvPr>
          <p:cNvSpPr/>
          <p:nvPr userDrawn="1"/>
        </p:nvSpPr>
        <p:spPr>
          <a:xfrm>
            <a:off x="0" y="0"/>
            <a:ext cx="3203575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40" y="231774"/>
            <a:ext cx="2663824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rgbClr val="9994B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6EC4B04A-FD2E-440A-B266-DB1890A20B15}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BEBEBE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4E67AE1-3A55-4FE3-AFA3-D44BDDE51A76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DDF7F79-ACCF-4E1A-8668-26E488678121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BB84DAD-A6E2-4856-A62D-335C50EF1184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7650A64-39E5-4A8B-8C8A-C967473220D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0D8D9B8-112F-4E87-8C53-3E8A9737CAC8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42C00B-48E5-45D9-8C25-3D9FDFC144D1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846ED9-346A-4E74-B2C7-E35F271FA7E2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A4A0209-A5B5-4352-AA4A-3EC008E71236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2F71D0-BFBB-44B6-9F79-499711036F57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5386E7E-229C-4AC3-B5BE-E9CF22FEE783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B68B6AE-6454-46C6-821D-20923944E958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10546DE-A37B-4F37-8A23-7BEA4B35C08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5D784D4-ED0C-4B9F-8199-612AB0334EEC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06A1E2-3540-412C-96A7-24C8339F5787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836F61A-C498-4BF3-B126-BBAD79E248A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0BA1CDF-7FA8-43EC-B8CB-01A67A5DBA46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FE79733-74E2-4B88-A2C0-8A84B618AE3F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604E9F-B455-447C-840D-B2E6098341A3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E3B313-27DB-4FE0-A76F-6254993DF3CC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40B51F9-0E4E-4B25-9A8D-AB82B7CD8FDA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ED0B705-AD58-4371-B16B-CE872F23B60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38046" y="1166759"/>
            <a:ext cx="877538" cy="781310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7" name="Picture Placeholder 5">
            <a:extLst>
              <a:ext uri="{FF2B5EF4-FFF2-40B4-BE49-F238E27FC236}">
                <a16:creationId xmlns:a16="http://schemas.microsoft.com/office/drawing/2014/main" id="{91CD0FB5-E4FD-4E34-9502-77B6475DA32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38046" y="2120916"/>
            <a:ext cx="877538" cy="781310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8" name="Picture Placeholder 5">
            <a:extLst>
              <a:ext uri="{FF2B5EF4-FFF2-40B4-BE49-F238E27FC236}">
                <a16:creationId xmlns:a16="http://schemas.microsoft.com/office/drawing/2014/main" id="{F7DDAB31-986C-40A8-9C1D-E66196707E3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38046" y="3075073"/>
            <a:ext cx="877538" cy="781310"/>
          </a:xfr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ED74DBC9-5F8C-482F-B8EC-528AE7B206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04211" y="1166759"/>
            <a:ext cx="3652452" cy="78131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1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4526E8DE-9F24-429B-97B3-00129BD207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04211" y="2120916"/>
            <a:ext cx="3652452" cy="78131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1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6980C8EB-C6DC-4B20-952E-C374410D18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4211" y="3075073"/>
            <a:ext cx="3652452" cy="781310"/>
          </a:xfrm>
        </p:spPr>
        <p:txBody>
          <a:bodyPr anchor="ctr">
            <a:norm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 marL="179388" indent="0">
              <a:buNone/>
              <a:defRPr sz="1100">
                <a:solidFill>
                  <a:schemeClr val="bg1"/>
                </a:solidFill>
              </a:defRPr>
            </a:lvl2pPr>
            <a:lvl3pPr marL="360362" indent="0">
              <a:buNone/>
              <a:defRPr sz="1000"/>
            </a:lvl3pPr>
            <a:lvl4pPr marL="539750" indent="0">
              <a:buNone/>
              <a:defRPr sz="1000"/>
            </a:lvl4pPr>
            <a:lvl5pPr marL="719137" indent="0">
              <a:buNone/>
              <a:defRPr sz="10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DE8A679-0759-713E-0CE2-3E0787163A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87338" y="1384300"/>
            <a:ext cx="26638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9389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59">
          <p15:clr>
            <a:srgbClr val="FBAE40"/>
          </p15:clr>
        </p15:guide>
        <p15:guide id="2" pos="2018">
          <p15:clr>
            <a:srgbClr val="FBAE40"/>
          </p15:clr>
        </p15:guide>
        <p15:guide id="3" pos="3696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bg>
      <p:bgPr>
        <a:solidFill>
          <a:schemeClr val="accent4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90CF30B-0460-4090-8253-4C0C66AF2BC8}"/>
              </a:ext>
            </a:extLst>
          </p:cNvPr>
          <p:cNvSpPr/>
          <p:nvPr userDrawn="1"/>
        </p:nvSpPr>
        <p:spPr>
          <a:xfrm>
            <a:off x="0" y="0"/>
            <a:ext cx="3203575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40" y="231774"/>
            <a:ext cx="2663824" cy="1008064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Internal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2135EBB7-89A2-462D-8F90-9B79ED46D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BEBEBE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FCE5AD2-C0B6-4416-8377-C3F33413204D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6495CA5-5589-4B2B-98FB-D20F392F574D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2252530-7889-4BA8-831A-58B2276F173D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AFEE500-4CD8-40CF-AB55-7E7F80EC6513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A17C36B-8CE7-4ECB-A0B5-E528AD027741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E66A775-32E8-41CB-90F0-5C4576F39F11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38384A2-15B4-4BDE-8BE0-77541982E332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A87B1E7-E372-44CB-973A-519D64CAD6F7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C3A118D-41E8-4B95-A78E-85F79ECB7707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961566C-4B79-4974-A51E-FC5CCE1B625A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D51D0D-C996-4EE9-B171-AD29F2DE7B93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FC1AA2-5191-46F5-AB4E-A9D20CD38578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96860F0-A49A-4285-B37A-503ECD985D00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BE11755-AF30-4D54-BF20-F853D417C577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189726A-4322-4ABC-A42A-685C0655ABD9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106B221-15F6-479D-BFA6-3915FE60FFD6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21E8CBF-44DC-42F6-8736-FF558A5B9D48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E4AC2BA-2471-4EDF-A746-20381B89DBE7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BFA87CC-878C-4AF8-8560-B98D25B8FCB1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0171221-5F88-475A-BA07-A22812E05880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9B0955-4799-4906-A566-C24D9C3A04F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55988" y="231775"/>
            <a:ext cx="5400675" cy="4392613"/>
          </a:xfrm>
        </p:spPr>
        <p:txBody>
          <a:bodyPr/>
          <a:lstStyle>
            <a:lvl1pPr marL="0" indent="0">
              <a:buNone/>
              <a:defRPr/>
            </a:lvl1pPr>
            <a:lvl2pPr marL="179388" indent="0">
              <a:buNone/>
              <a:defRPr/>
            </a:lvl2pPr>
          </a:lstStyle>
          <a:p>
            <a:pPr lvl="0"/>
            <a:r>
              <a:rPr lang="en-GB"/>
              <a:t>Click to add content for example chart or table</a:t>
            </a:r>
            <a:endParaRPr lang="en-GB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6CDCEF1-939E-8BA0-6055-2F9766971A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7338" y="1384300"/>
            <a:ext cx="26638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4607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59">
          <p15:clr>
            <a:srgbClr val="FBAE40"/>
          </p15:clr>
        </p15:guide>
        <p15:guide id="2" pos="2018">
          <p15:clr>
            <a:srgbClr val="FBAE40"/>
          </p15:clr>
        </p15:guide>
        <p15:guide id="3" pos="3696">
          <p15:clr>
            <a:srgbClr val="FBAE40"/>
          </p15:clr>
        </p15:guide>
        <p15:guide id="5" pos="2177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four char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40" y="231774"/>
            <a:ext cx="8569322" cy="1008063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C0313-4EA4-48A0-A531-E93C53FF331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6007" y="4875766"/>
            <a:ext cx="1327855" cy="129382"/>
          </a:xfrm>
        </p:spPr>
        <p:txBody>
          <a:bodyPr/>
          <a:lstStyle>
            <a:lvl1pPr>
              <a:defRPr>
                <a:solidFill>
                  <a:srgbClr val="A9A9A9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C9ABF4-1A54-48FC-88F8-6C42D2B6191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FA7A1-11B4-40F4-A8CD-4F86F2596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40096" y="4875766"/>
            <a:ext cx="316567" cy="129382"/>
          </a:xfrm>
        </p:spPr>
        <p:txBody>
          <a:bodyPr/>
          <a:lstStyle>
            <a:lvl1pPr>
              <a:defRPr>
                <a:solidFill>
                  <a:srgbClr val="A9A9A9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B9FC45D-54D5-4036-93FE-B8CC03146E43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3203575" y="1387561"/>
            <a:ext cx="2700338" cy="156027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17" name="Chart Placeholder 5">
            <a:extLst>
              <a:ext uri="{FF2B5EF4-FFF2-40B4-BE49-F238E27FC236}">
                <a16:creationId xmlns:a16="http://schemas.microsoft.com/office/drawing/2014/main" id="{4712E5B9-D971-42A0-B7C2-EADDA62014AD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6156324" y="1387561"/>
            <a:ext cx="2700338" cy="156027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0512725E-F973-4E54-B29A-0CF2150058E6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3203575" y="3068232"/>
            <a:ext cx="2700338" cy="156027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20" name="Chart Placeholder 5">
            <a:extLst>
              <a:ext uri="{FF2B5EF4-FFF2-40B4-BE49-F238E27FC236}">
                <a16:creationId xmlns:a16="http://schemas.microsoft.com/office/drawing/2014/main" id="{BE898CDF-F524-424F-97F4-3286D721F31E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156324" y="3068232"/>
            <a:ext cx="2700338" cy="156027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082958F-84AD-AD32-01DA-E027398C9C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338" y="1384300"/>
            <a:ext cx="2663825" cy="3240088"/>
          </a:xfrm>
        </p:spPr>
        <p:txBody>
          <a:bodyPr/>
          <a:lstStyle/>
          <a:p>
            <a:pPr lvl="0"/>
            <a:r>
              <a:rPr lang="en-US" dirty="0"/>
              <a:t>Click to add text                                             Press ENTER then TAB to view next text style                                                                    Press SHIFT+TAB to view previous text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0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59">
          <p15:clr>
            <a:srgbClr val="FBAE40"/>
          </p15:clr>
        </p15:guide>
        <p15:guide id="2" pos="2018">
          <p15:clr>
            <a:srgbClr val="FBAE40"/>
          </p15:clr>
        </p15:guide>
        <p15:guide id="3" pos="3719" userDrawn="1">
          <p15:clr>
            <a:srgbClr val="FBAE40"/>
          </p15:clr>
        </p15:guide>
        <p15:guide id="4" pos="3878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and text boxes">
    <p:bg>
      <p:bgPr>
        <a:solidFill>
          <a:schemeClr val="accent4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DB9D176-43F4-4CF4-9D48-99DC583F1DC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9144000" cy="2664823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338" y="2779776"/>
            <a:ext cx="2628899" cy="959674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Short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3565A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4B38B19-CADF-4FC1-9242-DEBCD1E6C247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87337" y="3817825"/>
            <a:ext cx="2628899" cy="806563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add subtitle</a:t>
            </a:r>
            <a:endParaRPr lang="en-GB" dirty="0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0E5DF87C-1B84-491A-8BE0-03F3EBFD02F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25775" y="2481943"/>
            <a:ext cx="1363345" cy="1755647"/>
          </a:xfrm>
          <a:solidFill>
            <a:schemeClr val="accent4"/>
          </a:solidFill>
        </p:spPr>
        <p:txBody>
          <a:bodyPr lIns="180000" tIns="144000" rIns="180000" bIns="144000">
            <a:normAutofit/>
          </a:bodyPr>
          <a:lstStyle>
            <a:lvl1pPr marL="0" indent="0">
              <a:buNone/>
              <a:defRPr sz="1000"/>
            </a:lvl1pPr>
            <a:lvl2pPr marL="87313" indent="0">
              <a:buNone/>
              <a:defRPr sz="1000"/>
            </a:lvl2pPr>
            <a:lvl3pPr marL="179387" indent="0">
              <a:buNone/>
              <a:defRPr sz="1000"/>
            </a:lvl3pPr>
            <a:lvl4pPr marL="266700" indent="0">
              <a:buNone/>
              <a:defRPr sz="1000"/>
            </a:lvl4pPr>
            <a:lvl5pPr marL="360362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5647C692-E63D-49B1-87FE-EBCEE07743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12486" y="2481943"/>
            <a:ext cx="1363345" cy="1755647"/>
          </a:xfrm>
          <a:solidFill>
            <a:schemeClr val="accent4"/>
          </a:solidFill>
        </p:spPr>
        <p:txBody>
          <a:bodyPr lIns="180000" tIns="144000" rIns="180000" bIns="144000">
            <a:normAutofit/>
          </a:bodyPr>
          <a:lstStyle>
            <a:lvl1pPr marL="0" indent="0">
              <a:buNone/>
              <a:defRPr sz="1000"/>
            </a:lvl1pPr>
            <a:lvl2pPr marL="87313" indent="0">
              <a:buNone/>
              <a:defRPr sz="1000"/>
            </a:lvl2pPr>
            <a:lvl3pPr marL="179387" indent="0">
              <a:buNone/>
              <a:defRPr sz="1000"/>
            </a:lvl3pPr>
            <a:lvl4pPr marL="266700" indent="0">
              <a:buNone/>
              <a:defRPr sz="1000"/>
            </a:lvl4pPr>
            <a:lvl5pPr marL="360362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93A47FA5-323D-4520-BD12-CAE3891837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99197" y="2481943"/>
            <a:ext cx="1363345" cy="1755647"/>
          </a:xfrm>
          <a:solidFill>
            <a:schemeClr val="accent4"/>
          </a:solidFill>
        </p:spPr>
        <p:txBody>
          <a:bodyPr lIns="180000" tIns="144000" rIns="180000" bIns="144000">
            <a:normAutofit/>
          </a:bodyPr>
          <a:lstStyle>
            <a:lvl1pPr marL="0" indent="0">
              <a:buNone/>
              <a:defRPr sz="1000"/>
            </a:lvl1pPr>
            <a:lvl2pPr marL="87313" indent="0">
              <a:buNone/>
              <a:defRPr sz="1000"/>
            </a:lvl2pPr>
            <a:lvl3pPr marL="179387" indent="0">
              <a:buNone/>
              <a:defRPr sz="1000"/>
            </a:lvl3pPr>
            <a:lvl4pPr marL="266700" indent="0">
              <a:buNone/>
              <a:defRPr sz="1000"/>
            </a:lvl4pPr>
            <a:lvl5pPr marL="360362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F8C725A-89A3-4153-BB30-F09829AE08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485909" y="2481943"/>
            <a:ext cx="1363345" cy="1755647"/>
          </a:xfrm>
          <a:solidFill>
            <a:schemeClr val="accent4"/>
          </a:solidFill>
        </p:spPr>
        <p:txBody>
          <a:bodyPr lIns="180000" tIns="144000" rIns="180000" bIns="144000">
            <a:normAutofit/>
          </a:bodyPr>
          <a:lstStyle>
            <a:lvl1pPr marL="0" indent="0">
              <a:buNone/>
              <a:defRPr sz="1000"/>
            </a:lvl1pPr>
            <a:lvl2pPr marL="87313" indent="0">
              <a:buNone/>
              <a:defRPr sz="1000"/>
            </a:lvl2pPr>
            <a:lvl3pPr marL="179387" indent="0">
              <a:buNone/>
              <a:defRPr sz="1000"/>
            </a:lvl3pPr>
            <a:lvl4pPr marL="266700" indent="0">
              <a:buNone/>
              <a:defRPr sz="1000"/>
            </a:lvl4pPr>
            <a:lvl5pPr marL="360362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2" name="Graphic 19">
            <a:extLst>
              <a:ext uri="{FF2B5EF4-FFF2-40B4-BE49-F238E27FC236}">
                <a16:creationId xmlns:a16="http://schemas.microsoft.com/office/drawing/2014/main" id="{691AC394-9248-4039-8E50-C101568C6709}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53565A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43BDC3D-AD61-45CE-A8A1-490AAA5F00CD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9CAF52B-FEB5-4063-BF03-8DAB1A1DCD6E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6E4EF46-7899-44A1-AD87-170E9FD242E1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DB3F867-C063-43D5-B576-5CA83248993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D15FA3C-528C-40E5-BEE3-CF931ADE651A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54B0C5F-08F4-432F-A242-B454A9CC1C15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481C99C-C0CB-4857-A242-11A0F5F263FF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B9C1FBA-8D6B-43B7-896B-18A9BD443147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FE2845E-50B1-4929-8CCC-431CF1908DB9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0BCB425-0629-4FAE-892E-75DA29D6C70E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52423C4-146D-4CD1-AC12-13A6E50CD202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1204195-B8E8-4199-B513-4C624D7FF51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8E16977-2DA8-4FB8-BDBC-CB82EB8BD35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ABFEAA9-BFEC-4B3A-A94B-BD0A37BF1E42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E90EE70-DDFA-4420-BFEC-9C360B6B5D14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8831A3E-F74A-4F0B-AF34-7995508C9D87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55B767E-7BC8-405B-921D-D31733AD40F3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31A0B14-5829-43E9-8BDE-856A4C89923E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54B147-4296-4BE7-B95F-E88CD59482CC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D069002-3AB5-43B9-9E09-76B857DC35E4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6227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3703" userDrawn="1">
          <p15:clr>
            <a:srgbClr val="FBAE40"/>
          </p15:clr>
        </p15:guide>
        <p15:guide id="6" pos="1906">
          <p15:clr>
            <a:srgbClr val="FBAE40"/>
          </p15:clr>
        </p15:guide>
        <p15:guide id="8" pos="4641" userDrawn="1">
          <p15:clr>
            <a:srgbClr val="FBAE40"/>
          </p15:clr>
        </p15:guide>
        <p15:guide id="9" pos="2765" userDrawn="1">
          <p15:clr>
            <a:srgbClr val="FBAE40"/>
          </p15:clr>
        </p15:guide>
        <p15:guide id="10" pos="2841" userDrawn="1">
          <p15:clr>
            <a:srgbClr val="FBAE40"/>
          </p15:clr>
        </p15:guide>
        <p15:guide id="11" pos="4713" userDrawn="1">
          <p15:clr>
            <a:srgbClr val="FBAE40"/>
          </p15:clr>
        </p15:guide>
        <p15:guide id="12" pos="3779" userDrawn="1">
          <p15:clr>
            <a:srgbClr val="FBAE40"/>
          </p15:clr>
        </p15:guide>
        <p15:guide id="13" pos="1837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picture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aphic 19">
            <a:extLst>
              <a:ext uri="{FF2B5EF4-FFF2-40B4-BE49-F238E27FC236}">
                <a16:creationId xmlns:a16="http://schemas.microsoft.com/office/drawing/2014/main" id="{F9A4D9FD-CBA9-40AA-91C5-801F8F4B3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chemeClr val="bg1"/>
          </a:solidFill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C5F8EEE-2027-46C3-82D5-D3E0B524B20A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5E5DA65-E88D-4B8F-BDD0-D371EBFBC062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3BBA3BA-AF69-4109-AA0F-4A6BECA6C906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0480C05-4466-41F2-B953-A8E8FB25A334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C14D13C-4832-499F-8903-ABB1786FF8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9C48CD1-6002-431D-B38B-08CFDB1A89EA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B6BBB8E-0F04-4150-97B3-5404F99AFE74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09964C1-6BBC-4245-B301-D30808802003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86D3991D-A712-44FA-89EB-7BDFB0DB4FEE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C6A05A4-5020-4952-82E3-51EC5D635195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6EC34952-04E0-420A-8BE3-831FB2616BFB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848EA399-3B88-4CA8-9D1A-293A2C3CD3BB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B2ED039-0F80-4B51-AC5E-256F8FA436D2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2667AFB-8508-4465-8CA5-6800BBB37E51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5421509-60E5-4A51-A352-5F4A3F8613AC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D821F839-D929-4109-AA3A-3155D7A176FB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4D6F91-D12D-4D3E-812A-BEBB42E63C46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715EF96-BBC6-42A2-86B6-AC60005BD88B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6900032B-B9B7-4593-AF87-A68F29EB641E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1043F203-4F1E-4B31-AA26-28D0D288B046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5AB387F6-333B-46D5-8551-80AE0CFDA72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347256 w 9144000"/>
              <a:gd name="connsiteY0" fmla="*/ 4985347 h 5143500"/>
              <a:gd name="connsiteX1" fmla="*/ 342841 w 9144000"/>
              <a:gd name="connsiteY1" fmla="*/ 4989763 h 5143500"/>
              <a:gd name="connsiteX2" fmla="*/ 347256 w 9144000"/>
              <a:gd name="connsiteY2" fmla="*/ 4994178 h 5143500"/>
              <a:gd name="connsiteX3" fmla="*/ 351671 w 9144000"/>
              <a:gd name="connsiteY3" fmla="*/ 4989762 h 5143500"/>
              <a:gd name="connsiteX4" fmla="*/ 351671 w 9144000"/>
              <a:gd name="connsiteY4" fmla="*/ 4989714 h 5143500"/>
              <a:gd name="connsiteX5" fmla="*/ 347304 w 9144000"/>
              <a:gd name="connsiteY5" fmla="*/ 4985347 h 5143500"/>
              <a:gd name="connsiteX6" fmla="*/ 347256 w 9144000"/>
              <a:gd name="connsiteY6" fmla="*/ 4985347 h 5143500"/>
              <a:gd name="connsiteX7" fmla="*/ 335514 w 9144000"/>
              <a:gd name="connsiteY7" fmla="*/ 4984571 h 5143500"/>
              <a:gd name="connsiteX8" fmla="*/ 330371 w 9144000"/>
              <a:gd name="connsiteY8" fmla="*/ 4989714 h 5143500"/>
              <a:gd name="connsiteX9" fmla="*/ 335514 w 9144000"/>
              <a:gd name="connsiteY9" fmla="*/ 4994857 h 5143500"/>
              <a:gd name="connsiteX10" fmla="*/ 340657 w 9144000"/>
              <a:gd name="connsiteY10" fmla="*/ 4989714 h 5143500"/>
              <a:gd name="connsiteX11" fmla="*/ 335514 w 9144000"/>
              <a:gd name="connsiteY11" fmla="*/ 4984571 h 5143500"/>
              <a:gd name="connsiteX12" fmla="*/ 358998 w 9144000"/>
              <a:gd name="connsiteY12" fmla="*/ 4972829 h 5143500"/>
              <a:gd name="connsiteX13" fmla="*/ 353855 w 9144000"/>
              <a:gd name="connsiteY13" fmla="*/ 4977972 h 5143500"/>
              <a:gd name="connsiteX14" fmla="*/ 358998 w 9144000"/>
              <a:gd name="connsiteY14" fmla="*/ 4983115 h 5143500"/>
              <a:gd name="connsiteX15" fmla="*/ 364141 w 9144000"/>
              <a:gd name="connsiteY15" fmla="*/ 4977972 h 5143500"/>
              <a:gd name="connsiteX16" fmla="*/ 358998 w 9144000"/>
              <a:gd name="connsiteY16" fmla="*/ 4972829 h 5143500"/>
              <a:gd name="connsiteX17" fmla="*/ 335514 w 9144000"/>
              <a:gd name="connsiteY17" fmla="*/ 4972102 h 5143500"/>
              <a:gd name="connsiteX18" fmla="*/ 329791 w 9144000"/>
              <a:gd name="connsiteY18" fmla="*/ 4978117 h 5143500"/>
              <a:gd name="connsiteX19" fmla="*/ 335805 w 9144000"/>
              <a:gd name="connsiteY19" fmla="*/ 4983840 h 5143500"/>
              <a:gd name="connsiteX20" fmla="*/ 341459 w 9144000"/>
              <a:gd name="connsiteY20" fmla="*/ 4978047 h 5143500"/>
              <a:gd name="connsiteX21" fmla="*/ 347256 w 9144000"/>
              <a:gd name="connsiteY21" fmla="*/ 4983844 h 5143500"/>
              <a:gd name="connsiteX22" fmla="*/ 353127 w 9144000"/>
              <a:gd name="connsiteY22" fmla="*/ 4977973 h 5143500"/>
              <a:gd name="connsiteX23" fmla="*/ 347256 w 9144000"/>
              <a:gd name="connsiteY23" fmla="*/ 4972102 h 5143500"/>
              <a:gd name="connsiteX24" fmla="*/ 341458 w 9144000"/>
              <a:gd name="connsiteY24" fmla="*/ 4977900 h 5143500"/>
              <a:gd name="connsiteX25" fmla="*/ 335660 w 9144000"/>
              <a:gd name="connsiteY25" fmla="*/ 4972102 h 5143500"/>
              <a:gd name="connsiteX26" fmla="*/ 370642 w 9144000"/>
              <a:gd name="connsiteY26" fmla="*/ 4961961 h 5143500"/>
              <a:gd name="connsiteX27" fmla="*/ 366227 w 9144000"/>
              <a:gd name="connsiteY27" fmla="*/ 4966376 h 5143500"/>
              <a:gd name="connsiteX28" fmla="*/ 370642 w 9144000"/>
              <a:gd name="connsiteY28" fmla="*/ 4970792 h 5143500"/>
              <a:gd name="connsiteX29" fmla="*/ 375057 w 9144000"/>
              <a:gd name="connsiteY29" fmla="*/ 4966376 h 5143500"/>
              <a:gd name="connsiteX30" fmla="*/ 370642 w 9144000"/>
              <a:gd name="connsiteY30" fmla="*/ 4961961 h 5143500"/>
              <a:gd name="connsiteX31" fmla="*/ 370643 w 9144000"/>
              <a:gd name="connsiteY31" fmla="*/ 4949297 h 5143500"/>
              <a:gd name="connsiteX32" fmla="*/ 365500 w 9144000"/>
              <a:gd name="connsiteY32" fmla="*/ 4954440 h 5143500"/>
              <a:gd name="connsiteX33" fmla="*/ 370643 w 9144000"/>
              <a:gd name="connsiteY33" fmla="*/ 4959583 h 5143500"/>
              <a:gd name="connsiteX34" fmla="*/ 375786 w 9144000"/>
              <a:gd name="connsiteY34" fmla="*/ 4954440 h 5143500"/>
              <a:gd name="connsiteX35" fmla="*/ 370643 w 9144000"/>
              <a:gd name="connsiteY35" fmla="*/ 4949297 h 5143500"/>
              <a:gd name="connsiteX36" fmla="*/ 358998 w 9144000"/>
              <a:gd name="connsiteY36" fmla="*/ 4948521 h 5143500"/>
              <a:gd name="connsiteX37" fmla="*/ 353079 w 9144000"/>
              <a:gd name="connsiteY37" fmla="*/ 4954440 h 5143500"/>
              <a:gd name="connsiteX38" fmla="*/ 358998 w 9144000"/>
              <a:gd name="connsiteY38" fmla="*/ 4960360 h 5143500"/>
              <a:gd name="connsiteX39" fmla="*/ 353127 w 9144000"/>
              <a:gd name="connsiteY39" fmla="*/ 4966231 h 5143500"/>
              <a:gd name="connsiteX40" fmla="*/ 358998 w 9144000"/>
              <a:gd name="connsiteY40" fmla="*/ 4972199 h 5143500"/>
              <a:gd name="connsiteX41" fmla="*/ 364965 w 9144000"/>
              <a:gd name="connsiteY41" fmla="*/ 4966328 h 5143500"/>
              <a:gd name="connsiteX42" fmla="*/ 359094 w 9144000"/>
              <a:gd name="connsiteY42" fmla="*/ 4960360 h 5143500"/>
              <a:gd name="connsiteX43" fmla="*/ 358998 w 9144000"/>
              <a:gd name="connsiteY43" fmla="*/ 4960360 h 5143500"/>
              <a:gd name="connsiteX44" fmla="*/ 364918 w 9144000"/>
              <a:gd name="connsiteY44" fmla="*/ 4954440 h 5143500"/>
              <a:gd name="connsiteX45" fmla="*/ 358998 w 9144000"/>
              <a:gd name="connsiteY45" fmla="*/ 4948521 h 5143500"/>
              <a:gd name="connsiteX46" fmla="*/ 625032 w 9144000"/>
              <a:gd name="connsiteY46" fmla="*/ 4939788 h 5143500"/>
              <a:gd name="connsiteX47" fmla="*/ 650020 w 9144000"/>
              <a:gd name="connsiteY47" fmla="*/ 4939788 h 5143500"/>
              <a:gd name="connsiteX48" fmla="*/ 650020 w 9144000"/>
              <a:gd name="connsiteY48" fmla="*/ 4948570 h 5143500"/>
              <a:gd name="connsiteX49" fmla="*/ 625032 w 9144000"/>
              <a:gd name="connsiteY49" fmla="*/ 4948570 h 5143500"/>
              <a:gd name="connsiteX50" fmla="*/ 487090 w 9144000"/>
              <a:gd name="connsiteY50" fmla="*/ 4939788 h 5143500"/>
              <a:gd name="connsiteX51" fmla="*/ 512078 w 9144000"/>
              <a:gd name="connsiteY51" fmla="*/ 4939788 h 5143500"/>
              <a:gd name="connsiteX52" fmla="*/ 511884 w 9144000"/>
              <a:gd name="connsiteY52" fmla="*/ 4948570 h 5143500"/>
              <a:gd name="connsiteX53" fmla="*/ 487090 w 9144000"/>
              <a:gd name="connsiteY53" fmla="*/ 4948570 h 5143500"/>
              <a:gd name="connsiteX54" fmla="*/ 573602 w 9144000"/>
              <a:gd name="connsiteY54" fmla="*/ 4939738 h 5143500"/>
              <a:gd name="connsiteX55" fmla="*/ 600045 w 9144000"/>
              <a:gd name="connsiteY55" fmla="*/ 4939738 h 5143500"/>
              <a:gd name="connsiteX56" fmla="*/ 600045 w 9144000"/>
              <a:gd name="connsiteY56" fmla="*/ 4966230 h 5143500"/>
              <a:gd name="connsiteX57" fmla="*/ 573602 w 9144000"/>
              <a:gd name="connsiteY57" fmla="*/ 4966230 h 5143500"/>
              <a:gd name="connsiteX58" fmla="*/ 737502 w 9144000"/>
              <a:gd name="connsiteY58" fmla="*/ 4930957 h 5143500"/>
              <a:gd name="connsiteX59" fmla="*/ 745556 w 9144000"/>
              <a:gd name="connsiteY59" fmla="*/ 4963271 h 5143500"/>
              <a:gd name="connsiteX60" fmla="*/ 757395 w 9144000"/>
              <a:gd name="connsiteY60" fmla="*/ 4975790 h 5143500"/>
              <a:gd name="connsiteX61" fmla="*/ 761713 w 9144000"/>
              <a:gd name="connsiteY61" fmla="*/ 4975790 h 5143500"/>
              <a:gd name="connsiteX62" fmla="*/ 761713 w 9144000"/>
              <a:gd name="connsiteY62" fmla="*/ 4985494 h 5143500"/>
              <a:gd name="connsiteX63" fmla="*/ 745556 w 9144000"/>
              <a:gd name="connsiteY63" fmla="*/ 4985494 h 5143500"/>
              <a:gd name="connsiteX64" fmla="*/ 745556 w 9144000"/>
              <a:gd name="connsiteY64" fmla="*/ 4994276 h 5143500"/>
              <a:gd name="connsiteX65" fmla="*/ 748516 w 9144000"/>
              <a:gd name="connsiteY65" fmla="*/ 4994276 h 5143500"/>
              <a:gd name="connsiteX66" fmla="*/ 770544 w 9144000"/>
              <a:gd name="connsiteY66" fmla="*/ 4978119 h 5143500"/>
              <a:gd name="connsiteX67" fmla="*/ 782286 w 9144000"/>
              <a:gd name="connsiteY67" fmla="*/ 4931103 h 5143500"/>
              <a:gd name="connsiteX68" fmla="*/ 771999 w 9144000"/>
              <a:gd name="connsiteY68" fmla="*/ 4930957 h 5143500"/>
              <a:gd name="connsiteX69" fmla="*/ 765401 w 9144000"/>
              <a:gd name="connsiteY69" fmla="*/ 4966231 h 5143500"/>
              <a:gd name="connsiteX70" fmla="*/ 754387 w 9144000"/>
              <a:gd name="connsiteY70" fmla="*/ 4966231 h 5143500"/>
              <a:gd name="connsiteX71" fmla="*/ 747788 w 9144000"/>
              <a:gd name="connsiteY71" fmla="*/ 4930957 h 5143500"/>
              <a:gd name="connsiteX72" fmla="*/ 730855 w 9144000"/>
              <a:gd name="connsiteY72" fmla="*/ 4930957 h 5143500"/>
              <a:gd name="connsiteX73" fmla="*/ 708885 w 9144000"/>
              <a:gd name="connsiteY73" fmla="*/ 4949820 h 5143500"/>
              <a:gd name="connsiteX74" fmla="*/ 708827 w 9144000"/>
              <a:gd name="connsiteY74" fmla="*/ 4951530 h 5143500"/>
              <a:gd name="connsiteX75" fmla="*/ 708827 w 9144000"/>
              <a:gd name="connsiteY75" fmla="*/ 4966086 h 5143500"/>
              <a:gd name="connsiteX76" fmla="*/ 702956 w 9144000"/>
              <a:gd name="connsiteY76" fmla="*/ 4966086 h 5143500"/>
              <a:gd name="connsiteX77" fmla="*/ 702956 w 9144000"/>
              <a:gd name="connsiteY77" fmla="*/ 4974916 h 5143500"/>
              <a:gd name="connsiteX78" fmla="*/ 733814 w 9144000"/>
              <a:gd name="connsiteY78" fmla="*/ 4974916 h 5143500"/>
              <a:gd name="connsiteX79" fmla="*/ 733814 w 9144000"/>
              <a:gd name="connsiteY79" fmla="*/ 4966086 h 5143500"/>
              <a:gd name="connsiteX80" fmla="*/ 717657 w 9144000"/>
              <a:gd name="connsiteY80" fmla="*/ 4966086 h 5143500"/>
              <a:gd name="connsiteX81" fmla="*/ 717657 w 9144000"/>
              <a:gd name="connsiteY81" fmla="*/ 4939788 h 5143500"/>
              <a:gd name="connsiteX82" fmla="*/ 730855 w 9144000"/>
              <a:gd name="connsiteY82" fmla="*/ 4939788 h 5143500"/>
              <a:gd name="connsiteX83" fmla="*/ 661180 w 9144000"/>
              <a:gd name="connsiteY83" fmla="*/ 4930957 h 5143500"/>
              <a:gd name="connsiteX84" fmla="*/ 670010 w 9144000"/>
              <a:gd name="connsiteY84" fmla="*/ 4964921 h 5143500"/>
              <a:gd name="connsiteX85" fmla="*/ 683256 w 9144000"/>
              <a:gd name="connsiteY85" fmla="*/ 4975984 h 5143500"/>
              <a:gd name="connsiteX86" fmla="*/ 696454 w 9144000"/>
              <a:gd name="connsiteY86" fmla="*/ 4964921 h 5143500"/>
              <a:gd name="connsiteX87" fmla="*/ 705284 w 9144000"/>
              <a:gd name="connsiteY87" fmla="*/ 4930957 h 5143500"/>
              <a:gd name="connsiteX88" fmla="*/ 694853 w 9144000"/>
              <a:gd name="connsiteY88" fmla="*/ 4930957 h 5143500"/>
              <a:gd name="connsiteX89" fmla="*/ 687526 w 9144000"/>
              <a:gd name="connsiteY89" fmla="*/ 4966231 h 5143500"/>
              <a:gd name="connsiteX90" fmla="*/ 678695 w 9144000"/>
              <a:gd name="connsiteY90" fmla="*/ 4966231 h 5143500"/>
              <a:gd name="connsiteX91" fmla="*/ 671466 w 9144000"/>
              <a:gd name="connsiteY91" fmla="*/ 4930957 h 5143500"/>
              <a:gd name="connsiteX92" fmla="*/ 445655 w 9144000"/>
              <a:gd name="connsiteY92" fmla="*/ 4930957 h 5143500"/>
              <a:gd name="connsiteX93" fmla="*/ 445655 w 9144000"/>
              <a:gd name="connsiteY93" fmla="*/ 4939739 h 5143500"/>
              <a:gd name="connsiteX94" fmla="*/ 458852 w 9144000"/>
              <a:gd name="connsiteY94" fmla="*/ 4939739 h 5143500"/>
              <a:gd name="connsiteX95" fmla="*/ 458852 w 9144000"/>
              <a:gd name="connsiteY95" fmla="*/ 4966231 h 5143500"/>
              <a:gd name="connsiteX96" fmla="*/ 450070 w 9144000"/>
              <a:gd name="connsiteY96" fmla="*/ 4966231 h 5143500"/>
              <a:gd name="connsiteX97" fmla="*/ 450070 w 9144000"/>
              <a:gd name="connsiteY97" fmla="*/ 4975013 h 5143500"/>
              <a:gd name="connsiteX98" fmla="*/ 476513 w 9144000"/>
              <a:gd name="connsiteY98" fmla="*/ 4975013 h 5143500"/>
              <a:gd name="connsiteX99" fmla="*/ 476513 w 9144000"/>
              <a:gd name="connsiteY99" fmla="*/ 4966231 h 5143500"/>
              <a:gd name="connsiteX100" fmla="*/ 467683 w 9144000"/>
              <a:gd name="connsiteY100" fmla="*/ 4966231 h 5143500"/>
              <a:gd name="connsiteX101" fmla="*/ 467683 w 9144000"/>
              <a:gd name="connsiteY101" fmla="*/ 4952257 h 5143500"/>
              <a:gd name="connsiteX102" fmla="*/ 445655 w 9144000"/>
              <a:gd name="connsiteY102" fmla="*/ 4930957 h 5143500"/>
              <a:gd name="connsiteX103" fmla="*/ 586848 w 9144000"/>
              <a:gd name="connsiteY103" fmla="*/ 4930228 h 5143500"/>
              <a:gd name="connsiteX104" fmla="*/ 563995 w 9144000"/>
              <a:gd name="connsiteY104" fmla="*/ 4952984 h 5143500"/>
              <a:gd name="connsiteX105" fmla="*/ 586751 w 9144000"/>
              <a:gd name="connsiteY105" fmla="*/ 4975837 h 5143500"/>
              <a:gd name="connsiteX106" fmla="*/ 609603 w 9144000"/>
              <a:gd name="connsiteY106" fmla="*/ 4953081 h 5143500"/>
              <a:gd name="connsiteX107" fmla="*/ 609603 w 9144000"/>
              <a:gd name="connsiteY107" fmla="*/ 4952984 h 5143500"/>
              <a:gd name="connsiteX108" fmla="*/ 587829 w 9144000"/>
              <a:gd name="connsiteY108" fmla="*/ 4930228 h 5143500"/>
              <a:gd name="connsiteX109" fmla="*/ 586848 w 9144000"/>
              <a:gd name="connsiteY109" fmla="*/ 4930228 h 5143500"/>
              <a:gd name="connsiteX110" fmla="*/ 500054 w 9144000"/>
              <a:gd name="connsiteY110" fmla="*/ 4930221 h 5143500"/>
              <a:gd name="connsiteX111" fmla="*/ 499560 w 9144000"/>
              <a:gd name="connsiteY111" fmla="*/ 4930229 h 5143500"/>
              <a:gd name="connsiteX112" fmla="*/ 499366 w 9144000"/>
              <a:gd name="connsiteY112" fmla="*/ 4930229 h 5143500"/>
              <a:gd name="connsiteX113" fmla="*/ 476619 w 9144000"/>
              <a:gd name="connsiteY113" fmla="*/ 4951714 h 5143500"/>
              <a:gd name="connsiteX114" fmla="*/ 476610 w 9144000"/>
              <a:gd name="connsiteY114" fmla="*/ 4952257 h 5143500"/>
              <a:gd name="connsiteX115" fmla="*/ 498638 w 9144000"/>
              <a:gd name="connsiteY115" fmla="*/ 4975013 h 5143500"/>
              <a:gd name="connsiteX116" fmla="*/ 517755 w 9144000"/>
              <a:gd name="connsiteY116" fmla="*/ 4975013 h 5143500"/>
              <a:gd name="connsiteX117" fmla="*/ 517755 w 9144000"/>
              <a:gd name="connsiteY117" fmla="*/ 4966231 h 5143500"/>
              <a:gd name="connsiteX118" fmla="*/ 487090 w 9144000"/>
              <a:gd name="connsiteY118" fmla="*/ 4966231 h 5143500"/>
              <a:gd name="connsiteX119" fmla="*/ 487090 w 9144000"/>
              <a:gd name="connsiteY119" fmla="*/ 4957400 h 5143500"/>
              <a:gd name="connsiteX120" fmla="*/ 522364 w 9144000"/>
              <a:gd name="connsiteY120" fmla="*/ 4957400 h 5143500"/>
              <a:gd name="connsiteX121" fmla="*/ 522364 w 9144000"/>
              <a:gd name="connsiteY121" fmla="*/ 4952257 h 5143500"/>
              <a:gd name="connsiteX122" fmla="*/ 500054 w 9144000"/>
              <a:gd name="connsiteY122" fmla="*/ 4930221 h 5143500"/>
              <a:gd name="connsiteX123" fmla="*/ 638045 w 9144000"/>
              <a:gd name="connsiteY123" fmla="*/ 4930220 h 5143500"/>
              <a:gd name="connsiteX124" fmla="*/ 637502 w 9144000"/>
              <a:gd name="connsiteY124" fmla="*/ 4930229 h 5143500"/>
              <a:gd name="connsiteX125" fmla="*/ 614706 w 9144000"/>
              <a:gd name="connsiteY125" fmla="*/ 4951763 h 5143500"/>
              <a:gd name="connsiteX126" fmla="*/ 614698 w 9144000"/>
              <a:gd name="connsiteY126" fmla="*/ 4952257 h 5143500"/>
              <a:gd name="connsiteX127" fmla="*/ 636774 w 9144000"/>
              <a:gd name="connsiteY127" fmla="*/ 4975013 h 5143500"/>
              <a:gd name="connsiteX128" fmla="*/ 655843 w 9144000"/>
              <a:gd name="connsiteY128" fmla="*/ 4975013 h 5143500"/>
              <a:gd name="connsiteX129" fmla="*/ 655843 w 9144000"/>
              <a:gd name="connsiteY129" fmla="*/ 4966231 h 5143500"/>
              <a:gd name="connsiteX130" fmla="*/ 624984 w 9144000"/>
              <a:gd name="connsiteY130" fmla="*/ 4966231 h 5143500"/>
              <a:gd name="connsiteX131" fmla="*/ 624984 w 9144000"/>
              <a:gd name="connsiteY131" fmla="*/ 4957400 h 5143500"/>
              <a:gd name="connsiteX132" fmla="*/ 660258 w 9144000"/>
              <a:gd name="connsiteY132" fmla="*/ 4957400 h 5143500"/>
              <a:gd name="connsiteX133" fmla="*/ 660258 w 9144000"/>
              <a:gd name="connsiteY133" fmla="*/ 4952257 h 5143500"/>
              <a:gd name="connsiteX134" fmla="*/ 638045 w 9144000"/>
              <a:gd name="connsiteY134" fmla="*/ 4930220 h 5143500"/>
              <a:gd name="connsiteX135" fmla="*/ 459046 w 9144000"/>
              <a:gd name="connsiteY135" fmla="*/ 4915139 h 5143500"/>
              <a:gd name="connsiteX136" fmla="*/ 452739 w 9144000"/>
              <a:gd name="connsiteY136" fmla="*/ 4921350 h 5143500"/>
              <a:gd name="connsiteX137" fmla="*/ 452739 w 9144000"/>
              <a:gd name="connsiteY137" fmla="*/ 4921398 h 5143500"/>
              <a:gd name="connsiteX138" fmla="*/ 458949 w 9144000"/>
              <a:gd name="connsiteY138" fmla="*/ 4927657 h 5143500"/>
              <a:gd name="connsiteX139" fmla="*/ 465257 w 9144000"/>
              <a:gd name="connsiteY139" fmla="*/ 4921447 h 5143500"/>
              <a:gd name="connsiteX140" fmla="*/ 459046 w 9144000"/>
              <a:gd name="connsiteY140" fmla="*/ 4915139 h 5143500"/>
              <a:gd name="connsiteX141" fmla="*/ 318127 w 9144000"/>
              <a:gd name="connsiteY141" fmla="*/ 4913726 h 5143500"/>
              <a:gd name="connsiteX142" fmla="*/ 318127 w 9144000"/>
              <a:gd name="connsiteY142" fmla="*/ 4925468 h 5143500"/>
              <a:gd name="connsiteX143" fmla="*/ 306337 w 9144000"/>
              <a:gd name="connsiteY143" fmla="*/ 4925468 h 5143500"/>
              <a:gd name="connsiteX144" fmla="*/ 306337 w 9144000"/>
              <a:gd name="connsiteY144" fmla="*/ 4937258 h 5143500"/>
              <a:gd name="connsiteX145" fmla="*/ 294595 w 9144000"/>
              <a:gd name="connsiteY145" fmla="*/ 4937258 h 5143500"/>
              <a:gd name="connsiteX146" fmla="*/ 294595 w 9144000"/>
              <a:gd name="connsiteY146" fmla="*/ 4949000 h 5143500"/>
              <a:gd name="connsiteX147" fmla="*/ 294595 w 9144000"/>
              <a:gd name="connsiteY147" fmla="*/ 4960742 h 5143500"/>
              <a:gd name="connsiteX148" fmla="*/ 306337 w 9144000"/>
              <a:gd name="connsiteY148" fmla="*/ 4960742 h 5143500"/>
              <a:gd name="connsiteX149" fmla="*/ 318127 w 9144000"/>
              <a:gd name="connsiteY149" fmla="*/ 4960742 h 5143500"/>
              <a:gd name="connsiteX150" fmla="*/ 318127 w 9144000"/>
              <a:gd name="connsiteY150" fmla="*/ 4949000 h 5143500"/>
              <a:gd name="connsiteX151" fmla="*/ 318127 w 9144000"/>
              <a:gd name="connsiteY151" fmla="*/ 4937258 h 5143500"/>
              <a:gd name="connsiteX152" fmla="*/ 329869 w 9144000"/>
              <a:gd name="connsiteY152" fmla="*/ 4937258 h 5143500"/>
              <a:gd name="connsiteX153" fmla="*/ 341611 w 9144000"/>
              <a:gd name="connsiteY153" fmla="*/ 4937258 h 5143500"/>
              <a:gd name="connsiteX154" fmla="*/ 341611 w 9144000"/>
              <a:gd name="connsiteY154" fmla="*/ 4925468 h 5143500"/>
              <a:gd name="connsiteX155" fmla="*/ 341611 w 9144000"/>
              <a:gd name="connsiteY155" fmla="*/ 4913726 h 5143500"/>
              <a:gd name="connsiteX156" fmla="*/ 329869 w 9144000"/>
              <a:gd name="connsiteY156" fmla="*/ 4913726 h 5143500"/>
              <a:gd name="connsiteX157" fmla="*/ 533912 w 9144000"/>
              <a:gd name="connsiteY157" fmla="*/ 4913441 h 5143500"/>
              <a:gd name="connsiteX158" fmla="*/ 533912 w 9144000"/>
              <a:gd name="connsiteY158" fmla="*/ 4931102 h 5143500"/>
              <a:gd name="connsiteX159" fmla="*/ 523626 w 9144000"/>
              <a:gd name="connsiteY159" fmla="*/ 4931102 h 5143500"/>
              <a:gd name="connsiteX160" fmla="*/ 523626 w 9144000"/>
              <a:gd name="connsiteY160" fmla="*/ 4939933 h 5143500"/>
              <a:gd name="connsiteX161" fmla="*/ 533912 w 9144000"/>
              <a:gd name="connsiteY161" fmla="*/ 4939933 h 5143500"/>
              <a:gd name="connsiteX162" fmla="*/ 533912 w 9144000"/>
              <a:gd name="connsiteY162" fmla="*/ 4953858 h 5143500"/>
              <a:gd name="connsiteX163" fmla="*/ 555212 w 9144000"/>
              <a:gd name="connsiteY163" fmla="*/ 4975207 h 5143500"/>
              <a:gd name="connsiteX164" fmla="*/ 561859 w 9144000"/>
              <a:gd name="connsiteY164" fmla="*/ 4975207 h 5143500"/>
              <a:gd name="connsiteX165" fmla="*/ 561859 w 9144000"/>
              <a:gd name="connsiteY165" fmla="*/ 4966376 h 5143500"/>
              <a:gd name="connsiteX166" fmla="*/ 542743 w 9144000"/>
              <a:gd name="connsiteY166" fmla="*/ 4966376 h 5143500"/>
              <a:gd name="connsiteX167" fmla="*/ 542743 w 9144000"/>
              <a:gd name="connsiteY167" fmla="*/ 4939787 h 5143500"/>
              <a:gd name="connsiteX168" fmla="*/ 557299 w 9144000"/>
              <a:gd name="connsiteY168" fmla="*/ 4939787 h 5143500"/>
              <a:gd name="connsiteX169" fmla="*/ 557299 w 9144000"/>
              <a:gd name="connsiteY169" fmla="*/ 4930957 h 5143500"/>
              <a:gd name="connsiteX170" fmla="*/ 542743 w 9144000"/>
              <a:gd name="connsiteY170" fmla="*/ 4930957 h 5143500"/>
              <a:gd name="connsiteX171" fmla="*/ 542743 w 9144000"/>
              <a:gd name="connsiteY171" fmla="*/ 4913441 h 5143500"/>
              <a:gd name="connsiteX172" fmla="*/ 416348 w 9144000"/>
              <a:gd name="connsiteY172" fmla="*/ 4913441 h 5143500"/>
              <a:gd name="connsiteX173" fmla="*/ 416348 w 9144000"/>
              <a:gd name="connsiteY173" fmla="*/ 4931102 h 5143500"/>
              <a:gd name="connsiteX174" fmla="*/ 406062 w 9144000"/>
              <a:gd name="connsiteY174" fmla="*/ 4931102 h 5143500"/>
              <a:gd name="connsiteX175" fmla="*/ 406062 w 9144000"/>
              <a:gd name="connsiteY175" fmla="*/ 4939933 h 5143500"/>
              <a:gd name="connsiteX176" fmla="*/ 416348 w 9144000"/>
              <a:gd name="connsiteY176" fmla="*/ 4939933 h 5143500"/>
              <a:gd name="connsiteX177" fmla="*/ 416348 w 9144000"/>
              <a:gd name="connsiteY177" fmla="*/ 4953130 h 5143500"/>
              <a:gd name="connsiteX178" fmla="*/ 437648 w 9144000"/>
              <a:gd name="connsiteY178" fmla="*/ 4975207 h 5143500"/>
              <a:gd name="connsiteX179" fmla="*/ 441336 w 9144000"/>
              <a:gd name="connsiteY179" fmla="*/ 4975207 h 5143500"/>
              <a:gd name="connsiteX180" fmla="*/ 441336 w 9144000"/>
              <a:gd name="connsiteY180" fmla="*/ 4966376 h 5143500"/>
              <a:gd name="connsiteX181" fmla="*/ 425179 w 9144000"/>
              <a:gd name="connsiteY181" fmla="*/ 4966376 h 5143500"/>
              <a:gd name="connsiteX182" fmla="*/ 425179 w 9144000"/>
              <a:gd name="connsiteY182" fmla="*/ 4939787 h 5143500"/>
              <a:gd name="connsiteX183" fmla="*/ 436920 w 9144000"/>
              <a:gd name="connsiteY183" fmla="*/ 4939787 h 5143500"/>
              <a:gd name="connsiteX184" fmla="*/ 436920 w 9144000"/>
              <a:gd name="connsiteY184" fmla="*/ 4930957 h 5143500"/>
              <a:gd name="connsiteX185" fmla="*/ 425179 w 9144000"/>
              <a:gd name="connsiteY185" fmla="*/ 4930957 h 5143500"/>
              <a:gd name="connsiteX186" fmla="*/ 425179 w 9144000"/>
              <a:gd name="connsiteY186" fmla="*/ 4913441 h 5143500"/>
              <a:gd name="connsiteX187" fmla="*/ 0 w 9144000"/>
              <a:gd name="connsiteY187" fmla="*/ 0 h 5143500"/>
              <a:gd name="connsiteX188" fmla="*/ 9144000 w 9144000"/>
              <a:gd name="connsiteY188" fmla="*/ 0 h 5143500"/>
              <a:gd name="connsiteX189" fmla="*/ 9144000 w 9144000"/>
              <a:gd name="connsiteY189" fmla="*/ 5143500 h 5143500"/>
              <a:gd name="connsiteX190" fmla="*/ 0 w 9144000"/>
              <a:gd name="connsiteY190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9144000" h="5143500">
                <a:moveTo>
                  <a:pt x="347256" y="4985347"/>
                </a:moveTo>
                <a:cubicBezTo>
                  <a:pt x="344817" y="4985347"/>
                  <a:pt x="342841" y="4987324"/>
                  <a:pt x="342841" y="4989763"/>
                </a:cubicBezTo>
                <a:cubicBezTo>
                  <a:pt x="342841" y="4992202"/>
                  <a:pt x="344818" y="4994178"/>
                  <a:pt x="347256" y="4994178"/>
                </a:cubicBezTo>
                <a:cubicBezTo>
                  <a:pt x="349695" y="4994178"/>
                  <a:pt x="351671" y="4992201"/>
                  <a:pt x="351671" y="4989762"/>
                </a:cubicBezTo>
                <a:cubicBezTo>
                  <a:pt x="351671" y="4989746"/>
                  <a:pt x="351671" y="4989730"/>
                  <a:pt x="351671" y="4989714"/>
                </a:cubicBezTo>
                <a:cubicBezTo>
                  <a:pt x="351671" y="4987302"/>
                  <a:pt x="349716" y="4985347"/>
                  <a:pt x="347304" y="4985347"/>
                </a:cubicBezTo>
                <a:cubicBezTo>
                  <a:pt x="347288" y="4985347"/>
                  <a:pt x="347272" y="4985347"/>
                  <a:pt x="347256" y="4985347"/>
                </a:cubicBezTo>
                <a:close/>
                <a:moveTo>
                  <a:pt x="335514" y="4984571"/>
                </a:moveTo>
                <a:cubicBezTo>
                  <a:pt x="332673" y="4984571"/>
                  <a:pt x="330371" y="4986874"/>
                  <a:pt x="330371" y="4989714"/>
                </a:cubicBezTo>
                <a:cubicBezTo>
                  <a:pt x="330371" y="4992555"/>
                  <a:pt x="332673" y="4994857"/>
                  <a:pt x="335514" y="4994857"/>
                </a:cubicBezTo>
                <a:cubicBezTo>
                  <a:pt x="338354" y="4994857"/>
                  <a:pt x="340657" y="4992555"/>
                  <a:pt x="340657" y="4989714"/>
                </a:cubicBezTo>
                <a:cubicBezTo>
                  <a:pt x="340657" y="4986874"/>
                  <a:pt x="338354" y="4984571"/>
                  <a:pt x="335514" y="4984571"/>
                </a:cubicBezTo>
                <a:close/>
                <a:moveTo>
                  <a:pt x="358998" y="4972829"/>
                </a:moveTo>
                <a:cubicBezTo>
                  <a:pt x="356157" y="4972829"/>
                  <a:pt x="353855" y="4975132"/>
                  <a:pt x="353855" y="4977972"/>
                </a:cubicBezTo>
                <a:cubicBezTo>
                  <a:pt x="353855" y="4980813"/>
                  <a:pt x="356157" y="4983115"/>
                  <a:pt x="358998" y="4983115"/>
                </a:cubicBezTo>
                <a:cubicBezTo>
                  <a:pt x="361838" y="4983115"/>
                  <a:pt x="364141" y="4980813"/>
                  <a:pt x="364141" y="4977972"/>
                </a:cubicBezTo>
                <a:cubicBezTo>
                  <a:pt x="364141" y="4975132"/>
                  <a:pt x="361838" y="4972829"/>
                  <a:pt x="358998" y="4972829"/>
                </a:cubicBezTo>
                <a:close/>
                <a:moveTo>
                  <a:pt x="335514" y="4972102"/>
                </a:moveTo>
                <a:cubicBezTo>
                  <a:pt x="332273" y="4972182"/>
                  <a:pt x="329710" y="4974875"/>
                  <a:pt x="329791" y="4978117"/>
                </a:cubicBezTo>
                <a:cubicBezTo>
                  <a:pt x="329871" y="4981358"/>
                  <a:pt x="332564" y="4983921"/>
                  <a:pt x="335805" y="4983840"/>
                </a:cubicBezTo>
                <a:lnTo>
                  <a:pt x="341459" y="4978047"/>
                </a:lnTo>
                <a:lnTo>
                  <a:pt x="347256" y="4983844"/>
                </a:lnTo>
                <a:cubicBezTo>
                  <a:pt x="350498" y="4983844"/>
                  <a:pt x="353127" y="4981215"/>
                  <a:pt x="353127" y="4977973"/>
                </a:cubicBezTo>
                <a:cubicBezTo>
                  <a:pt x="353127" y="4974730"/>
                  <a:pt x="350498" y="4972102"/>
                  <a:pt x="347256" y="4972102"/>
                </a:cubicBezTo>
                <a:lnTo>
                  <a:pt x="341458" y="4977900"/>
                </a:lnTo>
                <a:lnTo>
                  <a:pt x="335660" y="4972102"/>
                </a:lnTo>
                <a:close/>
                <a:moveTo>
                  <a:pt x="370642" y="4961961"/>
                </a:moveTo>
                <a:cubicBezTo>
                  <a:pt x="368204" y="4961961"/>
                  <a:pt x="366227" y="4963938"/>
                  <a:pt x="366227" y="4966376"/>
                </a:cubicBezTo>
                <a:cubicBezTo>
                  <a:pt x="366227" y="4968815"/>
                  <a:pt x="368204" y="4970792"/>
                  <a:pt x="370642" y="4970792"/>
                </a:cubicBezTo>
                <a:cubicBezTo>
                  <a:pt x="373081" y="4970792"/>
                  <a:pt x="375057" y="4968815"/>
                  <a:pt x="375057" y="4966376"/>
                </a:cubicBezTo>
                <a:cubicBezTo>
                  <a:pt x="375057" y="4963938"/>
                  <a:pt x="373081" y="4961961"/>
                  <a:pt x="370642" y="4961961"/>
                </a:cubicBezTo>
                <a:close/>
                <a:moveTo>
                  <a:pt x="370643" y="4949297"/>
                </a:moveTo>
                <a:cubicBezTo>
                  <a:pt x="367802" y="4949297"/>
                  <a:pt x="365500" y="4951600"/>
                  <a:pt x="365500" y="4954440"/>
                </a:cubicBezTo>
                <a:cubicBezTo>
                  <a:pt x="365500" y="4957281"/>
                  <a:pt x="367802" y="4959583"/>
                  <a:pt x="370643" y="4959583"/>
                </a:cubicBezTo>
                <a:cubicBezTo>
                  <a:pt x="373483" y="4959583"/>
                  <a:pt x="375786" y="4957281"/>
                  <a:pt x="375786" y="4954440"/>
                </a:cubicBezTo>
                <a:cubicBezTo>
                  <a:pt x="375786" y="4951600"/>
                  <a:pt x="373483" y="4949297"/>
                  <a:pt x="370643" y="4949297"/>
                </a:cubicBezTo>
                <a:close/>
                <a:moveTo>
                  <a:pt x="358998" y="4948521"/>
                </a:moveTo>
                <a:cubicBezTo>
                  <a:pt x="355729" y="4948521"/>
                  <a:pt x="353079" y="4951171"/>
                  <a:pt x="353079" y="4954440"/>
                </a:cubicBezTo>
                <a:cubicBezTo>
                  <a:pt x="353079" y="4957710"/>
                  <a:pt x="355729" y="4960360"/>
                  <a:pt x="358998" y="4960360"/>
                </a:cubicBezTo>
                <a:cubicBezTo>
                  <a:pt x="355755" y="4960360"/>
                  <a:pt x="353127" y="4962989"/>
                  <a:pt x="353127" y="4966231"/>
                </a:cubicBezTo>
                <a:cubicBezTo>
                  <a:pt x="353100" y="4969500"/>
                  <a:pt x="355729" y="4972172"/>
                  <a:pt x="358998" y="4972199"/>
                </a:cubicBezTo>
                <a:cubicBezTo>
                  <a:pt x="362267" y="4972225"/>
                  <a:pt x="364939" y="4969597"/>
                  <a:pt x="364965" y="4966328"/>
                </a:cubicBezTo>
                <a:cubicBezTo>
                  <a:pt x="364992" y="4963059"/>
                  <a:pt x="362364" y="4960387"/>
                  <a:pt x="359094" y="4960360"/>
                </a:cubicBezTo>
                <a:cubicBezTo>
                  <a:pt x="359062" y="4960360"/>
                  <a:pt x="359030" y="4960360"/>
                  <a:pt x="358998" y="4960360"/>
                </a:cubicBezTo>
                <a:cubicBezTo>
                  <a:pt x="362267" y="4960360"/>
                  <a:pt x="364918" y="4957710"/>
                  <a:pt x="364918" y="4954440"/>
                </a:cubicBezTo>
                <a:cubicBezTo>
                  <a:pt x="364918" y="4951171"/>
                  <a:pt x="362267" y="4948521"/>
                  <a:pt x="358998" y="4948521"/>
                </a:cubicBezTo>
                <a:close/>
                <a:moveTo>
                  <a:pt x="625032" y="4939788"/>
                </a:moveTo>
                <a:lnTo>
                  <a:pt x="650020" y="4939788"/>
                </a:lnTo>
                <a:lnTo>
                  <a:pt x="650020" y="4948570"/>
                </a:lnTo>
                <a:lnTo>
                  <a:pt x="625032" y="4948570"/>
                </a:lnTo>
                <a:close/>
                <a:moveTo>
                  <a:pt x="487090" y="4939788"/>
                </a:moveTo>
                <a:lnTo>
                  <a:pt x="512078" y="4939788"/>
                </a:lnTo>
                <a:lnTo>
                  <a:pt x="511884" y="4948570"/>
                </a:lnTo>
                <a:lnTo>
                  <a:pt x="487090" y="4948570"/>
                </a:lnTo>
                <a:close/>
                <a:moveTo>
                  <a:pt x="573602" y="4939738"/>
                </a:moveTo>
                <a:lnTo>
                  <a:pt x="600045" y="4939738"/>
                </a:lnTo>
                <a:lnTo>
                  <a:pt x="600045" y="4966230"/>
                </a:lnTo>
                <a:lnTo>
                  <a:pt x="573602" y="4966230"/>
                </a:lnTo>
                <a:close/>
                <a:moveTo>
                  <a:pt x="737502" y="4930957"/>
                </a:moveTo>
                <a:cubicBezTo>
                  <a:pt x="737502" y="4930957"/>
                  <a:pt x="744197" y="4957740"/>
                  <a:pt x="745556" y="4963271"/>
                </a:cubicBezTo>
                <a:cubicBezTo>
                  <a:pt x="746915" y="4968803"/>
                  <a:pt x="750020" y="4975790"/>
                  <a:pt x="757395" y="4975790"/>
                </a:cubicBezTo>
                <a:lnTo>
                  <a:pt x="761713" y="4975790"/>
                </a:lnTo>
                <a:lnTo>
                  <a:pt x="761713" y="4985494"/>
                </a:lnTo>
                <a:lnTo>
                  <a:pt x="745556" y="4985494"/>
                </a:lnTo>
                <a:lnTo>
                  <a:pt x="745556" y="4994276"/>
                </a:lnTo>
                <a:lnTo>
                  <a:pt x="748516" y="4994276"/>
                </a:lnTo>
                <a:cubicBezTo>
                  <a:pt x="758603" y="4994291"/>
                  <a:pt x="767528" y="4987745"/>
                  <a:pt x="770544" y="4978119"/>
                </a:cubicBezTo>
                <a:cubicBezTo>
                  <a:pt x="772630" y="4969822"/>
                  <a:pt x="782286" y="4931103"/>
                  <a:pt x="782286" y="4931103"/>
                </a:cubicBezTo>
                <a:lnTo>
                  <a:pt x="771999" y="4930957"/>
                </a:lnTo>
                <a:lnTo>
                  <a:pt x="765401" y="4966231"/>
                </a:lnTo>
                <a:lnTo>
                  <a:pt x="754387" y="4966231"/>
                </a:lnTo>
                <a:lnTo>
                  <a:pt x="747788" y="4930957"/>
                </a:lnTo>
                <a:close/>
                <a:moveTo>
                  <a:pt x="730855" y="4930957"/>
                </a:moveTo>
                <a:cubicBezTo>
                  <a:pt x="719579" y="4930099"/>
                  <a:pt x="709743" y="4938544"/>
                  <a:pt x="708885" y="4949820"/>
                </a:cubicBezTo>
                <a:cubicBezTo>
                  <a:pt x="708842" y="4950389"/>
                  <a:pt x="708822" y="4950959"/>
                  <a:pt x="708827" y="4951530"/>
                </a:cubicBezTo>
                <a:lnTo>
                  <a:pt x="708827" y="4966086"/>
                </a:lnTo>
                <a:lnTo>
                  <a:pt x="702956" y="4966086"/>
                </a:lnTo>
                <a:lnTo>
                  <a:pt x="702956" y="4974916"/>
                </a:lnTo>
                <a:lnTo>
                  <a:pt x="733814" y="4974916"/>
                </a:lnTo>
                <a:lnTo>
                  <a:pt x="733814" y="4966086"/>
                </a:lnTo>
                <a:lnTo>
                  <a:pt x="717657" y="4966086"/>
                </a:lnTo>
                <a:lnTo>
                  <a:pt x="717657" y="4939788"/>
                </a:lnTo>
                <a:lnTo>
                  <a:pt x="730855" y="4939788"/>
                </a:lnTo>
                <a:close/>
                <a:moveTo>
                  <a:pt x="661180" y="4930957"/>
                </a:moveTo>
                <a:cubicBezTo>
                  <a:pt x="661180" y="4930957"/>
                  <a:pt x="667681" y="4955945"/>
                  <a:pt x="670010" y="4964921"/>
                </a:cubicBezTo>
                <a:cubicBezTo>
                  <a:pt x="670841" y="4971512"/>
                  <a:pt x="676623" y="4976341"/>
                  <a:pt x="683256" y="4975984"/>
                </a:cubicBezTo>
                <a:cubicBezTo>
                  <a:pt x="690534" y="4975984"/>
                  <a:pt x="694270" y="4973752"/>
                  <a:pt x="696454" y="4964921"/>
                </a:cubicBezTo>
                <a:cubicBezTo>
                  <a:pt x="698637" y="4956091"/>
                  <a:pt x="705284" y="4930957"/>
                  <a:pt x="705284" y="4930957"/>
                </a:cubicBezTo>
                <a:lnTo>
                  <a:pt x="694853" y="4930957"/>
                </a:lnTo>
                <a:lnTo>
                  <a:pt x="687526" y="4966231"/>
                </a:lnTo>
                <a:lnTo>
                  <a:pt x="678695" y="4966231"/>
                </a:lnTo>
                <a:lnTo>
                  <a:pt x="671466" y="4930957"/>
                </a:lnTo>
                <a:close/>
                <a:moveTo>
                  <a:pt x="445655" y="4930957"/>
                </a:moveTo>
                <a:lnTo>
                  <a:pt x="445655" y="4939739"/>
                </a:lnTo>
                <a:lnTo>
                  <a:pt x="458852" y="4939739"/>
                </a:lnTo>
                <a:lnTo>
                  <a:pt x="458852" y="4966231"/>
                </a:lnTo>
                <a:lnTo>
                  <a:pt x="450070" y="4966231"/>
                </a:lnTo>
                <a:lnTo>
                  <a:pt x="450070" y="4975013"/>
                </a:lnTo>
                <a:lnTo>
                  <a:pt x="476513" y="4975013"/>
                </a:lnTo>
                <a:lnTo>
                  <a:pt x="476513" y="4966231"/>
                </a:lnTo>
                <a:lnTo>
                  <a:pt x="467683" y="4966231"/>
                </a:lnTo>
                <a:lnTo>
                  <a:pt x="467683" y="4952257"/>
                </a:lnTo>
                <a:cubicBezTo>
                  <a:pt x="467683" y="4938672"/>
                  <a:pt x="458852" y="4930957"/>
                  <a:pt x="445655" y="4930957"/>
                </a:cubicBezTo>
                <a:close/>
                <a:moveTo>
                  <a:pt x="586848" y="4930228"/>
                </a:moveTo>
                <a:cubicBezTo>
                  <a:pt x="574253" y="4930202"/>
                  <a:pt x="564022" y="4940390"/>
                  <a:pt x="563995" y="4952984"/>
                </a:cubicBezTo>
                <a:cubicBezTo>
                  <a:pt x="563968" y="4965579"/>
                  <a:pt x="574156" y="4975810"/>
                  <a:pt x="586751" y="4975837"/>
                </a:cubicBezTo>
                <a:cubicBezTo>
                  <a:pt x="599345" y="4975864"/>
                  <a:pt x="609577" y="4965676"/>
                  <a:pt x="609603" y="4953081"/>
                </a:cubicBezTo>
                <a:cubicBezTo>
                  <a:pt x="609603" y="4953049"/>
                  <a:pt x="609603" y="4953017"/>
                  <a:pt x="609603" y="4952984"/>
                </a:cubicBezTo>
                <a:cubicBezTo>
                  <a:pt x="609874" y="4940688"/>
                  <a:pt x="600126" y="4930499"/>
                  <a:pt x="587829" y="4930228"/>
                </a:cubicBezTo>
                <a:cubicBezTo>
                  <a:pt x="587502" y="4930221"/>
                  <a:pt x="587175" y="4930221"/>
                  <a:pt x="586848" y="4930228"/>
                </a:cubicBezTo>
                <a:close/>
                <a:moveTo>
                  <a:pt x="500054" y="4930221"/>
                </a:moveTo>
                <a:cubicBezTo>
                  <a:pt x="499889" y="4930222"/>
                  <a:pt x="499724" y="4930224"/>
                  <a:pt x="499560" y="4930229"/>
                </a:cubicBezTo>
                <a:lnTo>
                  <a:pt x="499366" y="4930229"/>
                </a:lnTo>
                <a:cubicBezTo>
                  <a:pt x="487151" y="4929881"/>
                  <a:pt x="476967" y="4939500"/>
                  <a:pt x="476619" y="4951714"/>
                </a:cubicBezTo>
                <a:cubicBezTo>
                  <a:pt x="476613" y="4951895"/>
                  <a:pt x="476610" y="4952076"/>
                  <a:pt x="476610" y="4952257"/>
                </a:cubicBezTo>
                <a:cubicBezTo>
                  <a:pt x="476604" y="4964546"/>
                  <a:pt x="486355" y="4974620"/>
                  <a:pt x="498638" y="4975013"/>
                </a:cubicBezTo>
                <a:lnTo>
                  <a:pt x="517755" y="4975013"/>
                </a:lnTo>
                <a:lnTo>
                  <a:pt x="517755" y="4966231"/>
                </a:lnTo>
                <a:lnTo>
                  <a:pt x="487090" y="4966231"/>
                </a:lnTo>
                <a:lnTo>
                  <a:pt x="487090" y="4957400"/>
                </a:lnTo>
                <a:lnTo>
                  <a:pt x="522364" y="4957400"/>
                </a:lnTo>
                <a:lnTo>
                  <a:pt x="522364" y="4952257"/>
                </a:lnTo>
                <a:cubicBezTo>
                  <a:pt x="522289" y="4940011"/>
                  <a:pt x="512300" y="4930145"/>
                  <a:pt x="500054" y="4930221"/>
                </a:cubicBezTo>
                <a:close/>
                <a:moveTo>
                  <a:pt x="638045" y="4930220"/>
                </a:moveTo>
                <a:cubicBezTo>
                  <a:pt x="637864" y="4930221"/>
                  <a:pt x="637683" y="4930224"/>
                  <a:pt x="637502" y="4930229"/>
                </a:cubicBezTo>
                <a:cubicBezTo>
                  <a:pt x="625261" y="4929881"/>
                  <a:pt x="615055" y="4939521"/>
                  <a:pt x="614706" y="4951763"/>
                </a:cubicBezTo>
                <a:cubicBezTo>
                  <a:pt x="614702" y="4951927"/>
                  <a:pt x="614699" y="4952092"/>
                  <a:pt x="614698" y="4952257"/>
                </a:cubicBezTo>
                <a:cubicBezTo>
                  <a:pt x="614692" y="4964564"/>
                  <a:pt x="624473" y="4974646"/>
                  <a:pt x="636774" y="4975013"/>
                </a:cubicBezTo>
                <a:lnTo>
                  <a:pt x="655843" y="4975013"/>
                </a:lnTo>
                <a:lnTo>
                  <a:pt x="655843" y="4966231"/>
                </a:lnTo>
                <a:lnTo>
                  <a:pt x="624984" y="4966231"/>
                </a:lnTo>
                <a:lnTo>
                  <a:pt x="624984" y="4957400"/>
                </a:lnTo>
                <a:lnTo>
                  <a:pt x="660258" y="4957400"/>
                </a:lnTo>
                <a:lnTo>
                  <a:pt x="660258" y="4952257"/>
                </a:lnTo>
                <a:cubicBezTo>
                  <a:pt x="660209" y="4940038"/>
                  <a:pt x="650264" y="4930172"/>
                  <a:pt x="638045" y="4930220"/>
                </a:cubicBezTo>
                <a:close/>
                <a:moveTo>
                  <a:pt x="459046" y="4915139"/>
                </a:moveTo>
                <a:cubicBezTo>
                  <a:pt x="455590" y="4915112"/>
                  <a:pt x="452766" y="4917893"/>
                  <a:pt x="452739" y="4921350"/>
                </a:cubicBezTo>
                <a:cubicBezTo>
                  <a:pt x="452739" y="4921366"/>
                  <a:pt x="452739" y="4921382"/>
                  <a:pt x="452739" y="4921398"/>
                </a:cubicBezTo>
                <a:cubicBezTo>
                  <a:pt x="452739" y="4924836"/>
                  <a:pt x="455511" y="4927630"/>
                  <a:pt x="458949" y="4927657"/>
                </a:cubicBezTo>
                <a:cubicBezTo>
                  <a:pt x="462406" y="4927684"/>
                  <a:pt x="465230" y="4924903"/>
                  <a:pt x="465257" y="4921447"/>
                </a:cubicBezTo>
                <a:cubicBezTo>
                  <a:pt x="465283" y="4917990"/>
                  <a:pt x="462503" y="4915166"/>
                  <a:pt x="459046" y="4915139"/>
                </a:cubicBezTo>
                <a:close/>
                <a:moveTo>
                  <a:pt x="318127" y="4913726"/>
                </a:moveTo>
                <a:lnTo>
                  <a:pt x="318127" y="4925468"/>
                </a:lnTo>
                <a:lnTo>
                  <a:pt x="306337" y="4925468"/>
                </a:lnTo>
                <a:lnTo>
                  <a:pt x="306337" y="4937258"/>
                </a:lnTo>
                <a:lnTo>
                  <a:pt x="294595" y="4937258"/>
                </a:lnTo>
                <a:lnTo>
                  <a:pt x="294595" y="4949000"/>
                </a:lnTo>
                <a:lnTo>
                  <a:pt x="294595" y="4960742"/>
                </a:lnTo>
                <a:lnTo>
                  <a:pt x="306337" y="4960742"/>
                </a:lnTo>
                <a:lnTo>
                  <a:pt x="318127" y="4960742"/>
                </a:lnTo>
                <a:lnTo>
                  <a:pt x="318127" y="4949000"/>
                </a:lnTo>
                <a:lnTo>
                  <a:pt x="318127" y="4937258"/>
                </a:lnTo>
                <a:lnTo>
                  <a:pt x="329869" y="4937258"/>
                </a:lnTo>
                <a:lnTo>
                  <a:pt x="341611" y="4937258"/>
                </a:lnTo>
                <a:lnTo>
                  <a:pt x="341611" y="4925468"/>
                </a:lnTo>
                <a:lnTo>
                  <a:pt x="341611" y="4913726"/>
                </a:lnTo>
                <a:lnTo>
                  <a:pt x="329869" y="4913726"/>
                </a:lnTo>
                <a:close/>
                <a:moveTo>
                  <a:pt x="533912" y="4913441"/>
                </a:moveTo>
                <a:lnTo>
                  <a:pt x="533912" y="4931102"/>
                </a:lnTo>
                <a:lnTo>
                  <a:pt x="523626" y="4931102"/>
                </a:lnTo>
                <a:lnTo>
                  <a:pt x="523626" y="4939933"/>
                </a:lnTo>
                <a:lnTo>
                  <a:pt x="533912" y="4939933"/>
                </a:lnTo>
                <a:lnTo>
                  <a:pt x="533912" y="4953858"/>
                </a:lnTo>
                <a:cubicBezTo>
                  <a:pt x="533912" y="4967104"/>
                  <a:pt x="540511" y="4975207"/>
                  <a:pt x="555212" y="4975207"/>
                </a:cubicBezTo>
                <a:lnTo>
                  <a:pt x="561859" y="4975207"/>
                </a:lnTo>
                <a:lnTo>
                  <a:pt x="561859" y="4966376"/>
                </a:lnTo>
                <a:lnTo>
                  <a:pt x="542743" y="4966376"/>
                </a:lnTo>
                <a:lnTo>
                  <a:pt x="542743" y="4939787"/>
                </a:lnTo>
                <a:lnTo>
                  <a:pt x="557299" y="4939787"/>
                </a:lnTo>
                <a:lnTo>
                  <a:pt x="557299" y="4930957"/>
                </a:lnTo>
                <a:lnTo>
                  <a:pt x="542743" y="4930957"/>
                </a:lnTo>
                <a:lnTo>
                  <a:pt x="542743" y="4913441"/>
                </a:lnTo>
                <a:close/>
                <a:moveTo>
                  <a:pt x="416348" y="4913441"/>
                </a:moveTo>
                <a:lnTo>
                  <a:pt x="416348" y="4931102"/>
                </a:lnTo>
                <a:lnTo>
                  <a:pt x="406062" y="4931102"/>
                </a:lnTo>
                <a:lnTo>
                  <a:pt x="406062" y="4939933"/>
                </a:lnTo>
                <a:lnTo>
                  <a:pt x="416348" y="4939933"/>
                </a:lnTo>
                <a:lnTo>
                  <a:pt x="416348" y="4953130"/>
                </a:lnTo>
                <a:cubicBezTo>
                  <a:pt x="416348" y="4966376"/>
                  <a:pt x="422947" y="4975207"/>
                  <a:pt x="437648" y="4975207"/>
                </a:cubicBezTo>
                <a:lnTo>
                  <a:pt x="441336" y="4975207"/>
                </a:lnTo>
                <a:lnTo>
                  <a:pt x="441336" y="4966376"/>
                </a:lnTo>
                <a:lnTo>
                  <a:pt x="425179" y="4966376"/>
                </a:lnTo>
                <a:lnTo>
                  <a:pt x="425179" y="4939787"/>
                </a:lnTo>
                <a:lnTo>
                  <a:pt x="436920" y="4939787"/>
                </a:lnTo>
                <a:lnTo>
                  <a:pt x="436920" y="4930957"/>
                </a:lnTo>
                <a:lnTo>
                  <a:pt x="425179" y="4930957"/>
                </a:lnTo>
                <a:lnTo>
                  <a:pt x="425179" y="4913441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88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87338" y="735013"/>
            <a:ext cx="3273091" cy="17931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your quote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93DDC7-6347-4E7C-80D6-CA23706A068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83829" y="231775"/>
            <a:ext cx="3276600" cy="365208"/>
          </a:xfrm>
        </p:spPr>
        <p:txBody>
          <a:bodyPr tIns="36000">
            <a:normAutofit/>
          </a:bodyPr>
          <a:lstStyle>
            <a:lvl1pPr marL="0" indent="0">
              <a:spcBef>
                <a:spcPts val="0"/>
              </a:spcBef>
              <a:buClr>
                <a:schemeClr val="accent6"/>
              </a:buClr>
              <a:buFont typeface="+mj-lt"/>
              <a:buNone/>
              <a:defRPr sz="1200">
                <a:solidFill>
                  <a:srgbClr val="E9EC6B"/>
                </a:solidFill>
              </a:defRPr>
            </a:lvl1pPr>
            <a:lvl2pPr marL="234950" indent="0">
              <a:buClr>
                <a:schemeClr val="accent6"/>
              </a:buClr>
              <a:buFont typeface="+mj-lt"/>
              <a:buNone/>
              <a:defRPr>
                <a:solidFill>
                  <a:schemeClr val="bg1"/>
                </a:solidFill>
              </a:defRPr>
            </a:lvl2pPr>
            <a:lvl3pPr marL="587375" indent="-174625">
              <a:buClr>
                <a:schemeClr val="accent6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768350" indent="-188913">
              <a:buClr>
                <a:schemeClr val="accent6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946150" indent="-177800">
              <a:buClr>
                <a:schemeClr val="accent6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Add intro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C43ACE-919E-4F14-B57A-476B078BDADC}"/>
              </a:ext>
            </a:extLst>
          </p:cNvPr>
          <p:cNvSpPr>
            <a:spLocks noGrp="1"/>
          </p:cNvSpPr>
          <p:nvPr userDrawn="1"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8C85202-0B59-48F2-8674-991A71F862D0}"/>
              </a:ext>
            </a:extLst>
          </p:cNvPr>
          <p:cNvSpPr>
            <a:spLocks noGrp="1"/>
          </p:cNvSpPr>
          <p:nvPr userDrawn="1"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C77536-C884-4A81-AE68-002872FF9735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2319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3" pos="4513">
          <p15:clr>
            <a:srgbClr val="FBAE40"/>
          </p15:clr>
        </p15:guide>
        <p15:guide id="4" pos="2245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1">
    <p:bg>
      <p:bgPr>
        <a:solidFill>
          <a:schemeClr val="accent2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CBC1972-8065-4A53-B307-68AB4006EBA4}"/>
              </a:ext>
            </a:extLst>
          </p:cNvPr>
          <p:cNvSpPr/>
          <p:nvPr userDrawn="1"/>
        </p:nvSpPr>
        <p:spPr>
          <a:xfrm>
            <a:off x="4604362" y="0"/>
            <a:ext cx="453963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1380D2C-E53A-487E-B484-96C822075E1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137498 w 4572000"/>
              <a:gd name="connsiteY0" fmla="*/ 2070213 h 5143500"/>
              <a:gd name="connsiteX1" fmla="*/ 124631 w 4572000"/>
              <a:gd name="connsiteY1" fmla="*/ 2081770 h 5143500"/>
              <a:gd name="connsiteX2" fmla="*/ 124631 w 4572000"/>
              <a:gd name="connsiteY2" fmla="*/ 2081817 h 5143500"/>
              <a:gd name="connsiteX3" fmla="*/ 137158 w 4572000"/>
              <a:gd name="connsiteY3" fmla="*/ 2093986 h 5143500"/>
              <a:gd name="connsiteX4" fmla="*/ 149674 w 4572000"/>
              <a:gd name="connsiteY4" fmla="*/ 2082425 h 5143500"/>
              <a:gd name="connsiteX5" fmla="*/ 137498 w 4572000"/>
              <a:gd name="connsiteY5" fmla="*/ 2070213 h 5143500"/>
              <a:gd name="connsiteX6" fmla="*/ 137789 w 4572000"/>
              <a:gd name="connsiteY6" fmla="*/ 1765449 h 5143500"/>
              <a:gd name="connsiteX7" fmla="*/ 112056 w 4572000"/>
              <a:gd name="connsiteY7" fmla="*/ 1788657 h 5143500"/>
              <a:gd name="connsiteX8" fmla="*/ 112056 w 4572000"/>
              <a:gd name="connsiteY8" fmla="*/ 1788707 h 5143500"/>
              <a:gd name="connsiteX9" fmla="*/ 137157 w 4572000"/>
              <a:gd name="connsiteY9" fmla="*/ 1813090 h 5143500"/>
              <a:gd name="connsiteX10" fmla="*/ 162245 w 4572000"/>
              <a:gd name="connsiteY10" fmla="*/ 1789873 h 5143500"/>
              <a:gd name="connsiteX11" fmla="*/ 137789 w 4572000"/>
              <a:gd name="connsiteY11" fmla="*/ 1765449 h 5143500"/>
              <a:gd name="connsiteX12" fmla="*/ 137498 w 4572000"/>
              <a:gd name="connsiteY12" fmla="*/ 1484172 h 5143500"/>
              <a:gd name="connsiteX13" fmla="*/ 124631 w 4572000"/>
              <a:gd name="connsiteY13" fmla="*/ 1495729 h 5143500"/>
              <a:gd name="connsiteX14" fmla="*/ 124631 w 4572000"/>
              <a:gd name="connsiteY14" fmla="*/ 1495874 h 5143500"/>
              <a:gd name="connsiteX15" fmla="*/ 137157 w 4572000"/>
              <a:gd name="connsiteY15" fmla="*/ 1507945 h 5143500"/>
              <a:gd name="connsiteX16" fmla="*/ 149674 w 4572000"/>
              <a:gd name="connsiteY16" fmla="*/ 1496384 h 5143500"/>
              <a:gd name="connsiteX17" fmla="*/ 137498 w 4572000"/>
              <a:gd name="connsiteY17" fmla="*/ 1484172 h 5143500"/>
              <a:gd name="connsiteX18" fmla="*/ 137498 w 4572000"/>
              <a:gd name="connsiteY18" fmla="*/ 1191246 h 5143500"/>
              <a:gd name="connsiteX19" fmla="*/ 124631 w 4572000"/>
              <a:gd name="connsiteY19" fmla="*/ 1202803 h 5143500"/>
              <a:gd name="connsiteX20" fmla="*/ 124631 w 4572000"/>
              <a:gd name="connsiteY20" fmla="*/ 1202948 h 5143500"/>
              <a:gd name="connsiteX21" fmla="*/ 137157 w 4572000"/>
              <a:gd name="connsiteY21" fmla="*/ 1215019 h 5143500"/>
              <a:gd name="connsiteX22" fmla="*/ 149674 w 4572000"/>
              <a:gd name="connsiteY22" fmla="*/ 1203458 h 5143500"/>
              <a:gd name="connsiteX23" fmla="*/ 137498 w 4572000"/>
              <a:gd name="connsiteY23" fmla="*/ 1191246 h 5143500"/>
              <a:gd name="connsiteX24" fmla="*/ 137449 w 4572000"/>
              <a:gd name="connsiteY24" fmla="*/ 898320 h 5143500"/>
              <a:gd name="connsiteX25" fmla="*/ 124631 w 4572000"/>
              <a:gd name="connsiteY25" fmla="*/ 909924 h 5143500"/>
              <a:gd name="connsiteX26" fmla="*/ 137158 w 4572000"/>
              <a:gd name="connsiteY26" fmla="*/ 922093 h 5143500"/>
              <a:gd name="connsiteX27" fmla="*/ 149679 w 4572000"/>
              <a:gd name="connsiteY27" fmla="*/ 910486 h 5143500"/>
              <a:gd name="connsiteX28" fmla="*/ 137449 w 4572000"/>
              <a:gd name="connsiteY28" fmla="*/ 898320 h 5143500"/>
              <a:gd name="connsiteX29" fmla="*/ 137744 w 4572000"/>
              <a:gd name="connsiteY29" fmla="*/ 593738 h 5143500"/>
              <a:gd name="connsiteX30" fmla="*/ 112056 w 4572000"/>
              <a:gd name="connsiteY30" fmla="*/ 616998 h 5143500"/>
              <a:gd name="connsiteX31" fmla="*/ 137158 w 4572000"/>
              <a:gd name="connsiteY31" fmla="*/ 641384 h 5143500"/>
              <a:gd name="connsiteX32" fmla="*/ 162244 w 4572000"/>
              <a:gd name="connsiteY32" fmla="*/ 618121 h 5143500"/>
              <a:gd name="connsiteX33" fmla="*/ 137744 w 4572000"/>
              <a:gd name="connsiteY33" fmla="*/ 593738 h 5143500"/>
              <a:gd name="connsiteX34" fmla="*/ 137449 w 4572000"/>
              <a:gd name="connsiteY34" fmla="*/ 312467 h 5143500"/>
              <a:gd name="connsiteX35" fmla="*/ 124631 w 4572000"/>
              <a:gd name="connsiteY35" fmla="*/ 324071 h 5143500"/>
              <a:gd name="connsiteX36" fmla="*/ 137158 w 4572000"/>
              <a:gd name="connsiteY36" fmla="*/ 336240 h 5143500"/>
              <a:gd name="connsiteX37" fmla="*/ 149679 w 4572000"/>
              <a:gd name="connsiteY37" fmla="*/ 324633 h 5143500"/>
              <a:gd name="connsiteX38" fmla="*/ 137449 w 4572000"/>
              <a:gd name="connsiteY38" fmla="*/ 312467 h 5143500"/>
              <a:gd name="connsiteX39" fmla="*/ 0 w 4572000"/>
              <a:gd name="connsiteY39" fmla="*/ 0 h 5143500"/>
              <a:gd name="connsiteX40" fmla="*/ 4572000 w 4572000"/>
              <a:gd name="connsiteY40" fmla="*/ 0 h 5143500"/>
              <a:gd name="connsiteX41" fmla="*/ 4572000 w 4572000"/>
              <a:gd name="connsiteY41" fmla="*/ 5143500 h 5143500"/>
              <a:gd name="connsiteX42" fmla="*/ 0 w 4572000"/>
              <a:gd name="connsiteY42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572000" h="5143500">
                <a:moveTo>
                  <a:pt x="137498" y="2070213"/>
                </a:moveTo>
                <a:cubicBezTo>
                  <a:pt x="130585" y="2070030"/>
                  <a:pt x="124824" y="2075207"/>
                  <a:pt x="124631" y="2081770"/>
                </a:cubicBezTo>
                <a:cubicBezTo>
                  <a:pt x="124631" y="2081784"/>
                  <a:pt x="124631" y="2081802"/>
                  <a:pt x="124631" y="2081817"/>
                </a:cubicBezTo>
                <a:cubicBezTo>
                  <a:pt x="124547" y="2088463"/>
                  <a:pt x="130161" y="2093912"/>
                  <a:pt x="137158" y="2093986"/>
                </a:cubicBezTo>
                <a:cubicBezTo>
                  <a:pt x="143939" y="2093982"/>
                  <a:pt x="149486" y="2088862"/>
                  <a:pt x="149674" y="2082425"/>
                </a:cubicBezTo>
                <a:cubicBezTo>
                  <a:pt x="149866" y="2075863"/>
                  <a:pt x="144413" y="2070395"/>
                  <a:pt x="137498" y="2070213"/>
                </a:cubicBezTo>
                <a:close/>
                <a:moveTo>
                  <a:pt x="137789" y="1765449"/>
                </a:moveTo>
                <a:cubicBezTo>
                  <a:pt x="123931" y="1765111"/>
                  <a:pt x="112411" y="1775503"/>
                  <a:pt x="112056" y="1788657"/>
                </a:cubicBezTo>
                <a:cubicBezTo>
                  <a:pt x="112056" y="1788675"/>
                  <a:pt x="112056" y="1788689"/>
                  <a:pt x="112056" y="1788707"/>
                </a:cubicBezTo>
                <a:cubicBezTo>
                  <a:pt x="111893" y="1802020"/>
                  <a:pt x="123132" y="1812936"/>
                  <a:pt x="137157" y="1813090"/>
                </a:cubicBezTo>
                <a:cubicBezTo>
                  <a:pt x="150769" y="1813086"/>
                  <a:pt x="161893" y="1802788"/>
                  <a:pt x="162245" y="1789873"/>
                </a:cubicBezTo>
                <a:cubicBezTo>
                  <a:pt x="162595" y="1776720"/>
                  <a:pt x="151651" y="1765781"/>
                  <a:pt x="137789" y="1765449"/>
                </a:cubicBezTo>
                <a:close/>
                <a:moveTo>
                  <a:pt x="137498" y="1484172"/>
                </a:moveTo>
                <a:cubicBezTo>
                  <a:pt x="130584" y="1483989"/>
                  <a:pt x="124823" y="1489166"/>
                  <a:pt x="124631" y="1495729"/>
                </a:cubicBezTo>
                <a:cubicBezTo>
                  <a:pt x="124631" y="1495776"/>
                  <a:pt x="124631" y="1495823"/>
                  <a:pt x="124631" y="1495874"/>
                </a:cubicBezTo>
                <a:cubicBezTo>
                  <a:pt x="124577" y="1502488"/>
                  <a:pt x="130184" y="1507895"/>
                  <a:pt x="137157" y="1507945"/>
                </a:cubicBezTo>
                <a:cubicBezTo>
                  <a:pt x="143938" y="1507941"/>
                  <a:pt x="149486" y="1502821"/>
                  <a:pt x="149674" y="1496384"/>
                </a:cubicBezTo>
                <a:cubicBezTo>
                  <a:pt x="149866" y="1489822"/>
                  <a:pt x="144412" y="1484354"/>
                  <a:pt x="137498" y="1484172"/>
                </a:cubicBezTo>
                <a:close/>
                <a:moveTo>
                  <a:pt x="137498" y="1191246"/>
                </a:moveTo>
                <a:cubicBezTo>
                  <a:pt x="130584" y="1191064"/>
                  <a:pt x="124823" y="1196240"/>
                  <a:pt x="124631" y="1202803"/>
                </a:cubicBezTo>
                <a:cubicBezTo>
                  <a:pt x="124631" y="1202850"/>
                  <a:pt x="124631" y="1202897"/>
                  <a:pt x="124631" y="1202948"/>
                </a:cubicBezTo>
                <a:cubicBezTo>
                  <a:pt x="124577" y="1209562"/>
                  <a:pt x="130184" y="1214969"/>
                  <a:pt x="137157" y="1215019"/>
                </a:cubicBezTo>
                <a:cubicBezTo>
                  <a:pt x="143938" y="1215015"/>
                  <a:pt x="149486" y="1209895"/>
                  <a:pt x="149674" y="1203458"/>
                </a:cubicBezTo>
                <a:cubicBezTo>
                  <a:pt x="149866" y="1196896"/>
                  <a:pt x="144412" y="1191428"/>
                  <a:pt x="137498" y="1191246"/>
                </a:cubicBezTo>
                <a:close/>
                <a:moveTo>
                  <a:pt x="137449" y="898320"/>
                </a:moveTo>
                <a:cubicBezTo>
                  <a:pt x="130535" y="898165"/>
                  <a:pt x="124795" y="903361"/>
                  <a:pt x="124631" y="909924"/>
                </a:cubicBezTo>
                <a:cubicBezTo>
                  <a:pt x="124552" y="916570"/>
                  <a:pt x="130161" y="922019"/>
                  <a:pt x="137158" y="922093"/>
                </a:cubicBezTo>
                <a:cubicBezTo>
                  <a:pt x="143959" y="922093"/>
                  <a:pt x="149516" y="916941"/>
                  <a:pt x="149679" y="910486"/>
                </a:cubicBezTo>
                <a:cubicBezTo>
                  <a:pt x="149841" y="903923"/>
                  <a:pt x="144367" y="898474"/>
                  <a:pt x="137449" y="898320"/>
                </a:cubicBezTo>
                <a:close/>
                <a:moveTo>
                  <a:pt x="137744" y="593738"/>
                </a:moveTo>
                <a:cubicBezTo>
                  <a:pt x="123881" y="593429"/>
                  <a:pt x="112381" y="603844"/>
                  <a:pt x="112056" y="616998"/>
                </a:cubicBezTo>
                <a:cubicBezTo>
                  <a:pt x="111918" y="630301"/>
                  <a:pt x="123142" y="641207"/>
                  <a:pt x="137158" y="641384"/>
                </a:cubicBezTo>
                <a:cubicBezTo>
                  <a:pt x="150789" y="641381"/>
                  <a:pt x="161924" y="631054"/>
                  <a:pt x="162244" y="618121"/>
                </a:cubicBezTo>
                <a:cubicBezTo>
                  <a:pt x="162570" y="604968"/>
                  <a:pt x="151602" y="594052"/>
                  <a:pt x="137744" y="593738"/>
                </a:cubicBezTo>
                <a:close/>
                <a:moveTo>
                  <a:pt x="137449" y="312467"/>
                </a:moveTo>
                <a:cubicBezTo>
                  <a:pt x="130535" y="312312"/>
                  <a:pt x="124795" y="317508"/>
                  <a:pt x="124631" y="324071"/>
                </a:cubicBezTo>
                <a:cubicBezTo>
                  <a:pt x="124552" y="330717"/>
                  <a:pt x="130161" y="336166"/>
                  <a:pt x="137158" y="336240"/>
                </a:cubicBezTo>
                <a:cubicBezTo>
                  <a:pt x="143959" y="336240"/>
                  <a:pt x="149516" y="331088"/>
                  <a:pt x="149679" y="324633"/>
                </a:cubicBezTo>
                <a:cubicBezTo>
                  <a:pt x="149841" y="318071"/>
                  <a:pt x="144367" y="312621"/>
                  <a:pt x="137449" y="312467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7" name="Dots">
            <a:extLst>
              <a:ext uri="{FF2B5EF4-FFF2-40B4-BE49-F238E27FC236}">
                <a16:creationId xmlns:a16="http://schemas.microsoft.com/office/drawing/2014/main" id="{EE9EFEE1-081D-43C2-B79D-9A03DAD01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2916303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accent1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accent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2824965" cy="2583344"/>
          </a:xfrm>
        </p:spPr>
        <p:txBody>
          <a:bodyPr anchor="b"/>
          <a:lstStyle>
            <a:lvl1pPr algn="l">
              <a:defRPr sz="4400" b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Add text for example Thank you</a:t>
            </a:r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2B055659-967E-4FB4-B761-219916CE0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890836"/>
            <a:ext cx="2705129" cy="365125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808080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/>
              <a:t>Click to add date and/or presenters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0360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629A0C0-C4FA-4BD5-B2B6-6748A116A518}"/>
              </a:ext>
            </a:extLst>
          </p:cNvPr>
          <p:cNvSpPr/>
          <p:nvPr userDrawn="1"/>
        </p:nvSpPr>
        <p:spPr>
          <a:xfrm>
            <a:off x="4604362" y="0"/>
            <a:ext cx="4539638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1380D2C-E53A-487E-B484-96C822075E1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137498 w 4572000"/>
              <a:gd name="connsiteY0" fmla="*/ 2070213 h 5143500"/>
              <a:gd name="connsiteX1" fmla="*/ 124631 w 4572000"/>
              <a:gd name="connsiteY1" fmla="*/ 2081770 h 5143500"/>
              <a:gd name="connsiteX2" fmla="*/ 124631 w 4572000"/>
              <a:gd name="connsiteY2" fmla="*/ 2081817 h 5143500"/>
              <a:gd name="connsiteX3" fmla="*/ 137158 w 4572000"/>
              <a:gd name="connsiteY3" fmla="*/ 2093986 h 5143500"/>
              <a:gd name="connsiteX4" fmla="*/ 149674 w 4572000"/>
              <a:gd name="connsiteY4" fmla="*/ 2082425 h 5143500"/>
              <a:gd name="connsiteX5" fmla="*/ 137498 w 4572000"/>
              <a:gd name="connsiteY5" fmla="*/ 2070213 h 5143500"/>
              <a:gd name="connsiteX6" fmla="*/ 137789 w 4572000"/>
              <a:gd name="connsiteY6" fmla="*/ 1765449 h 5143500"/>
              <a:gd name="connsiteX7" fmla="*/ 112056 w 4572000"/>
              <a:gd name="connsiteY7" fmla="*/ 1788657 h 5143500"/>
              <a:gd name="connsiteX8" fmla="*/ 112056 w 4572000"/>
              <a:gd name="connsiteY8" fmla="*/ 1788707 h 5143500"/>
              <a:gd name="connsiteX9" fmla="*/ 137157 w 4572000"/>
              <a:gd name="connsiteY9" fmla="*/ 1813090 h 5143500"/>
              <a:gd name="connsiteX10" fmla="*/ 162245 w 4572000"/>
              <a:gd name="connsiteY10" fmla="*/ 1789873 h 5143500"/>
              <a:gd name="connsiteX11" fmla="*/ 137789 w 4572000"/>
              <a:gd name="connsiteY11" fmla="*/ 1765449 h 5143500"/>
              <a:gd name="connsiteX12" fmla="*/ 137498 w 4572000"/>
              <a:gd name="connsiteY12" fmla="*/ 1484172 h 5143500"/>
              <a:gd name="connsiteX13" fmla="*/ 124631 w 4572000"/>
              <a:gd name="connsiteY13" fmla="*/ 1495729 h 5143500"/>
              <a:gd name="connsiteX14" fmla="*/ 124631 w 4572000"/>
              <a:gd name="connsiteY14" fmla="*/ 1495874 h 5143500"/>
              <a:gd name="connsiteX15" fmla="*/ 137157 w 4572000"/>
              <a:gd name="connsiteY15" fmla="*/ 1507945 h 5143500"/>
              <a:gd name="connsiteX16" fmla="*/ 149674 w 4572000"/>
              <a:gd name="connsiteY16" fmla="*/ 1496384 h 5143500"/>
              <a:gd name="connsiteX17" fmla="*/ 137498 w 4572000"/>
              <a:gd name="connsiteY17" fmla="*/ 1484172 h 5143500"/>
              <a:gd name="connsiteX18" fmla="*/ 137498 w 4572000"/>
              <a:gd name="connsiteY18" fmla="*/ 1191246 h 5143500"/>
              <a:gd name="connsiteX19" fmla="*/ 124631 w 4572000"/>
              <a:gd name="connsiteY19" fmla="*/ 1202803 h 5143500"/>
              <a:gd name="connsiteX20" fmla="*/ 124631 w 4572000"/>
              <a:gd name="connsiteY20" fmla="*/ 1202948 h 5143500"/>
              <a:gd name="connsiteX21" fmla="*/ 137157 w 4572000"/>
              <a:gd name="connsiteY21" fmla="*/ 1215019 h 5143500"/>
              <a:gd name="connsiteX22" fmla="*/ 149674 w 4572000"/>
              <a:gd name="connsiteY22" fmla="*/ 1203458 h 5143500"/>
              <a:gd name="connsiteX23" fmla="*/ 137498 w 4572000"/>
              <a:gd name="connsiteY23" fmla="*/ 1191246 h 5143500"/>
              <a:gd name="connsiteX24" fmla="*/ 137449 w 4572000"/>
              <a:gd name="connsiteY24" fmla="*/ 898320 h 5143500"/>
              <a:gd name="connsiteX25" fmla="*/ 124631 w 4572000"/>
              <a:gd name="connsiteY25" fmla="*/ 909924 h 5143500"/>
              <a:gd name="connsiteX26" fmla="*/ 137158 w 4572000"/>
              <a:gd name="connsiteY26" fmla="*/ 922093 h 5143500"/>
              <a:gd name="connsiteX27" fmla="*/ 149679 w 4572000"/>
              <a:gd name="connsiteY27" fmla="*/ 910486 h 5143500"/>
              <a:gd name="connsiteX28" fmla="*/ 137449 w 4572000"/>
              <a:gd name="connsiteY28" fmla="*/ 898320 h 5143500"/>
              <a:gd name="connsiteX29" fmla="*/ 137744 w 4572000"/>
              <a:gd name="connsiteY29" fmla="*/ 593738 h 5143500"/>
              <a:gd name="connsiteX30" fmla="*/ 112056 w 4572000"/>
              <a:gd name="connsiteY30" fmla="*/ 616998 h 5143500"/>
              <a:gd name="connsiteX31" fmla="*/ 137158 w 4572000"/>
              <a:gd name="connsiteY31" fmla="*/ 641384 h 5143500"/>
              <a:gd name="connsiteX32" fmla="*/ 162244 w 4572000"/>
              <a:gd name="connsiteY32" fmla="*/ 618121 h 5143500"/>
              <a:gd name="connsiteX33" fmla="*/ 137744 w 4572000"/>
              <a:gd name="connsiteY33" fmla="*/ 593738 h 5143500"/>
              <a:gd name="connsiteX34" fmla="*/ 137449 w 4572000"/>
              <a:gd name="connsiteY34" fmla="*/ 312467 h 5143500"/>
              <a:gd name="connsiteX35" fmla="*/ 124631 w 4572000"/>
              <a:gd name="connsiteY35" fmla="*/ 324071 h 5143500"/>
              <a:gd name="connsiteX36" fmla="*/ 137158 w 4572000"/>
              <a:gd name="connsiteY36" fmla="*/ 336240 h 5143500"/>
              <a:gd name="connsiteX37" fmla="*/ 149679 w 4572000"/>
              <a:gd name="connsiteY37" fmla="*/ 324633 h 5143500"/>
              <a:gd name="connsiteX38" fmla="*/ 137449 w 4572000"/>
              <a:gd name="connsiteY38" fmla="*/ 312467 h 5143500"/>
              <a:gd name="connsiteX39" fmla="*/ 0 w 4572000"/>
              <a:gd name="connsiteY39" fmla="*/ 0 h 5143500"/>
              <a:gd name="connsiteX40" fmla="*/ 4572000 w 4572000"/>
              <a:gd name="connsiteY40" fmla="*/ 0 h 5143500"/>
              <a:gd name="connsiteX41" fmla="*/ 4572000 w 4572000"/>
              <a:gd name="connsiteY41" fmla="*/ 5143500 h 5143500"/>
              <a:gd name="connsiteX42" fmla="*/ 0 w 4572000"/>
              <a:gd name="connsiteY42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572000" h="5143500">
                <a:moveTo>
                  <a:pt x="137498" y="2070213"/>
                </a:moveTo>
                <a:cubicBezTo>
                  <a:pt x="130585" y="2070030"/>
                  <a:pt x="124824" y="2075207"/>
                  <a:pt x="124631" y="2081770"/>
                </a:cubicBezTo>
                <a:cubicBezTo>
                  <a:pt x="124631" y="2081784"/>
                  <a:pt x="124631" y="2081802"/>
                  <a:pt x="124631" y="2081817"/>
                </a:cubicBezTo>
                <a:cubicBezTo>
                  <a:pt x="124547" y="2088463"/>
                  <a:pt x="130161" y="2093912"/>
                  <a:pt x="137158" y="2093986"/>
                </a:cubicBezTo>
                <a:cubicBezTo>
                  <a:pt x="143939" y="2093982"/>
                  <a:pt x="149486" y="2088862"/>
                  <a:pt x="149674" y="2082425"/>
                </a:cubicBezTo>
                <a:cubicBezTo>
                  <a:pt x="149866" y="2075863"/>
                  <a:pt x="144413" y="2070395"/>
                  <a:pt x="137498" y="2070213"/>
                </a:cubicBezTo>
                <a:close/>
                <a:moveTo>
                  <a:pt x="137789" y="1765449"/>
                </a:moveTo>
                <a:cubicBezTo>
                  <a:pt x="123931" y="1765111"/>
                  <a:pt x="112411" y="1775503"/>
                  <a:pt x="112056" y="1788657"/>
                </a:cubicBezTo>
                <a:cubicBezTo>
                  <a:pt x="112056" y="1788675"/>
                  <a:pt x="112056" y="1788689"/>
                  <a:pt x="112056" y="1788707"/>
                </a:cubicBezTo>
                <a:cubicBezTo>
                  <a:pt x="111893" y="1802020"/>
                  <a:pt x="123132" y="1812936"/>
                  <a:pt x="137157" y="1813090"/>
                </a:cubicBezTo>
                <a:cubicBezTo>
                  <a:pt x="150769" y="1813086"/>
                  <a:pt x="161893" y="1802788"/>
                  <a:pt x="162245" y="1789873"/>
                </a:cubicBezTo>
                <a:cubicBezTo>
                  <a:pt x="162595" y="1776720"/>
                  <a:pt x="151651" y="1765781"/>
                  <a:pt x="137789" y="1765449"/>
                </a:cubicBezTo>
                <a:close/>
                <a:moveTo>
                  <a:pt x="137498" y="1484172"/>
                </a:moveTo>
                <a:cubicBezTo>
                  <a:pt x="130584" y="1483989"/>
                  <a:pt x="124823" y="1489166"/>
                  <a:pt x="124631" y="1495729"/>
                </a:cubicBezTo>
                <a:cubicBezTo>
                  <a:pt x="124631" y="1495776"/>
                  <a:pt x="124631" y="1495823"/>
                  <a:pt x="124631" y="1495874"/>
                </a:cubicBezTo>
                <a:cubicBezTo>
                  <a:pt x="124577" y="1502488"/>
                  <a:pt x="130184" y="1507895"/>
                  <a:pt x="137157" y="1507945"/>
                </a:cubicBezTo>
                <a:cubicBezTo>
                  <a:pt x="143938" y="1507941"/>
                  <a:pt x="149486" y="1502821"/>
                  <a:pt x="149674" y="1496384"/>
                </a:cubicBezTo>
                <a:cubicBezTo>
                  <a:pt x="149866" y="1489822"/>
                  <a:pt x="144412" y="1484354"/>
                  <a:pt x="137498" y="1484172"/>
                </a:cubicBezTo>
                <a:close/>
                <a:moveTo>
                  <a:pt x="137498" y="1191246"/>
                </a:moveTo>
                <a:cubicBezTo>
                  <a:pt x="130584" y="1191064"/>
                  <a:pt x="124823" y="1196240"/>
                  <a:pt x="124631" y="1202803"/>
                </a:cubicBezTo>
                <a:cubicBezTo>
                  <a:pt x="124631" y="1202850"/>
                  <a:pt x="124631" y="1202897"/>
                  <a:pt x="124631" y="1202948"/>
                </a:cubicBezTo>
                <a:cubicBezTo>
                  <a:pt x="124577" y="1209562"/>
                  <a:pt x="130184" y="1214969"/>
                  <a:pt x="137157" y="1215019"/>
                </a:cubicBezTo>
                <a:cubicBezTo>
                  <a:pt x="143938" y="1215015"/>
                  <a:pt x="149486" y="1209895"/>
                  <a:pt x="149674" y="1203458"/>
                </a:cubicBezTo>
                <a:cubicBezTo>
                  <a:pt x="149866" y="1196896"/>
                  <a:pt x="144412" y="1191428"/>
                  <a:pt x="137498" y="1191246"/>
                </a:cubicBezTo>
                <a:close/>
                <a:moveTo>
                  <a:pt x="137449" y="898320"/>
                </a:moveTo>
                <a:cubicBezTo>
                  <a:pt x="130535" y="898165"/>
                  <a:pt x="124795" y="903361"/>
                  <a:pt x="124631" y="909924"/>
                </a:cubicBezTo>
                <a:cubicBezTo>
                  <a:pt x="124552" y="916570"/>
                  <a:pt x="130161" y="922019"/>
                  <a:pt x="137158" y="922093"/>
                </a:cubicBezTo>
                <a:cubicBezTo>
                  <a:pt x="143959" y="922093"/>
                  <a:pt x="149516" y="916941"/>
                  <a:pt x="149679" y="910486"/>
                </a:cubicBezTo>
                <a:cubicBezTo>
                  <a:pt x="149841" y="903923"/>
                  <a:pt x="144367" y="898474"/>
                  <a:pt x="137449" y="898320"/>
                </a:cubicBezTo>
                <a:close/>
                <a:moveTo>
                  <a:pt x="137744" y="593738"/>
                </a:moveTo>
                <a:cubicBezTo>
                  <a:pt x="123881" y="593429"/>
                  <a:pt x="112381" y="603844"/>
                  <a:pt x="112056" y="616998"/>
                </a:cubicBezTo>
                <a:cubicBezTo>
                  <a:pt x="111918" y="630301"/>
                  <a:pt x="123142" y="641207"/>
                  <a:pt x="137158" y="641384"/>
                </a:cubicBezTo>
                <a:cubicBezTo>
                  <a:pt x="150789" y="641381"/>
                  <a:pt x="161924" y="631054"/>
                  <a:pt x="162244" y="618121"/>
                </a:cubicBezTo>
                <a:cubicBezTo>
                  <a:pt x="162570" y="604968"/>
                  <a:pt x="151602" y="594052"/>
                  <a:pt x="137744" y="593738"/>
                </a:cubicBezTo>
                <a:close/>
                <a:moveTo>
                  <a:pt x="137449" y="312467"/>
                </a:moveTo>
                <a:cubicBezTo>
                  <a:pt x="130535" y="312312"/>
                  <a:pt x="124795" y="317508"/>
                  <a:pt x="124631" y="324071"/>
                </a:cubicBezTo>
                <a:cubicBezTo>
                  <a:pt x="124552" y="330717"/>
                  <a:pt x="130161" y="336166"/>
                  <a:pt x="137158" y="336240"/>
                </a:cubicBezTo>
                <a:cubicBezTo>
                  <a:pt x="143959" y="336240"/>
                  <a:pt x="149516" y="331088"/>
                  <a:pt x="149679" y="324633"/>
                </a:cubicBezTo>
                <a:cubicBezTo>
                  <a:pt x="149841" y="318071"/>
                  <a:pt x="144367" y="312621"/>
                  <a:pt x="137449" y="312467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to add picture</a:t>
            </a:r>
            <a:endParaRPr lang="en-GB" dirty="0"/>
          </a:p>
        </p:txBody>
      </p:sp>
      <p:sp>
        <p:nvSpPr>
          <p:cNvPr id="37" name="Dots">
            <a:extLst>
              <a:ext uri="{FF2B5EF4-FFF2-40B4-BE49-F238E27FC236}">
                <a16:creationId xmlns:a16="http://schemas.microsoft.com/office/drawing/2014/main" id="{EE9EFEE1-081D-43C2-B79D-9A03DAD01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2916303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tx2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2824965" cy="2583344"/>
          </a:xfrm>
        </p:spPr>
        <p:txBody>
          <a:bodyPr anchor="b"/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text for example Thank you</a:t>
            </a:r>
            <a:endParaRPr lang="en-GB" dirty="0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2B055659-967E-4FB4-B761-219916CE0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890836"/>
            <a:ext cx="2705129" cy="365125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DEB59F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/>
              <a:t>Click to add date and/or presenters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3155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3">
    <p:bg>
      <p:bgPr>
        <a:solidFill>
          <a:schemeClr val="accent2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9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accent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2824965" cy="2583344"/>
          </a:xfrm>
        </p:spPr>
        <p:txBody>
          <a:bodyPr anchor="b"/>
          <a:lstStyle>
            <a:lvl1pPr algn="l">
              <a:defRPr sz="4400" b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Add text for example Thank you</a:t>
            </a:r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2B055659-967E-4FB4-B761-219916CE0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890836"/>
            <a:ext cx="2705129" cy="365125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808080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 dirty="0"/>
              <a:t>Click to add date and/or presenters name</a:t>
            </a:r>
          </a:p>
        </p:txBody>
      </p:sp>
      <p:sp>
        <p:nvSpPr>
          <p:cNvPr id="35" name="Dots">
            <a:extLst>
              <a:ext uri="{FF2B5EF4-FFF2-40B4-BE49-F238E27FC236}">
                <a16:creationId xmlns:a16="http://schemas.microsoft.com/office/drawing/2014/main" id="{4C816F69-5068-4908-9804-E11DD367E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accent1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1945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9">
            <a:extLst>
              <a:ext uri="{FF2B5EF4-FFF2-40B4-BE49-F238E27FC236}">
                <a16:creationId xmlns:a16="http://schemas.microsoft.com/office/drawing/2014/main" id="{E1AED2E5-EACC-4379-8B86-BDCC33C4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1125" y="4482250"/>
            <a:ext cx="1535077" cy="256610"/>
            <a:chOff x="301852" y="4913727"/>
            <a:chExt cx="487916" cy="81562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261" y="231776"/>
            <a:ext cx="2824965" cy="2583344"/>
          </a:xfrm>
        </p:spPr>
        <p:txBody>
          <a:bodyPr anchor="b"/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text for example Thank you</a:t>
            </a:r>
            <a:endParaRPr lang="en-GB" dirty="0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2B055659-967E-4FB4-B761-219916CE0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261" y="3890836"/>
            <a:ext cx="2705129" cy="365125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rgbClr val="DEB59F"/>
                </a:solidFill>
              </a:defRPr>
            </a:lvl1pPr>
            <a:lvl2pPr marL="179388" indent="0">
              <a:buNone/>
              <a:defRPr/>
            </a:lvl2pPr>
            <a:lvl3pPr marL="360362" indent="0">
              <a:buNone/>
              <a:defRPr/>
            </a:lvl3pPr>
            <a:lvl4pPr marL="539750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en-GB"/>
              <a:t>Click to add date and/or presenters name</a:t>
            </a:r>
            <a:endParaRPr lang="en-GB" dirty="0"/>
          </a:p>
        </p:txBody>
      </p:sp>
      <p:sp>
        <p:nvSpPr>
          <p:cNvPr id="35" name="Dots">
            <a:extLst>
              <a:ext uri="{FF2B5EF4-FFF2-40B4-BE49-F238E27FC236}">
                <a16:creationId xmlns:a16="http://schemas.microsoft.com/office/drawing/2014/main" id="{D001CC6F-BFCA-4280-BE24-68BE1C518787}"/>
              </a:ext>
            </a:extLst>
          </p:cNvPr>
          <p:cNvSpPr/>
          <p:nvPr userDrawn="1"/>
        </p:nvSpPr>
        <p:spPr>
          <a:xfrm rot="16200000">
            <a:off x="7037018" y="276035"/>
            <a:ext cx="1793181" cy="184272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tx2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1476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461063" y="1120388"/>
            <a:ext cx="2079000" cy="3681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08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br>
              <a:rPr lang="en-GB" sz="675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675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Images </a:t>
            </a:r>
            <a:r>
              <a:rPr lang="en-GB" altLang="da-DK" sz="675" b="0" i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in the Templafy pane</a:t>
            </a:r>
            <a:b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675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</a:p>
          <a:p>
            <a:pPr eaLnBrk="1" hangingPunct="1">
              <a:spcBef>
                <a:spcPts val="900"/>
              </a:spcBef>
              <a:spcAft>
                <a:spcPts val="450"/>
              </a:spcAft>
              <a:defRPr/>
            </a:pPr>
            <a:r>
              <a:rPr lang="en-GB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675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right-click and choose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675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675" b="0" i="0" dirty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</a:p>
        </p:txBody>
      </p:sp>
      <p:pic>
        <p:nvPicPr>
          <p:cNvPr id="27" name="Billede 26">
            <a:extLst>
              <a:ext uri="{FF2B5EF4-FFF2-40B4-BE49-F238E27FC236}">
                <a16:creationId xmlns:a16="http://schemas.microsoft.com/office/drawing/2014/main" id="{3A5D5234-21E3-4579-AE5E-A650C0CF9F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50863" y="1456513"/>
            <a:ext cx="229340" cy="274388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82185" y="3020215"/>
            <a:ext cx="235341" cy="407925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93942" y="1120388"/>
            <a:ext cx="2079000" cy="3894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Do this at the very end to apply the changes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all slides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(write the desired text, click date or Slide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number from or to)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 to All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selected slide</a:t>
            </a:r>
          </a:p>
          <a:p>
            <a:pPr eaLnBrk="1" hangingPunct="1">
              <a:spcAft>
                <a:spcPts val="450"/>
              </a:spcAft>
              <a:defRPr/>
            </a:pPr>
            <a:endParaRPr lang="en-GB" altLang="da-DK" sz="675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 options are available: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675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675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675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675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675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predefined slides and elements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using the Templafy pane. Choose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 elements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from the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buttons in the Templafy pane on the 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right side of the screen</a:t>
            </a:r>
            <a:endParaRPr lang="en-GB" altLang="da-DK" sz="675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5" name="Fast overskrift">
            <a:extLst>
              <a:ext uri="{FF2B5EF4-FFF2-40B4-BE49-F238E27FC236}">
                <a16:creationId xmlns:a16="http://schemas.microsoft.com/office/drawing/2014/main" id="{09C05D50-8477-4113-8B72-9C373B0FF9F9}"/>
              </a:ext>
            </a:extLst>
          </p:cNvPr>
          <p:cNvSpPr txBox="1"/>
          <p:nvPr userDrawn="1"/>
        </p:nvSpPr>
        <p:spPr>
          <a:xfrm>
            <a:off x="287338" y="240670"/>
            <a:ext cx="8569325" cy="48762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GB" sz="24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TIPS &amp; TRICKS - YOUR USER GUIDE</a:t>
            </a:r>
          </a:p>
        </p:txBody>
      </p:sp>
      <p:pic>
        <p:nvPicPr>
          <p:cNvPr id="19" name="Picture 12">
            <a:extLst>
              <a:ext uri="{FF2B5EF4-FFF2-40B4-BE49-F238E27FC236}">
                <a16:creationId xmlns:a16="http://schemas.microsoft.com/office/drawing/2014/main" id="{D59A1415-DF88-48C2-BFBD-2900D34A9A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72942" y="1587362"/>
            <a:ext cx="283720" cy="407525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AD27C8A6-3124-4A11-900D-2C649BB3C7C9}" type="datetime4">
              <a:rPr lang="en-GB" smtClean="0"/>
              <a:t>02 July 2026</a:t>
            </a:fld>
            <a:endParaRPr lang="en-GB" dirty="0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51435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3901" t="45142" r="62601" b="9046"/>
          <a:stretch/>
        </p:blipFill>
        <p:spPr>
          <a:xfrm>
            <a:off x="5537581" y="2482382"/>
            <a:ext cx="255903" cy="241280"/>
          </a:xfrm>
          <a:prstGeom prst="rect">
            <a:avLst/>
          </a:prstGeom>
        </p:spPr>
      </p:pic>
      <p:sp>
        <p:nvSpPr>
          <p:cNvPr id="24" name="Text Box 2">
            <a:extLst>
              <a:ext uri="{FF2B5EF4-FFF2-40B4-BE49-F238E27FC236}">
                <a16:creationId xmlns:a16="http://schemas.microsoft.com/office/drawing/2014/main" id="{8B1B4749-2B7E-4474-A2D3-2B2892ADCA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7338" y="1120388"/>
            <a:ext cx="2079000" cy="3487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08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US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US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US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to jump though bullet-point levels. 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 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and</a:t>
            </a: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675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sz="675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675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675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675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  <a:br>
              <a:rPr lang="en-GB" sz="675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sz="675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eaLnBrk="1" hangingPunct="1">
              <a:spcAft>
                <a:spcPts val="450"/>
              </a:spcAft>
              <a:defRPr/>
            </a:pP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675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  <a:endParaRPr lang="en-GB" altLang="da-DK" sz="675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450"/>
              </a:spcAft>
              <a:buFont typeface="+mj-lt"/>
              <a:buNone/>
            </a:pPr>
            <a:r>
              <a:rPr lang="en-GB" sz="675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Click on the arrow next to </a:t>
            </a:r>
            <a:r>
              <a:rPr lang="en-GB" sz="675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Layout </a:t>
            </a:r>
            <a:r>
              <a:rPr lang="en-GB" sz="675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to view a dropdown menu of possible slide layouts</a:t>
            </a:r>
            <a:br>
              <a:rPr lang="en-GB" sz="675" noProof="0" dirty="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endParaRPr lang="en-GB" sz="675" noProof="0" dirty="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  <a:p>
            <a:pPr eaLnBrk="1" hangingPunct="1">
              <a:spcAft>
                <a:spcPts val="450"/>
              </a:spcAft>
              <a:defRPr/>
            </a:pPr>
            <a:r>
              <a:rPr lang="en-GB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675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675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675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675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675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  <a:endParaRPr lang="en-GB" sz="675" dirty="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B8CEB7-8718-40FB-BCC9-2AC96094B83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330238" y="3644419"/>
            <a:ext cx="356571" cy="132572"/>
          </a:xfrm>
          <a:prstGeom prst="rect">
            <a:avLst/>
          </a:prstGeom>
        </p:spPr>
      </p:pic>
      <p:pic>
        <p:nvPicPr>
          <p:cNvPr id="29" name="Picture 16">
            <a:extLst>
              <a:ext uri="{FF2B5EF4-FFF2-40B4-BE49-F238E27FC236}">
                <a16:creationId xmlns:a16="http://schemas.microsoft.com/office/drawing/2014/main" id="{1543AAD2-58D2-4DCE-A080-AFA6A459F60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330238" y="3003681"/>
            <a:ext cx="246661" cy="379126"/>
          </a:xfrm>
          <a:prstGeom prst="rect">
            <a:avLst/>
          </a:prstGeom>
        </p:spPr>
      </p:pic>
      <p:pic>
        <p:nvPicPr>
          <p:cNvPr id="30" name="Picture 20">
            <a:extLst>
              <a:ext uri="{FF2B5EF4-FFF2-40B4-BE49-F238E27FC236}">
                <a16:creationId xmlns:a16="http://schemas.microsoft.com/office/drawing/2014/main" id="{F410AF64-93DE-4C35-8AC4-D2AFA638F57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332261" y="4318893"/>
            <a:ext cx="403849" cy="12963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AAFDC93-9DCC-4CE4-B8D7-6137FEEF048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330238" y="1874737"/>
            <a:ext cx="342857" cy="1928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2A5FDF-69DC-4DD2-BFF8-3478E75DBB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50000" t="50000" b="4554"/>
          <a:stretch/>
        </p:blipFill>
        <p:spPr>
          <a:xfrm>
            <a:off x="5501467" y="2020948"/>
            <a:ext cx="328131" cy="27438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428E528-3C21-43A5-9A1F-5FC8A3BB1E92}"/>
              </a:ext>
            </a:extLst>
          </p:cNvPr>
          <p:cNvGrpSpPr/>
          <p:nvPr userDrawn="1"/>
        </p:nvGrpSpPr>
        <p:grpSpPr>
          <a:xfrm>
            <a:off x="8078513" y="4518475"/>
            <a:ext cx="743810" cy="288491"/>
            <a:chOff x="10992821" y="4404000"/>
            <a:chExt cx="1588357" cy="61605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44E7E5B-C2F8-47A1-8626-A6E32640159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1" t="29690" r="1315"/>
            <a:stretch/>
          </p:blipFill>
          <p:spPr>
            <a:xfrm>
              <a:off x="10992821" y="4404000"/>
              <a:ext cx="1588357" cy="616052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065702C-2099-41C8-904A-A3616CD11C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21641" t="72894" r="72046" b="1834"/>
            <a:stretch/>
          </p:blipFill>
          <p:spPr>
            <a:xfrm>
              <a:off x="12479578" y="4785230"/>
              <a:ext cx="101600" cy="221441"/>
            </a:xfrm>
            <a:prstGeom prst="rect">
              <a:avLst/>
            </a:prstGeom>
          </p:spPr>
        </p:pic>
      </p:grpSp>
      <p:pic>
        <p:nvPicPr>
          <p:cNvPr id="34" name="Picture 2">
            <a:extLst>
              <a:ext uri="{FF2B5EF4-FFF2-40B4-BE49-F238E27FC236}">
                <a16:creationId xmlns:a16="http://schemas.microsoft.com/office/drawing/2014/main" id="{23C2B142-78D9-4D1A-A62B-85445D78273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330238" y="2407138"/>
            <a:ext cx="192857" cy="2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8401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07942-7619-7714-2C5C-85840FDA6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B443F-8BA9-724A-1993-9B199C3A6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93F0B-4BD6-E9E1-080F-21B71CD6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C8B52-D71A-412C-B06D-0A328C94491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9B2EC-283B-D79F-DB30-1B0E081B3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5E37A-2856-B61A-A500-35FC29779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325A3-B494-4B1C-91EF-47151C3D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528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C0B0F9-1E40-0CE7-86C9-A6F5D9B4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57749-3A90-4A92-960A-3827BBA9D1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5A3C0-1660-BCED-74E3-C87235748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F6CC5-D4FE-07A4-F1B1-FC8DB495F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86278-126C-48D2-AECC-E6D0F43A0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84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ags" Target="../tags/tag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Relationship Id="rId65" Type="http://schemas.openxmlformats.org/officeDocument/2006/relationships/tags" Target="../tags/tag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7338" y="231774"/>
            <a:ext cx="8569325" cy="100806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7338" y="1384301"/>
            <a:ext cx="8569324" cy="324008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Level 1, </a:t>
            </a:r>
            <a:r>
              <a:rPr lang="en-US" dirty="0" err="1"/>
              <a:t>Tietoevry</a:t>
            </a:r>
            <a:r>
              <a:rPr lang="en-US" dirty="0"/>
              <a:t> sans light 11</a:t>
            </a:r>
          </a:p>
          <a:p>
            <a:pPr lvl="1"/>
            <a:r>
              <a:rPr lang="en-US" dirty="0"/>
              <a:t>Level 2, </a:t>
            </a:r>
            <a:r>
              <a:rPr lang="en-US" dirty="0" err="1"/>
              <a:t>Tietoevry</a:t>
            </a:r>
            <a:r>
              <a:rPr lang="en-US" dirty="0"/>
              <a:t> sans light 11</a:t>
            </a:r>
          </a:p>
          <a:p>
            <a:pPr lvl="2"/>
            <a:r>
              <a:rPr lang="en-US" dirty="0"/>
              <a:t>Level 3, </a:t>
            </a:r>
            <a:r>
              <a:rPr lang="en-US" dirty="0" err="1"/>
              <a:t>Tietoevry</a:t>
            </a:r>
            <a:r>
              <a:rPr lang="en-US" dirty="0"/>
              <a:t> sans light 11</a:t>
            </a:r>
          </a:p>
          <a:p>
            <a:pPr lvl="3"/>
            <a:r>
              <a:rPr lang="en-US" dirty="0"/>
              <a:t>Level 4, </a:t>
            </a:r>
            <a:r>
              <a:rPr lang="en-US" dirty="0" err="1"/>
              <a:t>Tietoevry</a:t>
            </a:r>
            <a:r>
              <a:rPr lang="en-US" dirty="0"/>
              <a:t> sans medium 11</a:t>
            </a:r>
          </a:p>
          <a:p>
            <a:pPr lvl="4"/>
            <a:r>
              <a:rPr lang="en-GB" dirty="0"/>
              <a:t>Level 5, </a:t>
            </a:r>
            <a:r>
              <a:rPr lang="en-GB" dirty="0" err="1"/>
              <a:t>Tietoevry</a:t>
            </a:r>
            <a:r>
              <a:rPr lang="en-GB" dirty="0"/>
              <a:t> sans medium 11 (Maroon colour)</a:t>
            </a:r>
          </a:p>
          <a:p>
            <a:pPr lvl="5"/>
            <a:r>
              <a:rPr lang="en-US" dirty="0"/>
              <a:t>Level 6, </a:t>
            </a:r>
            <a:r>
              <a:rPr lang="en-US" dirty="0" err="1"/>
              <a:t>Tietoevry</a:t>
            </a:r>
            <a:r>
              <a:rPr lang="en-US" dirty="0"/>
              <a:t> sans light 16 (Boardroom)</a:t>
            </a:r>
          </a:p>
          <a:p>
            <a:pPr lvl="6"/>
            <a:r>
              <a:rPr lang="en-US" dirty="0"/>
              <a:t>Level 7, </a:t>
            </a:r>
            <a:r>
              <a:rPr lang="en-US" dirty="0" err="1"/>
              <a:t>Tietoevry</a:t>
            </a:r>
            <a:r>
              <a:rPr lang="en-US" dirty="0"/>
              <a:t> sans light 20 (Classroom)</a:t>
            </a:r>
          </a:p>
          <a:p>
            <a:pPr lvl="7"/>
            <a:r>
              <a:rPr lang="en-US" dirty="0"/>
              <a:t>Level 8, </a:t>
            </a:r>
            <a:r>
              <a:rPr lang="en-US" dirty="0" err="1"/>
              <a:t>Tietoevry</a:t>
            </a:r>
            <a:r>
              <a:rPr lang="en-US" dirty="0"/>
              <a:t> sans light 24 (Ballroom)</a:t>
            </a:r>
          </a:p>
          <a:p>
            <a:pPr lvl="8"/>
            <a:r>
              <a:rPr lang="en-US" dirty="0"/>
              <a:t>Level 9,Tietoevry sans thin 36 (Infographics)</a:t>
            </a:r>
          </a:p>
          <a:p>
            <a:pPr lvl="8"/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054" y="4889414"/>
            <a:ext cx="2057400" cy="1293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BEBEBE"/>
                </a:solidFill>
              </a:defRPr>
            </a:lvl1pPr>
          </a:lstStyle>
          <a:p>
            <a:r>
              <a:rPr lang="en-US"/>
              <a:t>December 14, 2021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0621" y="4889414"/>
            <a:ext cx="513396" cy="12938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700">
                <a:solidFill>
                  <a:srgbClr val="BEBEBE"/>
                </a:solidFill>
              </a:defRPr>
            </a:lvl1pPr>
          </a:lstStyle>
          <a:p>
            <a:r>
              <a:rPr lang="en-GB"/>
              <a:t>Internal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687" y="4889414"/>
            <a:ext cx="316567" cy="12938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BEBEBE"/>
                </a:solidFill>
              </a:defRPr>
            </a:lvl1pPr>
          </a:lstStyle>
          <a:p>
            <a:fld id="{61E25E67-CBB9-434B-BBF7-0A5E970272B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21" name="Graphic 19">
            <a:extLst>
              <a:ext uri="{FF2B5EF4-FFF2-40B4-BE49-F238E27FC236}">
                <a16:creationId xmlns:a16="http://schemas.microsoft.com/office/drawing/2014/main" id="{25FB6CBA-568C-4561-9F8B-63353D60C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4595" y="4913727"/>
            <a:ext cx="487916" cy="81562"/>
            <a:chOff x="301852" y="4913727"/>
            <a:chExt cx="487916" cy="81562"/>
          </a:xfrm>
          <a:solidFill>
            <a:srgbClr val="BEBEBE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5553F2-FBCD-4BC0-89B1-C3C6B071A465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6E97CA0-2B3D-4EC7-8814-4B1885DAA8A1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436BE29-9A5E-4924-96C1-C8FD6399636D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4302BD2-1721-4C2B-918F-37EDB2DA2136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AA81E65-F43B-4507-962E-4E125887B53C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8C82DF7-08D7-4B3C-A2EE-3F151BD3E0D2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E78D303-7B1B-4CA5-98B1-5150A7C5556C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45B777B-422A-42E1-9FEF-493C5441CEB7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0D0337E-6257-43B6-8A33-5D5B00F11F62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CDA05F-0DFB-434E-8D63-F21AC9981CFC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61AAF30-1E5F-4CD3-9063-4CD80BA1F755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A0A60F8-03A2-4F61-B78E-3B95B56313E6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BAFDD46-3F79-4ABA-99B9-5B4F6A10C616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61AE0C9-4144-43F9-A524-8675A64D4BEF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CCFBA73-1C05-4642-8FD7-EC0C2827D718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B432E7C-57D1-4945-8842-A6509C2261F7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36BA895-901A-4EA1-839D-68CDC919D650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773566D-F5D6-45EA-8088-C1671AE93497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E19993-6F5D-408F-A761-CFB189BD3ED2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609AB2E-EE1C-4E2C-93C7-D22EF0230ADD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1" name="xxLanguageTextBox">
            <a:extLst>
              <a:ext uri="{FF2B5EF4-FFF2-40B4-BE49-F238E27FC236}">
                <a16:creationId xmlns:a16="http://schemas.microsoft.com/office/drawing/2014/main" id="{58F81A98-8A90-4939-8305-1BD77D15340D}"/>
              </a:ext>
            </a:extLst>
          </p:cNvPr>
          <p:cNvSpPr/>
          <p:nvPr userDrawn="1">
            <p:custDataLst>
              <p:tags r:id="rId61"/>
            </p:custDataLst>
          </p:nvPr>
        </p:nvSpPr>
        <p:spPr>
          <a:xfrm>
            <a:off x="0" y="0"/>
            <a:ext cx="12700" cy="127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xxLanguageTextBox">
            <a:extLst>
              <a:ext uri="{FF2B5EF4-FFF2-40B4-BE49-F238E27FC236}">
                <a16:creationId xmlns:a16="http://schemas.microsoft.com/office/drawing/2014/main" id="{0BA9C109-60A0-4CD7-8604-CA1350B8399E}"/>
              </a:ext>
            </a:extLst>
          </p:cNvPr>
          <p:cNvSpPr/>
          <p:nvPr userDrawn="1">
            <p:custDataLst>
              <p:tags r:id="rId62"/>
            </p:custDataLst>
          </p:nvPr>
        </p:nvSpPr>
        <p:spPr>
          <a:xfrm>
            <a:off x="0" y="0"/>
            <a:ext cx="127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xxLanguageTextBox">
            <a:extLst>
              <a:ext uri="{FF2B5EF4-FFF2-40B4-BE49-F238E27FC236}">
                <a16:creationId xmlns:a16="http://schemas.microsoft.com/office/drawing/2014/main" id="{E3424136-D07B-4809-A0D0-DF64A4998C65}"/>
              </a:ext>
            </a:extLst>
          </p:cNvPr>
          <p:cNvSpPr/>
          <p:nvPr userDrawn="1">
            <p:custDataLst>
              <p:tags r:id="rId63"/>
            </p:custDataLst>
          </p:nvPr>
        </p:nvSpPr>
        <p:spPr>
          <a:xfrm>
            <a:off x="0" y="0"/>
            <a:ext cx="127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xxLanguageTextBox">
            <a:extLst>
              <a:ext uri="{FF2B5EF4-FFF2-40B4-BE49-F238E27FC236}">
                <a16:creationId xmlns:a16="http://schemas.microsoft.com/office/drawing/2014/main" id="{44890CA2-8BA5-4DAF-A661-773C108C9506}"/>
              </a:ext>
            </a:extLst>
          </p:cNvPr>
          <p:cNvSpPr/>
          <p:nvPr userDrawn="1">
            <p:custDataLst>
              <p:tags r:id="rId64"/>
            </p:custDataLst>
          </p:nvPr>
        </p:nvSpPr>
        <p:spPr>
          <a:xfrm>
            <a:off x="0" y="0"/>
            <a:ext cx="127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xxLanguageTextBox">
            <a:extLst>
              <a:ext uri="{FF2B5EF4-FFF2-40B4-BE49-F238E27FC236}">
                <a16:creationId xmlns:a16="http://schemas.microsoft.com/office/drawing/2014/main" id="{E61FCD24-C515-4CE0-8F76-ED33AB0DF48C}"/>
              </a:ext>
            </a:extLst>
          </p:cNvPr>
          <p:cNvSpPr/>
          <p:nvPr userDrawn="1">
            <p:custDataLst>
              <p:tags r:id="rId65"/>
            </p:custDataLst>
          </p:nvPr>
        </p:nvSpPr>
        <p:spPr>
          <a:xfrm>
            <a:off x="0" y="0"/>
            <a:ext cx="127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89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7" r:id="rId2"/>
    <p:sldLayoutId id="2147483679" r:id="rId3"/>
    <p:sldLayoutId id="2147483678" r:id="rId4"/>
    <p:sldLayoutId id="2147483700" r:id="rId5"/>
    <p:sldLayoutId id="2147483701" r:id="rId6"/>
    <p:sldLayoutId id="2147483702" r:id="rId7"/>
    <p:sldLayoutId id="2147483682" r:id="rId8"/>
    <p:sldLayoutId id="2147483680" r:id="rId9"/>
    <p:sldLayoutId id="2147483724" r:id="rId10"/>
    <p:sldLayoutId id="2147483725" r:id="rId11"/>
    <p:sldLayoutId id="2147483683" r:id="rId12"/>
    <p:sldLayoutId id="2147483684" r:id="rId13"/>
    <p:sldLayoutId id="2147483686" r:id="rId14"/>
    <p:sldLayoutId id="2147483685" r:id="rId15"/>
    <p:sldLayoutId id="2147483687" r:id="rId16"/>
    <p:sldLayoutId id="2147483688" r:id="rId17"/>
    <p:sldLayoutId id="2147483727" r:id="rId18"/>
    <p:sldLayoutId id="2147483691" r:id="rId19"/>
    <p:sldLayoutId id="2147483730" r:id="rId20"/>
    <p:sldLayoutId id="2147483721" r:id="rId21"/>
    <p:sldLayoutId id="2147483692" r:id="rId22"/>
    <p:sldLayoutId id="2147483731" r:id="rId23"/>
    <p:sldLayoutId id="2147483732" r:id="rId24"/>
    <p:sldLayoutId id="2147483717" r:id="rId25"/>
    <p:sldLayoutId id="2147483733" r:id="rId26"/>
    <p:sldLayoutId id="2147483723" r:id="rId27"/>
    <p:sldLayoutId id="2147483722" r:id="rId28"/>
    <p:sldLayoutId id="2147483734" r:id="rId29"/>
    <p:sldLayoutId id="2147483735" r:id="rId30"/>
    <p:sldLayoutId id="2147483737" r:id="rId31"/>
    <p:sldLayoutId id="2147483738" r:id="rId32"/>
    <p:sldLayoutId id="2147483708" r:id="rId33"/>
    <p:sldLayoutId id="2147483719" r:id="rId34"/>
    <p:sldLayoutId id="2147483673" r:id="rId35"/>
    <p:sldLayoutId id="2147483674" r:id="rId36"/>
    <p:sldLayoutId id="2147483675" r:id="rId37"/>
    <p:sldLayoutId id="2147483676" r:id="rId38"/>
    <p:sldLayoutId id="2147483711" r:id="rId39"/>
    <p:sldLayoutId id="2147483710" r:id="rId40"/>
    <p:sldLayoutId id="2147483712" r:id="rId41"/>
    <p:sldLayoutId id="2147483713" r:id="rId42"/>
    <p:sldLayoutId id="2147483714" r:id="rId43"/>
    <p:sldLayoutId id="2147483739" r:id="rId44"/>
    <p:sldLayoutId id="2147483697" r:id="rId45"/>
    <p:sldLayoutId id="2147483694" r:id="rId46"/>
    <p:sldLayoutId id="2147483740" r:id="rId47"/>
    <p:sldLayoutId id="2147483709" r:id="rId48"/>
    <p:sldLayoutId id="2147483698" r:id="rId49"/>
    <p:sldLayoutId id="2147483699" r:id="rId50"/>
    <p:sldLayoutId id="2147483706" r:id="rId51"/>
    <p:sldLayoutId id="2147483703" r:id="rId52"/>
    <p:sldLayoutId id="2147483704" r:id="rId53"/>
    <p:sldLayoutId id="2147483705" r:id="rId54"/>
    <p:sldLayoutId id="2147483728" r:id="rId55"/>
    <p:sldLayoutId id="2147483729" r:id="rId56"/>
    <p:sldLayoutId id="2147483741" r:id="rId57"/>
    <p:sldLayoutId id="2147483742" r:id="rId58"/>
    <p:sldLayoutId id="2147483743" r:id="rId59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345600" indent="-17280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18400" indent="-17280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§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Roboto" panose="02000000000000000000" pitchFamily="2" charset="0"/>
        <a:buChar char="​"/>
        <a:defRPr sz="1100" kern="1200">
          <a:solidFill>
            <a:schemeClr val="tx1"/>
          </a:solidFill>
          <a:latin typeface="Tietoevry Sans 1 Medium" pitchFamily="2" charset="0"/>
          <a:ea typeface="+mn-ea"/>
          <a:cs typeface="+mn-cs"/>
        </a:defRPr>
      </a:lvl4pPr>
      <a:lvl5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Roboto" panose="02000000000000000000" pitchFamily="2" charset="0"/>
        <a:buChar char="​"/>
        <a:defRPr sz="1100" kern="1200">
          <a:solidFill>
            <a:srgbClr val="64302F"/>
          </a:solidFill>
          <a:latin typeface="Tietoevry Sans 1 Medium" pitchFamily="2" charset="0"/>
          <a:ea typeface="+mn-ea"/>
          <a:cs typeface="+mn-cs"/>
        </a:defRPr>
      </a:lvl5pPr>
      <a:lvl6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Roboto" panose="02000000000000000000" pitchFamily="2" charset="0"/>
        <a:buChar char="​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Roboto" panose="02000000000000000000" pitchFamily="2" charset="0"/>
        <a:buChar char="​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Roboto" panose="02000000000000000000" pitchFamily="2" charset="0"/>
        <a:buChar char="​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Roboto" panose="02000000000000000000" pitchFamily="2" charset="0"/>
        <a:buChar char="​"/>
        <a:defRPr sz="3600" kern="1200">
          <a:solidFill>
            <a:schemeClr val="tx1"/>
          </a:solidFill>
          <a:latin typeface="Tietoevry Sans 1 Thin" pitchFamily="2" charset="0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579" userDrawn="1">
          <p15:clr>
            <a:srgbClr val="F26B43"/>
          </p15:clr>
        </p15:guide>
        <p15:guide id="2" orient="horz" pos="146" userDrawn="1">
          <p15:clr>
            <a:srgbClr val="F26B43"/>
          </p15:clr>
        </p15:guide>
        <p15:guide id="3" pos="181" userDrawn="1">
          <p15:clr>
            <a:srgbClr val="F26B43"/>
          </p15:clr>
        </p15:guide>
        <p15:guide id="4" orient="horz" pos="872" userDrawn="1">
          <p15:clr>
            <a:srgbClr val="F26B43"/>
          </p15:clr>
        </p15:guide>
        <p15:guide id="5" orient="horz" pos="2913" userDrawn="1">
          <p15:clr>
            <a:srgbClr val="F26B43"/>
          </p15:clr>
        </p15:guide>
        <p15:guide id="7" orient="horz" pos="7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34.xml"/><Relationship Id="rId3" Type="http://schemas.openxmlformats.org/officeDocument/2006/relationships/slide" Target="slide2.xml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8.xml"/><Relationship Id="rId6" Type="http://schemas.openxmlformats.org/officeDocument/2006/relationships/slide" Target="slide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9.xml"/><Relationship Id="rId13" Type="http://schemas.openxmlformats.org/officeDocument/2006/relationships/slide" Target="slide33.xml"/><Relationship Id="rId3" Type="http://schemas.openxmlformats.org/officeDocument/2006/relationships/image" Target="../media/image25.png"/><Relationship Id="rId7" Type="http://schemas.openxmlformats.org/officeDocument/2006/relationships/slide" Target="slide37.xml"/><Relationship Id="rId12" Type="http://schemas.openxmlformats.org/officeDocument/2006/relationships/slide" Target="slide8.xml"/><Relationship Id="rId2" Type="http://schemas.openxmlformats.org/officeDocument/2006/relationships/image" Target="../media/image2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6.png"/><Relationship Id="rId11" Type="http://schemas.openxmlformats.org/officeDocument/2006/relationships/image" Target="../media/image27.png"/><Relationship Id="rId5" Type="http://schemas.openxmlformats.org/officeDocument/2006/relationships/image" Target="../media/image23.png"/><Relationship Id="rId15" Type="http://schemas.openxmlformats.org/officeDocument/2006/relationships/slide" Target="slide28.xml"/><Relationship Id="rId10" Type="http://schemas.openxmlformats.org/officeDocument/2006/relationships/slide" Target="slide38.xml"/><Relationship Id="rId4" Type="http://schemas.openxmlformats.org/officeDocument/2006/relationships/slide" Target="slide4.xml"/><Relationship Id="rId9" Type="http://schemas.openxmlformats.org/officeDocument/2006/relationships/slide" Target="slide6.xml"/><Relationship Id="rId14" Type="http://schemas.openxmlformats.org/officeDocument/2006/relationships/slide" Target="slide3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39.xml"/><Relationship Id="rId13" Type="http://schemas.openxmlformats.org/officeDocument/2006/relationships/slide" Target="slide33.xml"/><Relationship Id="rId3" Type="http://schemas.openxmlformats.org/officeDocument/2006/relationships/image" Target="../media/image25.png"/><Relationship Id="rId7" Type="http://schemas.openxmlformats.org/officeDocument/2006/relationships/slide" Target="slide37.xml"/><Relationship Id="rId12" Type="http://schemas.openxmlformats.org/officeDocument/2006/relationships/slide" Target="slide8.xml"/><Relationship Id="rId17" Type="http://schemas.openxmlformats.org/officeDocument/2006/relationships/image" Target="../media/image29.png"/><Relationship Id="rId2" Type="http://schemas.openxmlformats.org/officeDocument/2006/relationships/image" Target="../media/image2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6.png"/><Relationship Id="rId11" Type="http://schemas.openxmlformats.org/officeDocument/2006/relationships/image" Target="../media/image27.png"/><Relationship Id="rId5" Type="http://schemas.openxmlformats.org/officeDocument/2006/relationships/image" Target="../media/image23.png"/><Relationship Id="rId15" Type="http://schemas.openxmlformats.org/officeDocument/2006/relationships/slide" Target="slide28.xml"/><Relationship Id="rId10" Type="http://schemas.openxmlformats.org/officeDocument/2006/relationships/slide" Target="slide38.xml"/><Relationship Id="rId4" Type="http://schemas.openxmlformats.org/officeDocument/2006/relationships/slide" Target="slide4.xml"/><Relationship Id="rId9" Type="http://schemas.openxmlformats.org/officeDocument/2006/relationships/slide" Target="slide6.xml"/><Relationship Id="rId14" Type="http://schemas.openxmlformats.org/officeDocument/2006/relationships/slide" Target="slide3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38.xml"/><Relationship Id="rId13" Type="http://schemas.openxmlformats.org/officeDocument/2006/relationships/slide" Target="slide28.xml"/><Relationship Id="rId3" Type="http://schemas.openxmlformats.org/officeDocument/2006/relationships/image" Target="../media/image25.png"/><Relationship Id="rId7" Type="http://schemas.openxmlformats.org/officeDocument/2006/relationships/slide" Target="slide6.xml"/><Relationship Id="rId12" Type="http://schemas.openxmlformats.org/officeDocument/2006/relationships/slide" Target="slide34.xml"/><Relationship Id="rId17" Type="http://schemas.openxmlformats.org/officeDocument/2006/relationships/slide" Target="slide5.xml"/><Relationship Id="rId2" Type="http://schemas.openxmlformats.org/officeDocument/2006/relationships/image" Target="../media/image24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58.xml"/><Relationship Id="rId6" Type="http://schemas.openxmlformats.org/officeDocument/2006/relationships/slide" Target="slide39.xml"/><Relationship Id="rId11" Type="http://schemas.openxmlformats.org/officeDocument/2006/relationships/slide" Target="slide33.xml"/><Relationship Id="rId5" Type="http://schemas.openxmlformats.org/officeDocument/2006/relationships/slide" Target="slide37.xml"/><Relationship Id="rId15" Type="http://schemas.openxmlformats.org/officeDocument/2006/relationships/slide" Target="slide2.xml"/><Relationship Id="rId10" Type="http://schemas.openxmlformats.org/officeDocument/2006/relationships/slide" Target="slide8.xml"/><Relationship Id="rId4" Type="http://schemas.openxmlformats.org/officeDocument/2006/relationships/image" Target="../media/image26.png"/><Relationship Id="rId9" Type="http://schemas.openxmlformats.org/officeDocument/2006/relationships/image" Target="../media/image27.png"/><Relationship Id="rId1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38.xml"/><Relationship Id="rId13" Type="http://schemas.openxmlformats.org/officeDocument/2006/relationships/slide" Target="slide28.xml"/><Relationship Id="rId3" Type="http://schemas.openxmlformats.org/officeDocument/2006/relationships/image" Target="../media/image25.png"/><Relationship Id="rId7" Type="http://schemas.openxmlformats.org/officeDocument/2006/relationships/slide" Target="slide6.xml"/><Relationship Id="rId12" Type="http://schemas.openxmlformats.org/officeDocument/2006/relationships/slide" Target="slide34.xml"/><Relationship Id="rId2" Type="http://schemas.openxmlformats.org/officeDocument/2006/relationships/image" Target="../media/image24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58.xml"/><Relationship Id="rId6" Type="http://schemas.openxmlformats.org/officeDocument/2006/relationships/slide" Target="slide39.xml"/><Relationship Id="rId11" Type="http://schemas.openxmlformats.org/officeDocument/2006/relationships/slide" Target="slide33.xml"/><Relationship Id="rId5" Type="http://schemas.openxmlformats.org/officeDocument/2006/relationships/slide" Target="slide37.xml"/><Relationship Id="rId15" Type="http://schemas.openxmlformats.org/officeDocument/2006/relationships/slide" Target="slide2.xml"/><Relationship Id="rId10" Type="http://schemas.openxmlformats.org/officeDocument/2006/relationships/slide" Target="slide8.xml"/><Relationship Id="rId4" Type="http://schemas.openxmlformats.org/officeDocument/2006/relationships/image" Target="../media/image26.png"/><Relationship Id="rId9" Type="http://schemas.openxmlformats.org/officeDocument/2006/relationships/image" Target="../media/image27.png"/><Relationship Id="rId1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slide" Target="slide37.xml"/><Relationship Id="rId3" Type="http://schemas.openxmlformats.org/officeDocument/2006/relationships/slide" Target="slide2.xml"/><Relationship Id="rId7" Type="http://schemas.openxmlformats.org/officeDocument/2006/relationships/slide" Target="slide39.xml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6.png"/><Relationship Id="rId11" Type="http://schemas.openxmlformats.org/officeDocument/2006/relationships/slide" Target="slide8.xml"/><Relationship Id="rId5" Type="http://schemas.openxmlformats.org/officeDocument/2006/relationships/image" Target="../media/image23.png"/><Relationship Id="rId15" Type="http://schemas.openxmlformats.org/officeDocument/2006/relationships/image" Target="../media/image35.png"/><Relationship Id="rId10" Type="http://schemas.openxmlformats.org/officeDocument/2006/relationships/image" Target="../media/image33.png"/><Relationship Id="rId4" Type="http://schemas.openxmlformats.org/officeDocument/2006/relationships/image" Target="../media/image25.png"/><Relationship Id="rId9" Type="http://schemas.openxmlformats.org/officeDocument/2006/relationships/slide" Target="slide7.xml"/><Relationship Id="rId14" Type="http://schemas.openxmlformats.org/officeDocument/2006/relationships/slide" Target="slide3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35.png"/><Relationship Id="rId3" Type="http://schemas.openxmlformats.org/officeDocument/2006/relationships/slide" Target="slide2.xml"/><Relationship Id="rId7" Type="http://schemas.openxmlformats.org/officeDocument/2006/relationships/slide" Target="slide39.xml"/><Relationship Id="rId12" Type="http://schemas.openxmlformats.org/officeDocument/2006/relationships/slide" Target="slide6.xml"/><Relationship Id="rId17" Type="http://schemas.openxmlformats.org/officeDocument/2006/relationships/slide" Target="slide38.xml"/><Relationship Id="rId2" Type="http://schemas.openxmlformats.org/officeDocument/2006/relationships/image" Target="../media/image24.png"/><Relationship Id="rId16" Type="http://schemas.openxmlformats.org/officeDocument/2006/relationships/slide" Target="slide37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6.png"/><Relationship Id="rId11" Type="http://schemas.openxmlformats.org/officeDocument/2006/relationships/image" Target="../media/image33.png"/><Relationship Id="rId5" Type="http://schemas.openxmlformats.org/officeDocument/2006/relationships/image" Target="../media/image23.png"/><Relationship Id="rId15" Type="http://schemas.openxmlformats.org/officeDocument/2006/relationships/slide" Target="slide8.xml"/><Relationship Id="rId10" Type="http://schemas.openxmlformats.org/officeDocument/2006/relationships/slide" Target="slide42.xml"/><Relationship Id="rId4" Type="http://schemas.openxmlformats.org/officeDocument/2006/relationships/image" Target="../media/image25.png"/><Relationship Id="rId9" Type="http://schemas.openxmlformats.org/officeDocument/2006/relationships/image" Target="../media/image36.png"/><Relationship Id="rId1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slide" Target="slide39.xml"/><Relationship Id="rId18" Type="http://schemas.openxmlformats.org/officeDocument/2006/relationships/image" Target="../media/image43.png"/><Relationship Id="rId26" Type="http://schemas.openxmlformats.org/officeDocument/2006/relationships/image" Target="../media/image48.png"/><Relationship Id="rId3" Type="http://schemas.openxmlformats.org/officeDocument/2006/relationships/image" Target="../media/image38.png"/><Relationship Id="rId21" Type="http://schemas.openxmlformats.org/officeDocument/2006/relationships/slide" Target="slide38.xml"/><Relationship Id="rId7" Type="http://schemas.openxmlformats.org/officeDocument/2006/relationships/image" Target="../media/image26.png"/><Relationship Id="rId12" Type="http://schemas.openxmlformats.org/officeDocument/2006/relationships/slide" Target="slide37.xml"/><Relationship Id="rId17" Type="http://schemas.openxmlformats.org/officeDocument/2006/relationships/slide" Target="slide32.xml"/><Relationship Id="rId25" Type="http://schemas.openxmlformats.org/officeDocument/2006/relationships/image" Target="../media/image47.png"/><Relationship Id="rId2" Type="http://schemas.openxmlformats.org/officeDocument/2006/relationships/image" Target="../media/image24.png"/><Relationship Id="rId16" Type="http://schemas.openxmlformats.org/officeDocument/2006/relationships/image" Target="../media/image42.png"/><Relationship Id="rId20" Type="http://schemas.openxmlformats.org/officeDocument/2006/relationships/slide" Target="slide11.xml"/><Relationship Id="rId29" Type="http://schemas.openxmlformats.org/officeDocument/2006/relationships/image" Target="../media/image51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3.png"/><Relationship Id="rId11" Type="http://schemas.openxmlformats.org/officeDocument/2006/relationships/slide" Target="slide27.xml"/><Relationship Id="rId24" Type="http://schemas.openxmlformats.org/officeDocument/2006/relationships/image" Target="../media/image46.png"/><Relationship Id="rId5" Type="http://schemas.openxmlformats.org/officeDocument/2006/relationships/image" Target="../media/image25.png"/><Relationship Id="rId15" Type="http://schemas.openxmlformats.org/officeDocument/2006/relationships/image" Target="../media/image41.png"/><Relationship Id="rId23" Type="http://schemas.openxmlformats.org/officeDocument/2006/relationships/image" Target="../media/image45.png"/><Relationship Id="rId28" Type="http://schemas.openxmlformats.org/officeDocument/2006/relationships/image" Target="../media/image50.png"/><Relationship Id="rId10" Type="http://schemas.openxmlformats.org/officeDocument/2006/relationships/slide" Target="slide50.xml"/><Relationship Id="rId19" Type="http://schemas.openxmlformats.org/officeDocument/2006/relationships/slide" Target="slide9.xml"/><Relationship Id="rId4" Type="http://schemas.openxmlformats.org/officeDocument/2006/relationships/slide" Target="slide2.xml"/><Relationship Id="rId9" Type="http://schemas.openxmlformats.org/officeDocument/2006/relationships/slide" Target="slide6.xml"/><Relationship Id="rId14" Type="http://schemas.openxmlformats.org/officeDocument/2006/relationships/image" Target="../media/image40.png"/><Relationship Id="rId22" Type="http://schemas.openxmlformats.org/officeDocument/2006/relationships/image" Target="../media/image44.png"/><Relationship Id="rId27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slide" Target="slide39.xml"/><Relationship Id="rId18" Type="http://schemas.openxmlformats.org/officeDocument/2006/relationships/image" Target="../media/image44.png"/><Relationship Id="rId26" Type="http://schemas.openxmlformats.org/officeDocument/2006/relationships/slide" Target="slide23.xml"/><Relationship Id="rId3" Type="http://schemas.openxmlformats.org/officeDocument/2006/relationships/image" Target="../media/image38.png"/><Relationship Id="rId21" Type="http://schemas.openxmlformats.org/officeDocument/2006/relationships/image" Target="../media/image47.png"/><Relationship Id="rId7" Type="http://schemas.openxmlformats.org/officeDocument/2006/relationships/image" Target="../media/image26.png"/><Relationship Id="rId12" Type="http://schemas.openxmlformats.org/officeDocument/2006/relationships/slide" Target="slide37.xml"/><Relationship Id="rId17" Type="http://schemas.openxmlformats.org/officeDocument/2006/relationships/slide" Target="slide38.xml"/><Relationship Id="rId25" Type="http://schemas.openxmlformats.org/officeDocument/2006/relationships/image" Target="../media/image35.png"/><Relationship Id="rId2" Type="http://schemas.openxmlformats.org/officeDocument/2006/relationships/image" Target="../media/image24.png"/><Relationship Id="rId16" Type="http://schemas.openxmlformats.org/officeDocument/2006/relationships/slide" Target="slide11.xml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3.png"/><Relationship Id="rId11" Type="http://schemas.openxmlformats.org/officeDocument/2006/relationships/slide" Target="slide27.xml"/><Relationship Id="rId24" Type="http://schemas.openxmlformats.org/officeDocument/2006/relationships/slide" Target="slide26.xml"/><Relationship Id="rId5" Type="http://schemas.openxmlformats.org/officeDocument/2006/relationships/image" Target="../media/image25.png"/><Relationship Id="rId15" Type="http://schemas.openxmlformats.org/officeDocument/2006/relationships/image" Target="../media/image41.png"/><Relationship Id="rId23" Type="http://schemas.openxmlformats.org/officeDocument/2006/relationships/image" Target="../media/image52.png"/><Relationship Id="rId28" Type="http://schemas.openxmlformats.org/officeDocument/2006/relationships/image" Target="../media/image53.png"/><Relationship Id="rId10" Type="http://schemas.openxmlformats.org/officeDocument/2006/relationships/slide" Target="slide8.xml"/><Relationship Id="rId19" Type="http://schemas.openxmlformats.org/officeDocument/2006/relationships/image" Target="../media/image45.png"/><Relationship Id="rId4" Type="http://schemas.openxmlformats.org/officeDocument/2006/relationships/slide" Target="slide2.xml"/><Relationship Id="rId9" Type="http://schemas.openxmlformats.org/officeDocument/2006/relationships/slide" Target="slide6.xml"/><Relationship Id="rId14" Type="http://schemas.openxmlformats.org/officeDocument/2006/relationships/image" Target="../media/image40.png"/><Relationship Id="rId22" Type="http://schemas.openxmlformats.org/officeDocument/2006/relationships/image" Target="../media/image49.png"/><Relationship Id="rId27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slide" Target="slide37.xml"/><Relationship Id="rId18" Type="http://schemas.openxmlformats.org/officeDocument/2006/relationships/slide" Target="slide38.xml"/><Relationship Id="rId26" Type="http://schemas.openxmlformats.org/officeDocument/2006/relationships/image" Target="../media/image53.png"/><Relationship Id="rId3" Type="http://schemas.openxmlformats.org/officeDocument/2006/relationships/image" Target="../media/image54.png"/><Relationship Id="rId21" Type="http://schemas.openxmlformats.org/officeDocument/2006/relationships/image" Target="../media/image46.png"/><Relationship Id="rId7" Type="http://schemas.openxmlformats.org/officeDocument/2006/relationships/image" Target="../media/image23.png"/><Relationship Id="rId12" Type="http://schemas.openxmlformats.org/officeDocument/2006/relationships/slide" Target="slide27.xml"/><Relationship Id="rId17" Type="http://schemas.openxmlformats.org/officeDocument/2006/relationships/slide" Target="slide9.xml"/><Relationship Id="rId25" Type="http://schemas.openxmlformats.org/officeDocument/2006/relationships/slide" Target="slide17.xml"/><Relationship Id="rId2" Type="http://schemas.openxmlformats.org/officeDocument/2006/relationships/image" Target="../media/image24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5.png"/><Relationship Id="rId11" Type="http://schemas.openxmlformats.org/officeDocument/2006/relationships/slide" Target="slide8.xml"/><Relationship Id="rId24" Type="http://schemas.openxmlformats.org/officeDocument/2006/relationships/image" Target="../media/image55.png"/><Relationship Id="rId5" Type="http://schemas.openxmlformats.org/officeDocument/2006/relationships/slide" Target="slide2.xml"/><Relationship Id="rId15" Type="http://schemas.openxmlformats.org/officeDocument/2006/relationships/image" Target="../media/image40.png"/><Relationship Id="rId23" Type="http://schemas.openxmlformats.org/officeDocument/2006/relationships/image" Target="../media/image49.png"/><Relationship Id="rId28" Type="http://schemas.openxmlformats.org/officeDocument/2006/relationships/slide" Target="slide16.xml"/><Relationship Id="rId10" Type="http://schemas.openxmlformats.org/officeDocument/2006/relationships/slide" Target="slide6.xml"/><Relationship Id="rId19" Type="http://schemas.openxmlformats.org/officeDocument/2006/relationships/image" Target="../media/image44.png"/><Relationship Id="rId31" Type="http://schemas.openxmlformats.org/officeDocument/2006/relationships/image" Target="../media/image51.png"/><Relationship Id="rId4" Type="http://schemas.openxmlformats.org/officeDocument/2006/relationships/image" Target="../media/image38.png"/><Relationship Id="rId9" Type="http://schemas.openxmlformats.org/officeDocument/2006/relationships/image" Target="../media/image39.png"/><Relationship Id="rId14" Type="http://schemas.openxmlformats.org/officeDocument/2006/relationships/slide" Target="slide39.xml"/><Relationship Id="rId22" Type="http://schemas.openxmlformats.org/officeDocument/2006/relationships/image" Target="../media/image47.png"/><Relationship Id="rId27" Type="http://schemas.openxmlformats.org/officeDocument/2006/relationships/hyperlink" Target="https://demos.telerik.com/blazor-ui/grid/overview" TargetMode="External"/><Relationship Id="rId30" Type="http://schemas.openxmlformats.org/officeDocument/2006/relationships/slide" Target="slide1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slide" Target="slide37.xml"/><Relationship Id="rId18" Type="http://schemas.openxmlformats.org/officeDocument/2006/relationships/slide" Target="slide38.xml"/><Relationship Id="rId26" Type="http://schemas.openxmlformats.org/officeDocument/2006/relationships/slide" Target="slide20.xml"/><Relationship Id="rId3" Type="http://schemas.openxmlformats.org/officeDocument/2006/relationships/image" Target="../media/image56.png"/><Relationship Id="rId21" Type="http://schemas.openxmlformats.org/officeDocument/2006/relationships/image" Target="../media/image46.png"/><Relationship Id="rId7" Type="http://schemas.openxmlformats.org/officeDocument/2006/relationships/image" Target="../media/image23.png"/><Relationship Id="rId12" Type="http://schemas.openxmlformats.org/officeDocument/2006/relationships/slide" Target="slide27.xml"/><Relationship Id="rId17" Type="http://schemas.openxmlformats.org/officeDocument/2006/relationships/slide" Target="slide9.xml"/><Relationship Id="rId25" Type="http://schemas.openxmlformats.org/officeDocument/2006/relationships/hyperlink" Target="https://demos.telerik.com/blazor-ui/grid/overview" TargetMode="External"/><Relationship Id="rId2" Type="http://schemas.openxmlformats.org/officeDocument/2006/relationships/image" Target="../media/image24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29" Type="http://schemas.openxmlformats.org/officeDocument/2006/relationships/image" Target="../media/image57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5.png"/><Relationship Id="rId11" Type="http://schemas.openxmlformats.org/officeDocument/2006/relationships/slide" Target="slide8.xml"/><Relationship Id="rId24" Type="http://schemas.openxmlformats.org/officeDocument/2006/relationships/image" Target="../media/image53.png"/><Relationship Id="rId32" Type="http://schemas.openxmlformats.org/officeDocument/2006/relationships/image" Target="../media/image59.png"/><Relationship Id="rId5" Type="http://schemas.openxmlformats.org/officeDocument/2006/relationships/slide" Target="slide2.xml"/><Relationship Id="rId15" Type="http://schemas.openxmlformats.org/officeDocument/2006/relationships/image" Target="../media/image40.png"/><Relationship Id="rId23" Type="http://schemas.openxmlformats.org/officeDocument/2006/relationships/image" Target="../media/image49.png"/><Relationship Id="rId28" Type="http://schemas.openxmlformats.org/officeDocument/2006/relationships/slide" Target="slide14.xml"/><Relationship Id="rId10" Type="http://schemas.openxmlformats.org/officeDocument/2006/relationships/slide" Target="slide6.xml"/><Relationship Id="rId19" Type="http://schemas.openxmlformats.org/officeDocument/2006/relationships/image" Target="../media/image44.png"/><Relationship Id="rId31" Type="http://schemas.openxmlformats.org/officeDocument/2006/relationships/image" Target="../media/image58.png"/><Relationship Id="rId4" Type="http://schemas.openxmlformats.org/officeDocument/2006/relationships/image" Target="../media/image38.png"/><Relationship Id="rId9" Type="http://schemas.openxmlformats.org/officeDocument/2006/relationships/image" Target="../media/image39.png"/><Relationship Id="rId14" Type="http://schemas.openxmlformats.org/officeDocument/2006/relationships/slide" Target="slide39.xml"/><Relationship Id="rId22" Type="http://schemas.openxmlformats.org/officeDocument/2006/relationships/image" Target="../media/image47.png"/><Relationship Id="rId27" Type="http://schemas.openxmlformats.org/officeDocument/2006/relationships/image" Target="../media/image55.png"/><Relationship Id="rId30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slide" Target="slide37.xml"/><Relationship Id="rId18" Type="http://schemas.openxmlformats.org/officeDocument/2006/relationships/slide" Target="slide38.xml"/><Relationship Id="rId26" Type="http://schemas.openxmlformats.org/officeDocument/2006/relationships/slide" Target="slide20.xml"/><Relationship Id="rId3" Type="http://schemas.openxmlformats.org/officeDocument/2006/relationships/image" Target="../media/image56.png"/><Relationship Id="rId21" Type="http://schemas.openxmlformats.org/officeDocument/2006/relationships/image" Target="../media/image46.png"/><Relationship Id="rId34" Type="http://schemas.openxmlformats.org/officeDocument/2006/relationships/image" Target="../media/image61.png"/><Relationship Id="rId7" Type="http://schemas.openxmlformats.org/officeDocument/2006/relationships/image" Target="../media/image23.png"/><Relationship Id="rId12" Type="http://schemas.openxmlformats.org/officeDocument/2006/relationships/slide" Target="slide27.xml"/><Relationship Id="rId17" Type="http://schemas.openxmlformats.org/officeDocument/2006/relationships/slide" Target="slide9.xml"/><Relationship Id="rId25" Type="http://schemas.openxmlformats.org/officeDocument/2006/relationships/hyperlink" Target="https://demos.telerik.com/blazor-ui/grid/overview" TargetMode="External"/><Relationship Id="rId33" Type="http://schemas.openxmlformats.org/officeDocument/2006/relationships/slide" Target="slide11.xml"/><Relationship Id="rId2" Type="http://schemas.openxmlformats.org/officeDocument/2006/relationships/image" Target="../media/image24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29" Type="http://schemas.openxmlformats.org/officeDocument/2006/relationships/image" Target="../media/image57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5.png"/><Relationship Id="rId11" Type="http://schemas.openxmlformats.org/officeDocument/2006/relationships/slide" Target="slide8.xml"/><Relationship Id="rId24" Type="http://schemas.openxmlformats.org/officeDocument/2006/relationships/image" Target="../media/image53.png"/><Relationship Id="rId32" Type="http://schemas.openxmlformats.org/officeDocument/2006/relationships/image" Target="../media/image60.png"/><Relationship Id="rId5" Type="http://schemas.openxmlformats.org/officeDocument/2006/relationships/slide" Target="slide2.xml"/><Relationship Id="rId15" Type="http://schemas.openxmlformats.org/officeDocument/2006/relationships/image" Target="../media/image40.png"/><Relationship Id="rId23" Type="http://schemas.openxmlformats.org/officeDocument/2006/relationships/image" Target="../media/image49.png"/><Relationship Id="rId28" Type="http://schemas.openxmlformats.org/officeDocument/2006/relationships/slide" Target="slide14.xml"/><Relationship Id="rId36" Type="http://schemas.openxmlformats.org/officeDocument/2006/relationships/image" Target="../media/image62.png"/><Relationship Id="rId10" Type="http://schemas.openxmlformats.org/officeDocument/2006/relationships/slide" Target="slide6.xml"/><Relationship Id="rId19" Type="http://schemas.openxmlformats.org/officeDocument/2006/relationships/image" Target="../media/image44.png"/><Relationship Id="rId31" Type="http://schemas.openxmlformats.org/officeDocument/2006/relationships/image" Target="../media/image59.png"/><Relationship Id="rId4" Type="http://schemas.openxmlformats.org/officeDocument/2006/relationships/image" Target="../media/image38.png"/><Relationship Id="rId9" Type="http://schemas.openxmlformats.org/officeDocument/2006/relationships/image" Target="../media/image39.png"/><Relationship Id="rId14" Type="http://schemas.openxmlformats.org/officeDocument/2006/relationships/slide" Target="slide39.xml"/><Relationship Id="rId22" Type="http://schemas.openxmlformats.org/officeDocument/2006/relationships/image" Target="../media/image47.png"/><Relationship Id="rId27" Type="http://schemas.openxmlformats.org/officeDocument/2006/relationships/image" Target="../media/image55.png"/><Relationship Id="rId30" Type="http://schemas.openxmlformats.org/officeDocument/2006/relationships/image" Target="../media/image58.png"/><Relationship Id="rId35" Type="http://schemas.openxmlformats.org/officeDocument/2006/relationships/slide" Target="slide13.xml"/><Relationship Id="rId8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slide" Target="slide37.xml"/><Relationship Id="rId18" Type="http://schemas.openxmlformats.org/officeDocument/2006/relationships/slide" Target="slide11.xml"/><Relationship Id="rId26" Type="http://schemas.openxmlformats.org/officeDocument/2006/relationships/hyperlink" Target="https://demos.telerik.com/blazor-ui/grid/overview" TargetMode="External"/><Relationship Id="rId21" Type="http://schemas.openxmlformats.org/officeDocument/2006/relationships/image" Target="../media/image45.png"/><Relationship Id="rId34" Type="http://schemas.openxmlformats.org/officeDocument/2006/relationships/image" Target="../media/image61.png"/><Relationship Id="rId7" Type="http://schemas.openxmlformats.org/officeDocument/2006/relationships/image" Target="../media/image23.png"/><Relationship Id="rId12" Type="http://schemas.openxmlformats.org/officeDocument/2006/relationships/slide" Target="slide27.xml"/><Relationship Id="rId17" Type="http://schemas.openxmlformats.org/officeDocument/2006/relationships/slide" Target="slide9.xml"/><Relationship Id="rId25" Type="http://schemas.openxmlformats.org/officeDocument/2006/relationships/image" Target="../media/image53.png"/><Relationship Id="rId33" Type="http://schemas.openxmlformats.org/officeDocument/2006/relationships/image" Target="../media/image60.png"/><Relationship Id="rId38" Type="http://schemas.openxmlformats.org/officeDocument/2006/relationships/image" Target="../media/image63.png"/><Relationship Id="rId2" Type="http://schemas.openxmlformats.org/officeDocument/2006/relationships/image" Target="../media/image24.png"/><Relationship Id="rId16" Type="http://schemas.openxmlformats.org/officeDocument/2006/relationships/image" Target="../media/image41.png"/><Relationship Id="rId20" Type="http://schemas.openxmlformats.org/officeDocument/2006/relationships/image" Target="../media/image44.png"/><Relationship Id="rId29" Type="http://schemas.openxmlformats.org/officeDocument/2006/relationships/slide" Target="slide14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5.png"/><Relationship Id="rId11" Type="http://schemas.openxmlformats.org/officeDocument/2006/relationships/slide" Target="slide8.xml"/><Relationship Id="rId24" Type="http://schemas.openxmlformats.org/officeDocument/2006/relationships/image" Target="../media/image49.png"/><Relationship Id="rId32" Type="http://schemas.openxmlformats.org/officeDocument/2006/relationships/image" Target="../media/image59.png"/><Relationship Id="rId37" Type="http://schemas.openxmlformats.org/officeDocument/2006/relationships/slide" Target="slide17.xml"/><Relationship Id="rId5" Type="http://schemas.openxmlformats.org/officeDocument/2006/relationships/slide" Target="slide2.xml"/><Relationship Id="rId15" Type="http://schemas.openxmlformats.org/officeDocument/2006/relationships/image" Target="../media/image40.png"/><Relationship Id="rId23" Type="http://schemas.openxmlformats.org/officeDocument/2006/relationships/image" Target="../media/image47.png"/><Relationship Id="rId28" Type="http://schemas.openxmlformats.org/officeDocument/2006/relationships/image" Target="../media/image55.png"/><Relationship Id="rId36" Type="http://schemas.openxmlformats.org/officeDocument/2006/relationships/image" Target="../media/image62.png"/><Relationship Id="rId10" Type="http://schemas.openxmlformats.org/officeDocument/2006/relationships/slide" Target="slide6.xml"/><Relationship Id="rId19" Type="http://schemas.openxmlformats.org/officeDocument/2006/relationships/slide" Target="slide38.xml"/><Relationship Id="rId31" Type="http://schemas.openxmlformats.org/officeDocument/2006/relationships/image" Target="../media/image58.png"/><Relationship Id="rId4" Type="http://schemas.openxmlformats.org/officeDocument/2006/relationships/image" Target="../media/image38.png"/><Relationship Id="rId9" Type="http://schemas.openxmlformats.org/officeDocument/2006/relationships/image" Target="../media/image39.png"/><Relationship Id="rId14" Type="http://schemas.openxmlformats.org/officeDocument/2006/relationships/slide" Target="slide39.xml"/><Relationship Id="rId22" Type="http://schemas.openxmlformats.org/officeDocument/2006/relationships/image" Target="../media/image46.png"/><Relationship Id="rId27" Type="http://schemas.openxmlformats.org/officeDocument/2006/relationships/slide" Target="slide20.xml"/><Relationship Id="rId30" Type="http://schemas.openxmlformats.org/officeDocument/2006/relationships/image" Target="../media/image57.png"/><Relationship Id="rId35" Type="http://schemas.openxmlformats.org/officeDocument/2006/relationships/slide" Target="slide18.xml"/><Relationship Id="rId8" Type="http://schemas.openxmlformats.org/officeDocument/2006/relationships/image" Target="../media/image26.png"/><Relationship Id="rId3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slide" Target="slide37.xml"/><Relationship Id="rId18" Type="http://schemas.openxmlformats.org/officeDocument/2006/relationships/slide" Target="slide38.xml"/><Relationship Id="rId26" Type="http://schemas.openxmlformats.org/officeDocument/2006/relationships/slide" Target="slide20.xml"/><Relationship Id="rId3" Type="http://schemas.openxmlformats.org/officeDocument/2006/relationships/image" Target="../media/image64.png"/><Relationship Id="rId21" Type="http://schemas.openxmlformats.org/officeDocument/2006/relationships/image" Target="../media/image46.png"/><Relationship Id="rId7" Type="http://schemas.openxmlformats.org/officeDocument/2006/relationships/image" Target="../media/image23.png"/><Relationship Id="rId12" Type="http://schemas.openxmlformats.org/officeDocument/2006/relationships/slide" Target="slide27.xml"/><Relationship Id="rId17" Type="http://schemas.openxmlformats.org/officeDocument/2006/relationships/slide" Target="slide9.xml"/><Relationship Id="rId25" Type="http://schemas.openxmlformats.org/officeDocument/2006/relationships/hyperlink" Target="https://demos.telerik.com/blazor-ui/grid/overview" TargetMode="External"/><Relationship Id="rId2" Type="http://schemas.openxmlformats.org/officeDocument/2006/relationships/image" Target="../media/image24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29" Type="http://schemas.openxmlformats.org/officeDocument/2006/relationships/image" Target="../media/image59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5.png"/><Relationship Id="rId11" Type="http://schemas.openxmlformats.org/officeDocument/2006/relationships/slide" Target="slide8.xml"/><Relationship Id="rId24" Type="http://schemas.openxmlformats.org/officeDocument/2006/relationships/image" Target="../media/image53.png"/><Relationship Id="rId32" Type="http://schemas.openxmlformats.org/officeDocument/2006/relationships/image" Target="../media/image66.png"/><Relationship Id="rId5" Type="http://schemas.openxmlformats.org/officeDocument/2006/relationships/slide" Target="slide2.xml"/><Relationship Id="rId15" Type="http://schemas.openxmlformats.org/officeDocument/2006/relationships/image" Target="../media/image40.png"/><Relationship Id="rId23" Type="http://schemas.openxmlformats.org/officeDocument/2006/relationships/image" Target="../media/image49.png"/><Relationship Id="rId28" Type="http://schemas.openxmlformats.org/officeDocument/2006/relationships/image" Target="../media/image58.png"/><Relationship Id="rId10" Type="http://schemas.openxmlformats.org/officeDocument/2006/relationships/slide" Target="slide6.xml"/><Relationship Id="rId19" Type="http://schemas.openxmlformats.org/officeDocument/2006/relationships/image" Target="../media/image44.png"/><Relationship Id="rId31" Type="http://schemas.openxmlformats.org/officeDocument/2006/relationships/image" Target="../media/image65.png"/><Relationship Id="rId4" Type="http://schemas.openxmlformats.org/officeDocument/2006/relationships/image" Target="../media/image38.png"/><Relationship Id="rId9" Type="http://schemas.openxmlformats.org/officeDocument/2006/relationships/image" Target="../media/image39.png"/><Relationship Id="rId14" Type="http://schemas.openxmlformats.org/officeDocument/2006/relationships/slide" Target="slide39.xml"/><Relationship Id="rId22" Type="http://schemas.openxmlformats.org/officeDocument/2006/relationships/image" Target="../media/image47.png"/><Relationship Id="rId27" Type="http://schemas.openxmlformats.org/officeDocument/2006/relationships/image" Target="../media/image55.png"/><Relationship Id="rId30" Type="http://schemas.openxmlformats.org/officeDocument/2006/relationships/slide" Target="slide1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slide" Target="slide37.xml"/><Relationship Id="rId18" Type="http://schemas.openxmlformats.org/officeDocument/2006/relationships/slide" Target="slide38.xml"/><Relationship Id="rId26" Type="http://schemas.openxmlformats.org/officeDocument/2006/relationships/slide" Target="slide20.xml"/><Relationship Id="rId3" Type="http://schemas.openxmlformats.org/officeDocument/2006/relationships/image" Target="../media/image64.png"/><Relationship Id="rId21" Type="http://schemas.openxmlformats.org/officeDocument/2006/relationships/image" Target="../media/image46.png"/><Relationship Id="rId7" Type="http://schemas.openxmlformats.org/officeDocument/2006/relationships/image" Target="../media/image23.png"/><Relationship Id="rId12" Type="http://schemas.openxmlformats.org/officeDocument/2006/relationships/slide" Target="slide27.xml"/><Relationship Id="rId17" Type="http://schemas.openxmlformats.org/officeDocument/2006/relationships/slide" Target="slide9.xml"/><Relationship Id="rId25" Type="http://schemas.openxmlformats.org/officeDocument/2006/relationships/hyperlink" Target="https://demos.telerik.com/blazor-ui/grid/overview" TargetMode="External"/><Relationship Id="rId2" Type="http://schemas.openxmlformats.org/officeDocument/2006/relationships/image" Target="../media/image24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29" Type="http://schemas.openxmlformats.org/officeDocument/2006/relationships/image" Target="../media/image58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5.png"/><Relationship Id="rId11" Type="http://schemas.openxmlformats.org/officeDocument/2006/relationships/slide" Target="slide8.xml"/><Relationship Id="rId24" Type="http://schemas.openxmlformats.org/officeDocument/2006/relationships/image" Target="../media/image53.png"/><Relationship Id="rId5" Type="http://schemas.openxmlformats.org/officeDocument/2006/relationships/slide" Target="slide2.xml"/><Relationship Id="rId15" Type="http://schemas.openxmlformats.org/officeDocument/2006/relationships/image" Target="../media/image40.png"/><Relationship Id="rId23" Type="http://schemas.openxmlformats.org/officeDocument/2006/relationships/image" Target="../media/image49.png"/><Relationship Id="rId28" Type="http://schemas.openxmlformats.org/officeDocument/2006/relationships/image" Target="../media/image57.png"/><Relationship Id="rId10" Type="http://schemas.openxmlformats.org/officeDocument/2006/relationships/slide" Target="slide6.xml"/><Relationship Id="rId19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39.png"/><Relationship Id="rId14" Type="http://schemas.openxmlformats.org/officeDocument/2006/relationships/slide" Target="slide39.xml"/><Relationship Id="rId22" Type="http://schemas.openxmlformats.org/officeDocument/2006/relationships/image" Target="../media/image47.png"/><Relationship Id="rId27" Type="http://schemas.openxmlformats.org/officeDocument/2006/relationships/image" Target="../media/image55.png"/><Relationship Id="rId30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slide" Target="slide37.xml"/><Relationship Id="rId18" Type="http://schemas.openxmlformats.org/officeDocument/2006/relationships/slide" Target="slide38.xml"/><Relationship Id="rId26" Type="http://schemas.openxmlformats.org/officeDocument/2006/relationships/image" Target="../media/image53.png"/><Relationship Id="rId3" Type="http://schemas.openxmlformats.org/officeDocument/2006/relationships/image" Target="../media/image67.png"/><Relationship Id="rId21" Type="http://schemas.openxmlformats.org/officeDocument/2006/relationships/image" Target="../media/image46.png"/><Relationship Id="rId7" Type="http://schemas.openxmlformats.org/officeDocument/2006/relationships/image" Target="../media/image23.png"/><Relationship Id="rId12" Type="http://schemas.openxmlformats.org/officeDocument/2006/relationships/slide" Target="slide27.xml"/><Relationship Id="rId17" Type="http://schemas.openxmlformats.org/officeDocument/2006/relationships/slide" Target="slide9.xml"/><Relationship Id="rId25" Type="http://schemas.openxmlformats.org/officeDocument/2006/relationships/slide" Target="slide17.xml"/><Relationship Id="rId2" Type="http://schemas.openxmlformats.org/officeDocument/2006/relationships/image" Target="../media/image24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29" Type="http://schemas.openxmlformats.org/officeDocument/2006/relationships/image" Target="../media/image51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5.png"/><Relationship Id="rId11" Type="http://schemas.openxmlformats.org/officeDocument/2006/relationships/slide" Target="slide8.xml"/><Relationship Id="rId24" Type="http://schemas.openxmlformats.org/officeDocument/2006/relationships/image" Target="../media/image55.png"/><Relationship Id="rId32" Type="http://schemas.openxmlformats.org/officeDocument/2006/relationships/image" Target="../media/image37.png"/><Relationship Id="rId5" Type="http://schemas.openxmlformats.org/officeDocument/2006/relationships/slide" Target="slide2.xml"/><Relationship Id="rId15" Type="http://schemas.openxmlformats.org/officeDocument/2006/relationships/image" Target="../media/image40.png"/><Relationship Id="rId23" Type="http://schemas.openxmlformats.org/officeDocument/2006/relationships/image" Target="../media/image49.png"/><Relationship Id="rId28" Type="http://schemas.openxmlformats.org/officeDocument/2006/relationships/image" Target="../media/image33.png"/><Relationship Id="rId10" Type="http://schemas.openxmlformats.org/officeDocument/2006/relationships/slide" Target="slide6.xml"/><Relationship Id="rId19" Type="http://schemas.openxmlformats.org/officeDocument/2006/relationships/image" Target="../media/image44.png"/><Relationship Id="rId31" Type="http://schemas.openxmlformats.org/officeDocument/2006/relationships/slide" Target="slide10.xml"/><Relationship Id="rId4" Type="http://schemas.openxmlformats.org/officeDocument/2006/relationships/image" Target="../media/image38.png"/><Relationship Id="rId9" Type="http://schemas.openxmlformats.org/officeDocument/2006/relationships/image" Target="../media/image39.png"/><Relationship Id="rId14" Type="http://schemas.openxmlformats.org/officeDocument/2006/relationships/slide" Target="slide39.xml"/><Relationship Id="rId22" Type="http://schemas.openxmlformats.org/officeDocument/2006/relationships/image" Target="../media/image47.png"/><Relationship Id="rId27" Type="http://schemas.openxmlformats.org/officeDocument/2006/relationships/hyperlink" Target="https://demos.telerik.com/blazor-ui/grid/overview" TargetMode="External"/><Relationship Id="rId30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slide" Target="slide37.xml"/><Relationship Id="rId18" Type="http://schemas.openxmlformats.org/officeDocument/2006/relationships/slide" Target="slide38.xml"/><Relationship Id="rId26" Type="http://schemas.openxmlformats.org/officeDocument/2006/relationships/hyperlink" Target="https://demos.telerik.com/blazor-ui/grid/overview" TargetMode="External"/><Relationship Id="rId3" Type="http://schemas.openxmlformats.org/officeDocument/2006/relationships/image" Target="../media/image54.png"/><Relationship Id="rId21" Type="http://schemas.openxmlformats.org/officeDocument/2006/relationships/image" Target="../media/image46.png"/><Relationship Id="rId7" Type="http://schemas.openxmlformats.org/officeDocument/2006/relationships/image" Target="../media/image23.png"/><Relationship Id="rId12" Type="http://schemas.openxmlformats.org/officeDocument/2006/relationships/slide" Target="slide27.xml"/><Relationship Id="rId17" Type="http://schemas.openxmlformats.org/officeDocument/2006/relationships/slide" Target="slide9.xml"/><Relationship Id="rId25" Type="http://schemas.openxmlformats.org/officeDocument/2006/relationships/image" Target="../media/image53.png"/><Relationship Id="rId2" Type="http://schemas.openxmlformats.org/officeDocument/2006/relationships/image" Target="../media/image24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29" Type="http://schemas.openxmlformats.org/officeDocument/2006/relationships/slide" Target="slide11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5.png"/><Relationship Id="rId11" Type="http://schemas.openxmlformats.org/officeDocument/2006/relationships/slide" Target="slide8.xml"/><Relationship Id="rId24" Type="http://schemas.openxmlformats.org/officeDocument/2006/relationships/image" Target="../media/image55.png"/><Relationship Id="rId32" Type="http://schemas.openxmlformats.org/officeDocument/2006/relationships/image" Target="../media/image62.png"/><Relationship Id="rId5" Type="http://schemas.openxmlformats.org/officeDocument/2006/relationships/slide" Target="slide2.xml"/><Relationship Id="rId15" Type="http://schemas.openxmlformats.org/officeDocument/2006/relationships/image" Target="../media/image40.png"/><Relationship Id="rId23" Type="http://schemas.openxmlformats.org/officeDocument/2006/relationships/image" Target="../media/image49.png"/><Relationship Id="rId28" Type="http://schemas.openxmlformats.org/officeDocument/2006/relationships/image" Target="../media/image60.png"/><Relationship Id="rId10" Type="http://schemas.openxmlformats.org/officeDocument/2006/relationships/slide" Target="slide6.xml"/><Relationship Id="rId19" Type="http://schemas.openxmlformats.org/officeDocument/2006/relationships/image" Target="../media/image44.png"/><Relationship Id="rId31" Type="http://schemas.openxmlformats.org/officeDocument/2006/relationships/slide" Target="slide18.xml"/><Relationship Id="rId4" Type="http://schemas.openxmlformats.org/officeDocument/2006/relationships/image" Target="../media/image38.png"/><Relationship Id="rId9" Type="http://schemas.openxmlformats.org/officeDocument/2006/relationships/image" Target="../media/image39.png"/><Relationship Id="rId14" Type="http://schemas.openxmlformats.org/officeDocument/2006/relationships/slide" Target="slide39.xml"/><Relationship Id="rId22" Type="http://schemas.openxmlformats.org/officeDocument/2006/relationships/image" Target="../media/image47.png"/><Relationship Id="rId27" Type="http://schemas.openxmlformats.org/officeDocument/2006/relationships/image" Target="../media/image33.png"/><Relationship Id="rId30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slide" Target="slide37.xml"/><Relationship Id="rId18" Type="http://schemas.openxmlformats.org/officeDocument/2006/relationships/slide" Target="slide38.xml"/><Relationship Id="rId26" Type="http://schemas.openxmlformats.org/officeDocument/2006/relationships/hyperlink" Target="https://demos.telerik.com/blazor-ui/grid/overview" TargetMode="External"/><Relationship Id="rId3" Type="http://schemas.openxmlformats.org/officeDocument/2006/relationships/image" Target="../media/image54.png"/><Relationship Id="rId21" Type="http://schemas.openxmlformats.org/officeDocument/2006/relationships/image" Target="../media/image46.png"/><Relationship Id="rId7" Type="http://schemas.openxmlformats.org/officeDocument/2006/relationships/image" Target="../media/image23.png"/><Relationship Id="rId12" Type="http://schemas.openxmlformats.org/officeDocument/2006/relationships/slide" Target="slide27.xml"/><Relationship Id="rId17" Type="http://schemas.openxmlformats.org/officeDocument/2006/relationships/slide" Target="slide9.xml"/><Relationship Id="rId25" Type="http://schemas.openxmlformats.org/officeDocument/2006/relationships/image" Target="../media/image53.png"/><Relationship Id="rId33" Type="http://schemas.openxmlformats.org/officeDocument/2006/relationships/image" Target="../media/image63.png"/><Relationship Id="rId2" Type="http://schemas.openxmlformats.org/officeDocument/2006/relationships/image" Target="../media/image24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29" Type="http://schemas.openxmlformats.org/officeDocument/2006/relationships/slide" Target="slide10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5.png"/><Relationship Id="rId11" Type="http://schemas.openxmlformats.org/officeDocument/2006/relationships/slide" Target="slide8.xml"/><Relationship Id="rId24" Type="http://schemas.openxmlformats.org/officeDocument/2006/relationships/image" Target="../media/image55.png"/><Relationship Id="rId32" Type="http://schemas.openxmlformats.org/officeDocument/2006/relationships/image" Target="../media/image62.png"/><Relationship Id="rId5" Type="http://schemas.openxmlformats.org/officeDocument/2006/relationships/slide" Target="slide2.xml"/><Relationship Id="rId15" Type="http://schemas.openxmlformats.org/officeDocument/2006/relationships/image" Target="../media/image40.png"/><Relationship Id="rId23" Type="http://schemas.openxmlformats.org/officeDocument/2006/relationships/image" Target="../media/image49.png"/><Relationship Id="rId28" Type="http://schemas.openxmlformats.org/officeDocument/2006/relationships/image" Target="../media/image60.png"/><Relationship Id="rId10" Type="http://schemas.openxmlformats.org/officeDocument/2006/relationships/slide" Target="slide6.xml"/><Relationship Id="rId19" Type="http://schemas.openxmlformats.org/officeDocument/2006/relationships/image" Target="../media/image44.png"/><Relationship Id="rId31" Type="http://schemas.openxmlformats.org/officeDocument/2006/relationships/slide" Target="slide17.xml"/><Relationship Id="rId4" Type="http://schemas.openxmlformats.org/officeDocument/2006/relationships/image" Target="../media/image38.png"/><Relationship Id="rId9" Type="http://schemas.openxmlformats.org/officeDocument/2006/relationships/image" Target="../media/image39.png"/><Relationship Id="rId14" Type="http://schemas.openxmlformats.org/officeDocument/2006/relationships/slide" Target="slide39.xml"/><Relationship Id="rId22" Type="http://schemas.openxmlformats.org/officeDocument/2006/relationships/image" Target="../media/image47.png"/><Relationship Id="rId27" Type="http://schemas.openxmlformats.org/officeDocument/2006/relationships/image" Target="../media/image33.png"/><Relationship Id="rId30" Type="http://schemas.openxmlformats.org/officeDocument/2006/relationships/image" Target="../media/image61.png"/><Relationship Id="rId8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slide" Target="slide37.xml"/><Relationship Id="rId18" Type="http://schemas.openxmlformats.org/officeDocument/2006/relationships/slide" Target="slide38.xml"/><Relationship Id="rId26" Type="http://schemas.openxmlformats.org/officeDocument/2006/relationships/hyperlink" Target="https://demos.telerik.com/blazor-ui/grid/overview" TargetMode="External"/><Relationship Id="rId3" Type="http://schemas.openxmlformats.org/officeDocument/2006/relationships/image" Target="../media/image69.png"/><Relationship Id="rId21" Type="http://schemas.openxmlformats.org/officeDocument/2006/relationships/image" Target="../media/image46.png"/><Relationship Id="rId7" Type="http://schemas.openxmlformats.org/officeDocument/2006/relationships/image" Target="../media/image23.png"/><Relationship Id="rId12" Type="http://schemas.openxmlformats.org/officeDocument/2006/relationships/slide" Target="slide27.xml"/><Relationship Id="rId17" Type="http://schemas.openxmlformats.org/officeDocument/2006/relationships/slide" Target="slide9.xml"/><Relationship Id="rId25" Type="http://schemas.openxmlformats.org/officeDocument/2006/relationships/image" Target="../media/image53.png"/><Relationship Id="rId2" Type="http://schemas.openxmlformats.org/officeDocument/2006/relationships/image" Target="../media/image24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29" Type="http://schemas.openxmlformats.org/officeDocument/2006/relationships/slide" Target="slide21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5.png"/><Relationship Id="rId11" Type="http://schemas.openxmlformats.org/officeDocument/2006/relationships/slide" Target="slide8.xml"/><Relationship Id="rId24" Type="http://schemas.openxmlformats.org/officeDocument/2006/relationships/image" Target="../media/image55.png"/><Relationship Id="rId5" Type="http://schemas.openxmlformats.org/officeDocument/2006/relationships/slide" Target="slide2.xml"/><Relationship Id="rId15" Type="http://schemas.openxmlformats.org/officeDocument/2006/relationships/image" Target="../media/image40.png"/><Relationship Id="rId23" Type="http://schemas.openxmlformats.org/officeDocument/2006/relationships/image" Target="../media/image49.png"/><Relationship Id="rId28" Type="http://schemas.openxmlformats.org/officeDocument/2006/relationships/image" Target="../media/image33.png"/><Relationship Id="rId10" Type="http://schemas.openxmlformats.org/officeDocument/2006/relationships/slide" Target="slide6.xml"/><Relationship Id="rId19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39.png"/><Relationship Id="rId14" Type="http://schemas.openxmlformats.org/officeDocument/2006/relationships/slide" Target="slide39.xml"/><Relationship Id="rId22" Type="http://schemas.openxmlformats.org/officeDocument/2006/relationships/image" Target="../media/image47.png"/><Relationship Id="rId27" Type="http://schemas.openxmlformats.org/officeDocument/2006/relationships/image" Target="../media/image51.png"/><Relationship Id="rId30" Type="http://schemas.openxmlformats.org/officeDocument/2006/relationships/slide" Target="slide2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slide" Target="slide37.xml"/><Relationship Id="rId18" Type="http://schemas.openxmlformats.org/officeDocument/2006/relationships/slide" Target="slide11.xml"/><Relationship Id="rId26" Type="http://schemas.openxmlformats.org/officeDocument/2006/relationships/slide" Target="slide22.xml"/><Relationship Id="rId3" Type="http://schemas.openxmlformats.org/officeDocument/2006/relationships/image" Target="../media/image70.png"/><Relationship Id="rId21" Type="http://schemas.openxmlformats.org/officeDocument/2006/relationships/image" Target="../media/image45.png"/><Relationship Id="rId7" Type="http://schemas.openxmlformats.org/officeDocument/2006/relationships/image" Target="../media/image23.png"/><Relationship Id="rId12" Type="http://schemas.openxmlformats.org/officeDocument/2006/relationships/slide" Target="slide27.xml"/><Relationship Id="rId17" Type="http://schemas.openxmlformats.org/officeDocument/2006/relationships/slide" Target="slide9.xml"/><Relationship Id="rId25" Type="http://schemas.openxmlformats.org/officeDocument/2006/relationships/hyperlink" Target="https://demos.telerik.com/blazor-ui/grid/overview" TargetMode="External"/><Relationship Id="rId2" Type="http://schemas.openxmlformats.org/officeDocument/2006/relationships/image" Target="../media/image24.png"/><Relationship Id="rId16" Type="http://schemas.openxmlformats.org/officeDocument/2006/relationships/image" Target="../media/image41.png"/><Relationship Id="rId20" Type="http://schemas.openxmlformats.org/officeDocument/2006/relationships/image" Target="../media/image44.png"/><Relationship Id="rId29" Type="http://schemas.openxmlformats.org/officeDocument/2006/relationships/image" Target="../media/image53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5.png"/><Relationship Id="rId11" Type="http://schemas.openxmlformats.org/officeDocument/2006/relationships/slide" Target="slide8.xml"/><Relationship Id="rId24" Type="http://schemas.openxmlformats.org/officeDocument/2006/relationships/image" Target="../media/image49.png"/><Relationship Id="rId32" Type="http://schemas.openxmlformats.org/officeDocument/2006/relationships/image" Target="../media/image55.png"/><Relationship Id="rId5" Type="http://schemas.openxmlformats.org/officeDocument/2006/relationships/slide" Target="slide2.xml"/><Relationship Id="rId15" Type="http://schemas.openxmlformats.org/officeDocument/2006/relationships/image" Target="../media/image40.png"/><Relationship Id="rId23" Type="http://schemas.openxmlformats.org/officeDocument/2006/relationships/image" Target="../media/image47.png"/><Relationship Id="rId28" Type="http://schemas.openxmlformats.org/officeDocument/2006/relationships/image" Target="../media/image59.png"/><Relationship Id="rId10" Type="http://schemas.openxmlformats.org/officeDocument/2006/relationships/slide" Target="slide6.xml"/><Relationship Id="rId19" Type="http://schemas.openxmlformats.org/officeDocument/2006/relationships/slide" Target="slide38.xml"/><Relationship Id="rId31" Type="http://schemas.openxmlformats.org/officeDocument/2006/relationships/image" Target="../media/image72.png"/><Relationship Id="rId4" Type="http://schemas.openxmlformats.org/officeDocument/2006/relationships/image" Target="../media/image38.png"/><Relationship Id="rId9" Type="http://schemas.openxmlformats.org/officeDocument/2006/relationships/image" Target="../media/image39.png"/><Relationship Id="rId14" Type="http://schemas.openxmlformats.org/officeDocument/2006/relationships/slide" Target="slide39.xml"/><Relationship Id="rId22" Type="http://schemas.openxmlformats.org/officeDocument/2006/relationships/image" Target="../media/image46.png"/><Relationship Id="rId27" Type="http://schemas.openxmlformats.org/officeDocument/2006/relationships/image" Target="../media/image58.png"/><Relationship Id="rId30" Type="http://schemas.openxmlformats.org/officeDocument/2006/relationships/image" Target="../media/image7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slide" Target="slide37.xml"/><Relationship Id="rId18" Type="http://schemas.openxmlformats.org/officeDocument/2006/relationships/slide" Target="slide38.xml"/><Relationship Id="rId26" Type="http://schemas.openxmlformats.org/officeDocument/2006/relationships/hyperlink" Target="https://demos.telerik.com/blazor-ui/grid/overview" TargetMode="External"/><Relationship Id="rId3" Type="http://schemas.openxmlformats.org/officeDocument/2006/relationships/image" Target="../media/image73.png"/><Relationship Id="rId21" Type="http://schemas.openxmlformats.org/officeDocument/2006/relationships/image" Target="../media/image46.png"/><Relationship Id="rId7" Type="http://schemas.openxmlformats.org/officeDocument/2006/relationships/image" Target="../media/image23.png"/><Relationship Id="rId12" Type="http://schemas.openxmlformats.org/officeDocument/2006/relationships/slide" Target="slide27.xml"/><Relationship Id="rId17" Type="http://schemas.openxmlformats.org/officeDocument/2006/relationships/slide" Target="slide9.xml"/><Relationship Id="rId25" Type="http://schemas.openxmlformats.org/officeDocument/2006/relationships/image" Target="../media/image53.png"/><Relationship Id="rId2" Type="http://schemas.openxmlformats.org/officeDocument/2006/relationships/image" Target="../media/image24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29" Type="http://schemas.openxmlformats.org/officeDocument/2006/relationships/image" Target="../media/image68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5.png"/><Relationship Id="rId11" Type="http://schemas.openxmlformats.org/officeDocument/2006/relationships/slide" Target="slide8.xml"/><Relationship Id="rId24" Type="http://schemas.openxmlformats.org/officeDocument/2006/relationships/image" Target="../media/image55.png"/><Relationship Id="rId5" Type="http://schemas.openxmlformats.org/officeDocument/2006/relationships/slide" Target="slide2.xml"/><Relationship Id="rId15" Type="http://schemas.openxmlformats.org/officeDocument/2006/relationships/image" Target="../media/image40.png"/><Relationship Id="rId23" Type="http://schemas.openxmlformats.org/officeDocument/2006/relationships/image" Target="../media/image49.png"/><Relationship Id="rId28" Type="http://schemas.openxmlformats.org/officeDocument/2006/relationships/image" Target="../media/image33.png"/><Relationship Id="rId10" Type="http://schemas.openxmlformats.org/officeDocument/2006/relationships/slide" Target="slide6.xml"/><Relationship Id="rId19" Type="http://schemas.openxmlformats.org/officeDocument/2006/relationships/image" Target="../media/image44.png"/><Relationship Id="rId31" Type="http://schemas.openxmlformats.org/officeDocument/2006/relationships/image" Target="../media/image37.png"/><Relationship Id="rId4" Type="http://schemas.openxmlformats.org/officeDocument/2006/relationships/image" Target="../media/image38.png"/><Relationship Id="rId9" Type="http://schemas.openxmlformats.org/officeDocument/2006/relationships/image" Target="../media/image39.png"/><Relationship Id="rId14" Type="http://schemas.openxmlformats.org/officeDocument/2006/relationships/slide" Target="slide39.xml"/><Relationship Id="rId22" Type="http://schemas.openxmlformats.org/officeDocument/2006/relationships/image" Target="../media/image47.png"/><Relationship Id="rId27" Type="http://schemas.openxmlformats.org/officeDocument/2006/relationships/image" Target="../media/image51.png"/><Relationship Id="rId30" Type="http://schemas.openxmlformats.org/officeDocument/2006/relationships/slide" Target="slide1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slide" Target="slide27.xml"/><Relationship Id="rId18" Type="http://schemas.openxmlformats.org/officeDocument/2006/relationships/slide" Target="slide9.xml"/><Relationship Id="rId26" Type="http://schemas.openxmlformats.org/officeDocument/2006/relationships/image" Target="../media/image55.png"/><Relationship Id="rId3" Type="http://schemas.openxmlformats.org/officeDocument/2006/relationships/image" Target="../media/image74.png"/><Relationship Id="rId21" Type="http://schemas.openxmlformats.org/officeDocument/2006/relationships/image" Target="../media/image45.png"/><Relationship Id="rId7" Type="http://schemas.openxmlformats.org/officeDocument/2006/relationships/image" Target="../media/image25.png"/><Relationship Id="rId12" Type="http://schemas.openxmlformats.org/officeDocument/2006/relationships/slide" Target="slide8.xml"/><Relationship Id="rId17" Type="http://schemas.openxmlformats.org/officeDocument/2006/relationships/image" Target="../media/image41.png"/><Relationship Id="rId25" Type="http://schemas.openxmlformats.org/officeDocument/2006/relationships/hyperlink" Target="https://demos.telerik.com/blazor-ui/grid/overview" TargetMode="External"/><Relationship Id="rId2" Type="http://schemas.openxmlformats.org/officeDocument/2006/relationships/image" Target="../media/image24.png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29" Type="http://schemas.openxmlformats.org/officeDocument/2006/relationships/image" Target="../media/image51.png"/><Relationship Id="rId1" Type="http://schemas.openxmlformats.org/officeDocument/2006/relationships/slideLayout" Target="../slideLayouts/slideLayout58.xml"/><Relationship Id="rId6" Type="http://schemas.openxmlformats.org/officeDocument/2006/relationships/slide" Target="slide2.xml"/><Relationship Id="rId11" Type="http://schemas.openxmlformats.org/officeDocument/2006/relationships/slide" Target="slide6.xml"/><Relationship Id="rId24" Type="http://schemas.openxmlformats.org/officeDocument/2006/relationships/image" Target="../media/image49.png"/><Relationship Id="rId5" Type="http://schemas.openxmlformats.org/officeDocument/2006/relationships/slide" Target="slide10.xml"/><Relationship Id="rId15" Type="http://schemas.openxmlformats.org/officeDocument/2006/relationships/slide" Target="slide39.xml"/><Relationship Id="rId23" Type="http://schemas.openxmlformats.org/officeDocument/2006/relationships/image" Target="../media/image47.png"/><Relationship Id="rId28" Type="http://schemas.openxmlformats.org/officeDocument/2006/relationships/image" Target="../media/image33.png"/><Relationship Id="rId10" Type="http://schemas.openxmlformats.org/officeDocument/2006/relationships/image" Target="../media/image39.png"/><Relationship Id="rId19" Type="http://schemas.openxmlformats.org/officeDocument/2006/relationships/slide" Target="slide38.xml"/><Relationship Id="rId4" Type="http://schemas.openxmlformats.org/officeDocument/2006/relationships/image" Target="../media/image38.png"/><Relationship Id="rId9" Type="http://schemas.openxmlformats.org/officeDocument/2006/relationships/image" Target="../media/image26.png"/><Relationship Id="rId14" Type="http://schemas.openxmlformats.org/officeDocument/2006/relationships/slide" Target="slide37.xml"/><Relationship Id="rId22" Type="http://schemas.openxmlformats.org/officeDocument/2006/relationships/image" Target="../media/image46.png"/><Relationship Id="rId27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37.xml"/><Relationship Id="rId13" Type="http://schemas.openxmlformats.org/officeDocument/2006/relationships/image" Target="../media/image76.png"/><Relationship Id="rId18" Type="http://schemas.openxmlformats.org/officeDocument/2006/relationships/image" Target="../media/image80.png"/><Relationship Id="rId3" Type="http://schemas.openxmlformats.org/officeDocument/2006/relationships/slide" Target="slide2.xml"/><Relationship Id="rId7" Type="http://schemas.openxmlformats.org/officeDocument/2006/relationships/slide" Target="slide6.xml"/><Relationship Id="rId12" Type="http://schemas.openxmlformats.org/officeDocument/2006/relationships/image" Target="../media/image75.png"/><Relationship Id="rId17" Type="http://schemas.openxmlformats.org/officeDocument/2006/relationships/image" Target="../media/image79.png"/><Relationship Id="rId2" Type="http://schemas.openxmlformats.org/officeDocument/2006/relationships/image" Target="../media/image24.png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6.png"/><Relationship Id="rId11" Type="http://schemas.openxmlformats.org/officeDocument/2006/relationships/slide" Target="slide38.xml"/><Relationship Id="rId5" Type="http://schemas.openxmlformats.org/officeDocument/2006/relationships/image" Target="../media/image23.png"/><Relationship Id="rId15" Type="http://schemas.openxmlformats.org/officeDocument/2006/relationships/image" Target="../media/image77.png"/><Relationship Id="rId10" Type="http://schemas.openxmlformats.org/officeDocument/2006/relationships/slide" Target="slide9.xml"/><Relationship Id="rId19" Type="http://schemas.openxmlformats.org/officeDocument/2006/relationships/slide" Target="slide24.xml"/><Relationship Id="rId4" Type="http://schemas.openxmlformats.org/officeDocument/2006/relationships/image" Target="../media/image25.png"/><Relationship Id="rId9" Type="http://schemas.openxmlformats.org/officeDocument/2006/relationships/slide" Target="slide39.xml"/><Relationship Id="rId1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37.xml"/><Relationship Id="rId13" Type="http://schemas.openxmlformats.org/officeDocument/2006/relationships/image" Target="../media/image51.png"/><Relationship Id="rId18" Type="http://schemas.openxmlformats.org/officeDocument/2006/relationships/image" Target="../media/image81.png"/><Relationship Id="rId3" Type="http://schemas.openxmlformats.org/officeDocument/2006/relationships/slide" Target="slide2.xml"/><Relationship Id="rId7" Type="http://schemas.openxmlformats.org/officeDocument/2006/relationships/slide" Target="slide6.xml"/><Relationship Id="rId12" Type="http://schemas.openxmlformats.org/officeDocument/2006/relationships/image" Target="../media/image76.png"/><Relationship Id="rId17" Type="http://schemas.openxmlformats.org/officeDocument/2006/relationships/image" Target="../media/image80.png"/><Relationship Id="rId2" Type="http://schemas.openxmlformats.org/officeDocument/2006/relationships/image" Target="../media/image24.png"/><Relationship Id="rId16" Type="http://schemas.openxmlformats.org/officeDocument/2006/relationships/image" Target="../media/image79.png"/><Relationship Id="rId20" Type="http://schemas.openxmlformats.org/officeDocument/2006/relationships/slide" Target="slide25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6.png"/><Relationship Id="rId11" Type="http://schemas.openxmlformats.org/officeDocument/2006/relationships/image" Target="../media/image75.png"/><Relationship Id="rId5" Type="http://schemas.openxmlformats.org/officeDocument/2006/relationships/image" Target="../media/image23.png"/><Relationship Id="rId15" Type="http://schemas.openxmlformats.org/officeDocument/2006/relationships/image" Target="../media/image78.png"/><Relationship Id="rId10" Type="http://schemas.openxmlformats.org/officeDocument/2006/relationships/slide" Target="slide38.xml"/><Relationship Id="rId19" Type="http://schemas.openxmlformats.org/officeDocument/2006/relationships/slide" Target="slide23.xml"/><Relationship Id="rId4" Type="http://schemas.openxmlformats.org/officeDocument/2006/relationships/image" Target="../media/image25.png"/><Relationship Id="rId9" Type="http://schemas.openxmlformats.org/officeDocument/2006/relationships/slide" Target="slide39.xml"/><Relationship Id="rId14" Type="http://schemas.openxmlformats.org/officeDocument/2006/relationships/image" Target="../media/image7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37.xml"/><Relationship Id="rId13" Type="http://schemas.openxmlformats.org/officeDocument/2006/relationships/image" Target="../media/image51.png"/><Relationship Id="rId18" Type="http://schemas.openxmlformats.org/officeDocument/2006/relationships/image" Target="../media/image81.png"/><Relationship Id="rId3" Type="http://schemas.openxmlformats.org/officeDocument/2006/relationships/slide" Target="slide2.xml"/><Relationship Id="rId7" Type="http://schemas.openxmlformats.org/officeDocument/2006/relationships/slide" Target="slide6.xml"/><Relationship Id="rId12" Type="http://schemas.openxmlformats.org/officeDocument/2006/relationships/image" Target="../media/image76.png"/><Relationship Id="rId17" Type="http://schemas.openxmlformats.org/officeDocument/2006/relationships/image" Target="../media/image80.png"/><Relationship Id="rId2" Type="http://schemas.openxmlformats.org/officeDocument/2006/relationships/image" Target="../media/image24.png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6.png"/><Relationship Id="rId11" Type="http://schemas.openxmlformats.org/officeDocument/2006/relationships/image" Target="../media/image75.png"/><Relationship Id="rId5" Type="http://schemas.openxmlformats.org/officeDocument/2006/relationships/image" Target="../media/image23.png"/><Relationship Id="rId15" Type="http://schemas.openxmlformats.org/officeDocument/2006/relationships/image" Target="../media/image78.png"/><Relationship Id="rId10" Type="http://schemas.openxmlformats.org/officeDocument/2006/relationships/slide" Target="slide38.xml"/><Relationship Id="rId19" Type="http://schemas.openxmlformats.org/officeDocument/2006/relationships/slide" Target="slide23.xml"/><Relationship Id="rId4" Type="http://schemas.openxmlformats.org/officeDocument/2006/relationships/image" Target="../media/image25.png"/><Relationship Id="rId9" Type="http://schemas.openxmlformats.org/officeDocument/2006/relationships/slide" Target="slide39.xml"/><Relationship Id="rId14" Type="http://schemas.openxmlformats.org/officeDocument/2006/relationships/image" Target="../media/image7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slide" Target="slide39.xml"/><Relationship Id="rId18" Type="http://schemas.openxmlformats.org/officeDocument/2006/relationships/image" Target="../media/image45.png"/><Relationship Id="rId26" Type="http://schemas.openxmlformats.org/officeDocument/2006/relationships/image" Target="../media/image82.png"/><Relationship Id="rId3" Type="http://schemas.openxmlformats.org/officeDocument/2006/relationships/image" Target="../media/image38.png"/><Relationship Id="rId21" Type="http://schemas.openxmlformats.org/officeDocument/2006/relationships/image" Target="../media/image49.png"/><Relationship Id="rId7" Type="http://schemas.openxmlformats.org/officeDocument/2006/relationships/image" Target="../media/image26.png"/><Relationship Id="rId12" Type="http://schemas.openxmlformats.org/officeDocument/2006/relationships/slide" Target="slide37.xml"/><Relationship Id="rId17" Type="http://schemas.openxmlformats.org/officeDocument/2006/relationships/image" Target="../media/image44.png"/><Relationship Id="rId25" Type="http://schemas.openxmlformats.org/officeDocument/2006/relationships/image" Target="../media/image53.png"/><Relationship Id="rId2" Type="http://schemas.openxmlformats.org/officeDocument/2006/relationships/image" Target="../media/image24.png"/><Relationship Id="rId16" Type="http://schemas.openxmlformats.org/officeDocument/2006/relationships/slide" Target="slide38.xml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3.png"/><Relationship Id="rId11" Type="http://schemas.openxmlformats.org/officeDocument/2006/relationships/slide" Target="slide27.xml"/><Relationship Id="rId24" Type="http://schemas.openxmlformats.org/officeDocument/2006/relationships/image" Target="../media/image34.png"/><Relationship Id="rId5" Type="http://schemas.openxmlformats.org/officeDocument/2006/relationships/image" Target="../media/image25.png"/><Relationship Id="rId15" Type="http://schemas.openxmlformats.org/officeDocument/2006/relationships/image" Target="../media/image41.png"/><Relationship Id="rId23" Type="http://schemas.openxmlformats.org/officeDocument/2006/relationships/image" Target="../media/image35.png"/><Relationship Id="rId28" Type="http://schemas.openxmlformats.org/officeDocument/2006/relationships/image" Target="../media/image83.png"/><Relationship Id="rId10" Type="http://schemas.openxmlformats.org/officeDocument/2006/relationships/slide" Target="slide8.xml"/><Relationship Id="rId19" Type="http://schemas.openxmlformats.org/officeDocument/2006/relationships/image" Target="../media/image46.png"/><Relationship Id="rId4" Type="http://schemas.openxmlformats.org/officeDocument/2006/relationships/slide" Target="slide2.xml"/><Relationship Id="rId9" Type="http://schemas.openxmlformats.org/officeDocument/2006/relationships/slide" Target="slide6.xml"/><Relationship Id="rId14" Type="http://schemas.openxmlformats.org/officeDocument/2006/relationships/image" Target="../media/image40.png"/><Relationship Id="rId22" Type="http://schemas.openxmlformats.org/officeDocument/2006/relationships/image" Target="../media/image52.png"/><Relationship Id="rId27" Type="http://schemas.openxmlformats.org/officeDocument/2006/relationships/slide" Target="slide9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0.png"/><Relationship Id="rId18" Type="http://schemas.openxmlformats.org/officeDocument/2006/relationships/slide" Target="slide38.xml"/><Relationship Id="rId26" Type="http://schemas.openxmlformats.org/officeDocument/2006/relationships/image" Target="../media/image34.png"/><Relationship Id="rId3" Type="http://schemas.openxmlformats.org/officeDocument/2006/relationships/image" Target="../media/image38.png"/><Relationship Id="rId21" Type="http://schemas.openxmlformats.org/officeDocument/2006/relationships/image" Target="../media/image46.png"/><Relationship Id="rId7" Type="http://schemas.openxmlformats.org/officeDocument/2006/relationships/image" Target="../media/image26.png"/><Relationship Id="rId12" Type="http://schemas.openxmlformats.org/officeDocument/2006/relationships/slide" Target="slide39.xml"/><Relationship Id="rId17" Type="http://schemas.openxmlformats.org/officeDocument/2006/relationships/slide" Target="slide10.xml"/><Relationship Id="rId25" Type="http://schemas.openxmlformats.org/officeDocument/2006/relationships/slide" Target="slide28.xml"/><Relationship Id="rId2" Type="http://schemas.openxmlformats.org/officeDocument/2006/relationships/image" Target="../media/image24.png"/><Relationship Id="rId16" Type="http://schemas.openxmlformats.org/officeDocument/2006/relationships/slide" Target="slide9.xml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3.png"/><Relationship Id="rId11" Type="http://schemas.openxmlformats.org/officeDocument/2006/relationships/slide" Target="slide37.xml"/><Relationship Id="rId24" Type="http://schemas.openxmlformats.org/officeDocument/2006/relationships/image" Target="../media/image84.png"/><Relationship Id="rId5" Type="http://schemas.openxmlformats.org/officeDocument/2006/relationships/image" Target="../media/image25.png"/><Relationship Id="rId15" Type="http://schemas.openxmlformats.org/officeDocument/2006/relationships/slide" Target="slide6.xml"/><Relationship Id="rId23" Type="http://schemas.openxmlformats.org/officeDocument/2006/relationships/image" Target="../media/image49.png"/><Relationship Id="rId28" Type="http://schemas.openxmlformats.org/officeDocument/2006/relationships/image" Target="../media/image33.png"/><Relationship Id="rId10" Type="http://schemas.openxmlformats.org/officeDocument/2006/relationships/slide" Target="slide8.xml"/><Relationship Id="rId19" Type="http://schemas.openxmlformats.org/officeDocument/2006/relationships/image" Target="../media/image44.png"/><Relationship Id="rId4" Type="http://schemas.openxmlformats.org/officeDocument/2006/relationships/slide" Target="slide2.xml"/><Relationship Id="rId9" Type="http://schemas.openxmlformats.org/officeDocument/2006/relationships/slide" Target="slide7.xml"/><Relationship Id="rId14" Type="http://schemas.openxmlformats.org/officeDocument/2006/relationships/image" Target="../media/image41.png"/><Relationship Id="rId22" Type="http://schemas.openxmlformats.org/officeDocument/2006/relationships/image" Target="../media/image47.png"/><Relationship Id="rId27" Type="http://schemas.openxmlformats.org/officeDocument/2006/relationships/slide" Target="slide3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slide" Target="slide39.xml"/><Relationship Id="rId18" Type="http://schemas.openxmlformats.org/officeDocument/2006/relationships/slide" Target="slide30.xml"/><Relationship Id="rId3" Type="http://schemas.openxmlformats.org/officeDocument/2006/relationships/image" Target="../media/image38.png"/><Relationship Id="rId21" Type="http://schemas.openxmlformats.org/officeDocument/2006/relationships/image" Target="../media/image85.png"/><Relationship Id="rId7" Type="http://schemas.openxmlformats.org/officeDocument/2006/relationships/image" Target="../media/image26.png"/><Relationship Id="rId12" Type="http://schemas.openxmlformats.org/officeDocument/2006/relationships/slide" Target="slide37.xml"/><Relationship Id="rId17" Type="http://schemas.openxmlformats.org/officeDocument/2006/relationships/slide" Target="slide27.xml"/><Relationship Id="rId2" Type="http://schemas.openxmlformats.org/officeDocument/2006/relationships/image" Target="../media/image24.png"/><Relationship Id="rId16" Type="http://schemas.openxmlformats.org/officeDocument/2006/relationships/slide" Target="slide6.xml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3.png"/><Relationship Id="rId11" Type="http://schemas.openxmlformats.org/officeDocument/2006/relationships/slide" Target="slide29.xml"/><Relationship Id="rId5" Type="http://schemas.openxmlformats.org/officeDocument/2006/relationships/image" Target="../media/image25.png"/><Relationship Id="rId15" Type="http://schemas.openxmlformats.org/officeDocument/2006/relationships/image" Target="../media/image41.png"/><Relationship Id="rId10" Type="http://schemas.openxmlformats.org/officeDocument/2006/relationships/slide" Target="slide8.xml"/><Relationship Id="rId19" Type="http://schemas.openxmlformats.org/officeDocument/2006/relationships/slide" Target="slide38.xml"/><Relationship Id="rId4" Type="http://schemas.openxmlformats.org/officeDocument/2006/relationships/slide" Target="slide2.xml"/><Relationship Id="rId9" Type="http://schemas.openxmlformats.org/officeDocument/2006/relationships/slide" Target="slide7.xml"/><Relationship Id="rId14" Type="http://schemas.openxmlformats.org/officeDocument/2006/relationships/image" Target="../media/image40.png"/><Relationship Id="rId22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0.png"/><Relationship Id="rId18" Type="http://schemas.openxmlformats.org/officeDocument/2006/relationships/slide" Target="slide38.xml"/><Relationship Id="rId3" Type="http://schemas.openxmlformats.org/officeDocument/2006/relationships/image" Target="../media/image38.png"/><Relationship Id="rId21" Type="http://schemas.openxmlformats.org/officeDocument/2006/relationships/image" Target="../media/image35.png"/><Relationship Id="rId7" Type="http://schemas.openxmlformats.org/officeDocument/2006/relationships/image" Target="../media/image26.png"/><Relationship Id="rId12" Type="http://schemas.openxmlformats.org/officeDocument/2006/relationships/slide" Target="slide39.xml"/><Relationship Id="rId17" Type="http://schemas.openxmlformats.org/officeDocument/2006/relationships/slide" Target="slide30.xml"/><Relationship Id="rId2" Type="http://schemas.openxmlformats.org/officeDocument/2006/relationships/image" Target="../media/image24.png"/><Relationship Id="rId16" Type="http://schemas.openxmlformats.org/officeDocument/2006/relationships/slide" Target="slide27.xml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3.png"/><Relationship Id="rId11" Type="http://schemas.openxmlformats.org/officeDocument/2006/relationships/slide" Target="slide37.xml"/><Relationship Id="rId5" Type="http://schemas.openxmlformats.org/officeDocument/2006/relationships/image" Target="../media/image25.png"/><Relationship Id="rId15" Type="http://schemas.openxmlformats.org/officeDocument/2006/relationships/slide" Target="slide6.xml"/><Relationship Id="rId10" Type="http://schemas.openxmlformats.org/officeDocument/2006/relationships/slide" Target="slide8.xml"/><Relationship Id="rId19" Type="http://schemas.openxmlformats.org/officeDocument/2006/relationships/image" Target="../media/image44.png"/><Relationship Id="rId4" Type="http://schemas.openxmlformats.org/officeDocument/2006/relationships/slide" Target="slide2.xml"/><Relationship Id="rId9" Type="http://schemas.openxmlformats.org/officeDocument/2006/relationships/slide" Target="slide7.xml"/><Relationship Id="rId1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slide" Target="slide39.xml"/><Relationship Id="rId18" Type="http://schemas.openxmlformats.org/officeDocument/2006/relationships/slide" Target="slide38.xml"/><Relationship Id="rId3" Type="http://schemas.openxmlformats.org/officeDocument/2006/relationships/image" Target="../media/image38.png"/><Relationship Id="rId21" Type="http://schemas.openxmlformats.org/officeDocument/2006/relationships/image" Target="../media/image88.png"/><Relationship Id="rId7" Type="http://schemas.openxmlformats.org/officeDocument/2006/relationships/image" Target="../media/image26.png"/><Relationship Id="rId12" Type="http://schemas.openxmlformats.org/officeDocument/2006/relationships/slide" Target="slide37.xml"/><Relationship Id="rId17" Type="http://schemas.openxmlformats.org/officeDocument/2006/relationships/slide" Target="slide27.xml"/><Relationship Id="rId2" Type="http://schemas.openxmlformats.org/officeDocument/2006/relationships/image" Target="../media/image24.png"/><Relationship Id="rId16" Type="http://schemas.openxmlformats.org/officeDocument/2006/relationships/slide" Target="slide6.xml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3.png"/><Relationship Id="rId11" Type="http://schemas.openxmlformats.org/officeDocument/2006/relationships/slide" Target="slide29.xml"/><Relationship Id="rId5" Type="http://schemas.openxmlformats.org/officeDocument/2006/relationships/image" Target="../media/image25.png"/><Relationship Id="rId15" Type="http://schemas.openxmlformats.org/officeDocument/2006/relationships/image" Target="../media/image41.png"/><Relationship Id="rId10" Type="http://schemas.openxmlformats.org/officeDocument/2006/relationships/slide" Target="slide28.xml"/><Relationship Id="rId19" Type="http://schemas.openxmlformats.org/officeDocument/2006/relationships/image" Target="../media/image44.png"/><Relationship Id="rId4" Type="http://schemas.openxmlformats.org/officeDocument/2006/relationships/slide" Target="slide2.xml"/><Relationship Id="rId9" Type="http://schemas.openxmlformats.org/officeDocument/2006/relationships/slide" Target="slide7.xml"/><Relationship Id="rId1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0.png"/><Relationship Id="rId18" Type="http://schemas.openxmlformats.org/officeDocument/2006/relationships/image" Target="../media/image46.png"/><Relationship Id="rId26" Type="http://schemas.openxmlformats.org/officeDocument/2006/relationships/image" Target="../media/image90.png"/><Relationship Id="rId3" Type="http://schemas.openxmlformats.org/officeDocument/2006/relationships/image" Target="../media/image38.png"/><Relationship Id="rId21" Type="http://schemas.openxmlformats.org/officeDocument/2006/relationships/image" Target="../media/image84.png"/><Relationship Id="rId7" Type="http://schemas.openxmlformats.org/officeDocument/2006/relationships/image" Target="../media/image26.png"/><Relationship Id="rId12" Type="http://schemas.openxmlformats.org/officeDocument/2006/relationships/slide" Target="slide39.xml"/><Relationship Id="rId17" Type="http://schemas.openxmlformats.org/officeDocument/2006/relationships/image" Target="../media/image45.png"/><Relationship Id="rId25" Type="http://schemas.openxmlformats.org/officeDocument/2006/relationships/slide" Target="slide40.xml"/><Relationship Id="rId2" Type="http://schemas.openxmlformats.org/officeDocument/2006/relationships/image" Target="../media/image24.png"/><Relationship Id="rId16" Type="http://schemas.openxmlformats.org/officeDocument/2006/relationships/image" Target="../media/image44.png"/><Relationship Id="rId20" Type="http://schemas.openxmlformats.org/officeDocument/2006/relationships/image" Target="../media/image49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3.png"/><Relationship Id="rId11" Type="http://schemas.openxmlformats.org/officeDocument/2006/relationships/slide" Target="slide37.xml"/><Relationship Id="rId24" Type="http://schemas.openxmlformats.org/officeDocument/2006/relationships/image" Target="../media/image34.png"/><Relationship Id="rId5" Type="http://schemas.openxmlformats.org/officeDocument/2006/relationships/image" Target="../media/image25.png"/><Relationship Id="rId15" Type="http://schemas.openxmlformats.org/officeDocument/2006/relationships/slide" Target="slide38.xml"/><Relationship Id="rId23" Type="http://schemas.openxmlformats.org/officeDocument/2006/relationships/slide" Target="slide28.xml"/><Relationship Id="rId28" Type="http://schemas.openxmlformats.org/officeDocument/2006/relationships/slide" Target="slide27.xml"/><Relationship Id="rId10" Type="http://schemas.openxmlformats.org/officeDocument/2006/relationships/slide" Target="slide50.xml"/><Relationship Id="rId19" Type="http://schemas.openxmlformats.org/officeDocument/2006/relationships/image" Target="../media/image47.png"/><Relationship Id="rId4" Type="http://schemas.openxmlformats.org/officeDocument/2006/relationships/slide" Target="slide2.xml"/><Relationship Id="rId9" Type="http://schemas.openxmlformats.org/officeDocument/2006/relationships/slide" Target="slide6.xml"/><Relationship Id="rId14" Type="http://schemas.openxmlformats.org/officeDocument/2006/relationships/image" Target="../media/image41.png"/><Relationship Id="rId22" Type="http://schemas.openxmlformats.org/officeDocument/2006/relationships/image" Target="../media/image89.png"/><Relationship Id="rId27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0.png"/><Relationship Id="rId18" Type="http://schemas.openxmlformats.org/officeDocument/2006/relationships/image" Target="../media/image43.png"/><Relationship Id="rId26" Type="http://schemas.openxmlformats.org/officeDocument/2006/relationships/slide" Target="slide36.xml"/><Relationship Id="rId3" Type="http://schemas.openxmlformats.org/officeDocument/2006/relationships/image" Target="../media/image38.png"/><Relationship Id="rId21" Type="http://schemas.openxmlformats.org/officeDocument/2006/relationships/image" Target="../media/image46.png"/><Relationship Id="rId7" Type="http://schemas.openxmlformats.org/officeDocument/2006/relationships/image" Target="../media/image26.png"/><Relationship Id="rId12" Type="http://schemas.openxmlformats.org/officeDocument/2006/relationships/slide" Target="slide39.xml"/><Relationship Id="rId17" Type="http://schemas.openxmlformats.org/officeDocument/2006/relationships/slide" Target="slide8.xml"/><Relationship Id="rId25" Type="http://schemas.openxmlformats.org/officeDocument/2006/relationships/image" Target="../media/image91.png"/><Relationship Id="rId2" Type="http://schemas.openxmlformats.org/officeDocument/2006/relationships/image" Target="../media/image24.png"/><Relationship Id="rId16" Type="http://schemas.openxmlformats.org/officeDocument/2006/relationships/slide" Target="slide6.xml"/><Relationship Id="rId20" Type="http://schemas.openxmlformats.org/officeDocument/2006/relationships/image" Target="../media/image44.png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3.png"/><Relationship Id="rId11" Type="http://schemas.openxmlformats.org/officeDocument/2006/relationships/slide" Target="slide37.xml"/><Relationship Id="rId24" Type="http://schemas.openxmlformats.org/officeDocument/2006/relationships/image" Target="../media/image51.png"/><Relationship Id="rId5" Type="http://schemas.openxmlformats.org/officeDocument/2006/relationships/image" Target="../media/image25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45.png"/><Relationship Id="rId10" Type="http://schemas.openxmlformats.org/officeDocument/2006/relationships/slide" Target="slide50.xml"/><Relationship Id="rId19" Type="http://schemas.openxmlformats.org/officeDocument/2006/relationships/slide" Target="slide38.xml"/><Relationship Id="rId4" Type="http://schemas.openxmlformats.org/officeDocument/2006/relationships/slide" Target="slide2.xml"/><Relationship Id="rId9" Type="http://schemas.openxmlformats.org/officeDocument/2006/relationships/slide" Target="slide7.xml"/><Relationship Id="rId14" Type="http://schemas.openxmlformats.org/officeDocument/2006/relationships/image" Target="../media/image41.png"/><Relationship Id="rId22" Type="http://schemas.openxmlformats.org/officeDocument/2006/relationships/image" Target="../media/image48.png"/><Relationship Id="rId27" Type="http://schemas.openxmlformats.org/officeDocument/2006/relationships/slide" Target="slide35.xml"/><Relationship Id="rId30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0.png"/><Relationship Id="rId18" Type="http://schemas.openxmlformats.org/officeDocument/2006/relationships/image" Target="../media/image43.png"/><Relationship Id="rId26" Type="http://schemas.openxmlformats.org/officeDocument/2006/relationships/image" Target="../media/image50.png"/><Relationship Id="rId3" Type="http://schemas.openxmlformats.org/officeDocument/2006/relationships/image" Target="../media/image38.png"/><Relationship Id="rId21" Type="http://schemas.openxmlformats.org/officeDocument/2006/relationships/image" Target="../media/image45.png"/><Relationship Id="rId7" Type="http://schemas.openxmlformats.org/officeDocument/2006/relationships/image" Target="../media/image26.png"/><Relationship Id="rId12" Type="http://schemas.openxmlformats.org/officeDocument/2006/relationships/slide" Target="slide39.xml"/><Relationship Id="rId17" Type="http://schemas.openxmlformats.org/officeDocument/2006/relationships/slide" Target="slide8.xml"/><Relationship Id="rId25" Type="http://schemas.openxmlformats.org/officeDocument/2006/relationships/image" Target="../media/image49.png"/><Relationship Id="rId2" Type="http://schemas.openxmlformats.org/officeDocument/2006/relationships/image" Target="../media/image24.png"/><Relationship Id="rId16" Type="http://schemas.openxmlformats.org/officeDocument/2006/relationships/slide" Target="slide6.xml"/><Relationship Id="rId20" Type="http://schemas.openxmlformats.org/officeDocument/2006/relationships/image" Target="../media/image44.png"/><Relationship Id="rId29" Type="http://schemas.openxmlformats.org/officeDocument/2006/relationships/image" Target="../media/image83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3.png"/><Relationship Id="rId11" Type="http://schemas.openxmlformats.org/officeDocument/2006/relationships/slide" Target="slide37.xml"/><Relationship Id="rId24" Type="http://schemas.openxmlformats.org/officeDocument/2006/relationships/image" Target="../media/image48.png"/><Relationship Id="rId5" Type="http://schemas.openxmlformats.org/officeDocument/2006/relationships/image" Target="../media/image25.png"/><Relationship Id="rId15" Type="http://schemas.openxmlformats.org/officeDocument/2006/relationships/image" Target="../media/image42.png"/><Relationship Id="rId23" Type="http://schemas.openxmlformats.org/officeDocument/2006/relationships/image" Target="../media/image47.png"/><Relationship Id="rId28" Type="http://schemas.openxmlformats.org/officeDocument/2006/relationships/image" Target="../media/image92.png"/><Relationship Id="rId10" Type="http://schemas.openxmlformats.org/officeDocument/2006/relationships/slide" Target="slide50.xml"/><Relationship Id="rId19" Type="http://schemas.openxmlformats.org/officeDocument/2006/relationships/slide" Target="slide38.xml"/><Relationship Id="rId4" Type="http://schemas.openxmlformats.org/officeDocument/2006/relationships/slide" Target="slide2.xml"/><Relationship Id="rId9" Type="http://schemas.openxmlformats.org/officeDocument/2006/relationships/slide" Target="slide7.xml"/><Relationship Id="rId14" Type="http://schemas.openxmlformats.org/officeDocument/2006/relationships/image" Target="../media/image41.png"/><Relationship Id="rId22" Type="http://schemas.openxmlformats.org/officeDocument/2006/relationships/image" Target="../media/image46.png"/><Relationship Id="rId27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0.png"/><Relationship Id="rId18" Type="http://schemas.openxmlformats.org/officeDocument/2006/relationships/image" Target="../media/image43.png"/><Relationship Id="rId26" Type="http://schemas.openxmlformats.org/officeDocument/2006/relationships/image" Target="../media/image50.png"/><Relationship Id="rId3" Type="http://schemas.openxmlformats.org/officeDocument/2006/relationships/image" Target="../media/image38.png"/><Relationship Id="rId21" Type="http://schemas.openxmlformats.org/officeDocument/2006/relationships/image" Target="../media/image45.png"/><Relationship Id="rId7" Type="http://schemas.openxmlformats.org/officeDocument/2006/relationships/image" Target="../media/image26.png"/><Relationship Id="rId12" Type="http://schemas.openxmlformats.org/officeDocument/2006/relationships/slide" Target="slide39.xml"/><Relationship Id="rId17" Type="http://schemas.openxmlformats.org/officeDocument/2006/relationships/slide" Target="slide8.xml"/><Relationship Id="rId25" Type="http://schemas.openxmlformats.org/officeDocument/2006/relationships/image" Target="../media/image49.png"/><Relationship Id="rId2" Type="http://schemas.openxmlformats.org/officeDocument/2006/relationships/image" Target="../media/image24.png"/><Relationship Id="rId16" Type="http://schemas.openxmlformats.org/officeDocument/2006/relationships/slide" Target="slide6.xml"/><Relationship Id="rId20" Type="http://schemas.openxmlformats.org/officeDocument/2006/relationships/image" Target="../media/image44.png"/><Relationship Id="rId29" Type="http://schemas.openxmlformats.org/officeDocument/2006/relationships/image" Target="../media/image83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3.png"/><Relationship Id="rId11" Type="http://schemas.openxmlformats.org/officeDocument/2006/relationships/slide" Target="slide37.xml"/><Relationship Id="rId24" Type="http://schemas.openxmlformats.org/officeDocument/2006/relationships/image" Target="../media/image48.png"/><Relationship Id="rId5" Type="http://schemas.openxmlformats.org/officeDocument/2006/relationships/image" Target="../media/image25.png"/><Relationship Id="rId15" Type="http://schemas.openxmlformats.org/officeDocument/2006/relationships/image" Target="../media/image42.png"/><Relationship Id="rId23" Type="http://schemas.openxmlformats.org/officeDocument/2006/relationships/image" Target="../media/image47.png"/><Relationship Id="rId28" Type="http://schemas.openxmlformats.org/officeDocument/2006/relationships/image" Target="../media/image93.png"/><Relationship Id="rId10" Type="http://schemas.openxmlformats.org/officeDocument/2006/relationships/slide" Target="slide50.xml"/><Relationship Id="rId19" Type="http://schemas.openxmlformats.org/officeDocument/2006/relationships/slide" Target="slide38.xml"/><Relationship Id="rId4" Type="http://schemas.openxmlformats.org/officeDocument/2006/relationships/slide" Target="slide2.xml"/><Relationship Id="rId9" Type="http://schemas.openxmlformats.org/officeDocument/2006/relationships/slide" Target="slide7.xml"/><Relationship Id="rId14" Type="http://schemas.openxmlformats.org/officeDocument/2006/relationships/image" Target="../media/image41.png"/><Relationship Id="rId22" Type="http://schemas.openxmlformats.org/officeDocument/2006/relationships/image" Target="../media/image46.png"/><Relationship Id="rId27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0.png"/><Relationship Id="rId18" Type="http://schemas.openxmlformats.org/officeDocument/2006/relationships/image" Target="../media/image43.png"/><Relationship Id="rId26" Type="http://schemas.openxmlformats.org/officeDocument/2006/relationships/image" Target="../media/image50.png"/><Relationship Id="rId3" Type="http://schemas.openxmlformats.org/officeDocument/2006/relationships/image" Target="../media/image38.png"/><Relationship Id="rId21" Type="http://schemas.openxmlformats.org/officeDocument/2006/relationships/image" Target="../media/image45.png"/><Relationship Id="rId7" Type="http://schemas.openxmlformats.org/officeDocument/2006/relationships/image" Target="../media/image26.png"/><Relationship Id="rId12" Type="http://schemas.openxmlformats.org/officeDocument/2006/relationships/slide" Target="slide39.xml"/><Relationship Id="rId17" Type="http://schemas.openxmlformats.org/officeDocument/2006/relationships/slide" Target="slide8.xml"/><Relationship Id="rId25" Type="http://schemas.openxmlformats.org/officeDocument/2006/relationships/image" Target="../media/image49.png"/><Relationship Id="rId2" Type="http://schemas.openxmlformats.org/officeDocument/2006/relationships/image" Target="../media/image24.png"/><Relationship Id="rId16" Type="http://schemas.openxmlformats.org/officeDocument/2006/relationships/slide" Target="slide6.xml"/><Relationship Id="rId20" Type="http://schemas.openxmlformats.org/officeDocument/2006/relationships/image" Target="../media/image44.png"/><Relationship Id="rId29" Type="http://schemas.openxmlformats.org/officeDocument/2006/relationships/slide" Target="slide32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3.png"/><Relationship Id="rId11" Type="http://schemas.openxmlformats.org/officeDocument/2006/relationships/slide" Target="slide37.xml"/><Relationship Id="rId24" Type="http://schemas.openxmlformats.org/officeDocument/2006/relationships/image" Target="../media/image48.png"/><Relationship Id="rId5" Type="http://schemas.openxmlformats.org/officeDocument/2006/relationships/image" Target="../media/image25.png"/><Relationship Id="rId15" Type="http://schemas.openxmlformats.org/officeDocument/2006/relationships/image" Target="../media/image42.png"/><Relationship Id="rId23" Type="http://schemas.openxmlformats.org/officeDocument/2006/relationships/image" Target="../media/image47.png"/><Relationship Id="rId28" Type="http://schemas.openxmlformats.org/officeDocument/2006/relationships/image" Target="../media/image93.png"/><Relationship Id="rId10" Type="http://schemas.openxmlformats.org/officeDocument/2006/relationships/slide" Target="slide50.xml"/><Relationship Id="rId19" Type="http://schemas.openxmlformats.org/officeDocument/2006/relationships/slide" Target="slide38.xml"/><Relationship Id="rId4" Type="http://schemas.openxmlformats.org/officeDocument/2006/relationships/slide" Target="slide2.xml"/><Relationship Id="rId9" Type="http://schemas.openxmlformats.org/officeDocument/2006/relationships/slide" Target="slide7.xml"/><Relationship Id="rId14" Type="http://schemas.openxmlformats.org/officeDocument/2006/relationships/image" Target="../media/image41.png"/><Relationship Id="rId22" Type="http://schemas.openxmlformats.org/officeDocument/2006/relationships/image" Target="../media/image46.png"/><Relationship Id="rId27" Type="http://schemas.openxmlformats.org/officeDocument/2006/relationships/image" Target="../media/image51.png"/><Relationship Id="rId30" Type="http://schemas.openxmlformats.org/officeDocument/2006/relationships/image" Target="../media/image8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0.png"/><Relationship Id="rId18" Type="http://schemas.openxmlformats.org/officeDocument/2006/relationships/image" Target="../media/image43.png"/><Relationship Id="rId26" Type="http://schemas.openxmlformats.org/officeDocument/2006/relationships/image" Target="../media/image50.png"/><Relationship Id="rId3" Type="http://schemas.openxmlformats.org/officeDocument/2006/relationships/image" Target="../media/image38.png"/><Relationship Id="rId21" Type="http://schemas.openxmlformats.org/officeDocument/2006/relationships/image" Target="../media/image45.png"/><Relationship Id="rId7" Type="http://schemas.openxmlformats.org/officeDocument/2006/relationships/image" Target="../media/image26.png"/><Relationship Id="rId12" Type="http://schemas.openxmlformats.org/officeDocument/2006/relationships/slide" Target="slide39.xml"/><Relationship Id="rId17" Type="http://schemas.openxmlformats.org/officeDocument/2006/relationships/slide" Target="slide8.xml"/><Relationship Id="rId25" Type="http://schemas.openxmlformats.org/officeDocument/2006/relationships/image" Target="../media/image49.png"/><Relationship Id="rId2" Type="http://schemas.openxmlformats.org/officeDocument/2006/relationships/image" Target="../media/image24.png"/><Relationship Id="rId16" Type="http://schemas.openxmlformats.org/officeDocument/2006/relationships/slide" Target="slide6.xml"/><Relationship Id="rId20" Type="http://schemas.openxmlformats.org/officeDocument/2006/relationships/image" Target="../media/image44.png"/><Relationship Id="rId29" Type="http://schemas.openxmlformats.org/officeDocument/2006/relationships/slide" Target="slide32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3.png"/><Relationship Id="rId11" Type="http://schemas.openxmlformats.org/officeDocument/2006/relationships/slide" Target="slide37.xml"/><Relationship Id="rId24" Type="http://schemas.openxmlformats.org/officeDocument/2006/relationships/image" Target="../media/image48.png"/><Relationship Id="rId5" Type="http://schemas.openxmlformats.org/officeDocument/2006/relationships/image" Target="../media/image25.png"/><Relationship Id="rId15" Type="http://schemas.openxmlformats.org/officeDocument/2006/relationships/image" Target="../media/image42.png"/><Relationship Id="rId23" Type="http://schemas.openxmlformats.org/officeDocument/2006/relationships/image" Target="../media/image47.png"/><Relationship Id="rId28" Type="http://schemas.openxmlformats.org/officeDocument/2006/relationships/image" Target="../media/image92.png"/><Relationship Id="rId10" Type="http://schemas.openxmlformats.org/officeDocument/2006/relationships/slide" Target="slide50.xml"/><Relationship Id="rId19" Type="http://schemas.openxmlformats.org/officeDocument/2006/relationships/slide" Target="slide38.xml"/><Relationship Id="rId4" Type="http://schemas.openxmlformats.org/officeDocument/2006/relationships/slide" Target="slide2.xml"/><Relationship Id="rId9" Type="http://schemas.openxmlformats.org/officeDocument/2006/relationships/slide" Target="slide7.xml"/><Relationship Id="rId14" Type="http://schemas.openxmlformats.org/officeDocument/2006/relationships/image" Target="../media/image41.png"/><Relationship Id="rId22" Type="http://schemas.openxmlformats.org/officeDocument/2006/relationships/image" Target="../media/image46.png"/><Relationship Id="rId27" Type="http://schemas.openxmlformats.org/officeDocument/2006/relationships/image" Target="../media/image51.png"/><Relationship Id="rId30" Type="http://schemas.openxmlformats.org/officeDocument/2006/relationships/image" Target="../media/image8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slide" Target="slide6.xml"/><Relationship Id="rId3" Type="http://schemas.openxmlformats.org/officeDocument/2006/relationships/image" Target="../media/image38.png"/><Relationship Id="rId7" Type="http://schemas.openxmlformats.org/officeDocument/2006/relationships/image" Target="../media/image26.png"/><Relationship Id="rId12" Type="http://schemas.openxmlformats.org/officeDocument/2006/relationships/image" Target="../media/image41.png"/><Relationship Id="rId2" Type="http://schemas.openxmlformats.org/officeDocument/2006/relationships/image" Target="../media/image24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3.png"/><Relationship Id="rId11" Type="http://schemas.openxmlformats.org/officeDocument/2006/relationships/image" Target="../media/image40.png"/><Relationship Id="rId5" Type="http://schemas.openxmlformats.org/officeDocument/2006/relationships/image" Target="../media/image25.png"/><Relationship Id="rId15" Type="http://schemas.openxmlformats.org/officeDocument/2006/relationships/image" Target="../media/image44.png"/><Relationship Id="rId10" Type="http://schemas.openxmlformats.org/officeDocument/2006/relationships/slide" Target="slide39.xml"/><Relationship Id="rId4" Type="http://schemas.openxmlformats.org/officeDocument/2006/relationships/slide" Target="slide2.xml"/><Relationship Id="rId9" Type="http://schemas.openxmlformats.org/officeDocument/2006/relationships/slide" Target="slide38.xml"/><Relationship Id="rId14" Type="http://schemas.openxmlformats.org/officeDocument/2006/relationships/image" Target="../media/image9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slide" Target="slide6.xml"/><Relationship Id="rId3" Type="http://schemas.openxmlformats.org/officeDocument/2006/relationships/image" Target="../media/image38.png"/><Relationship Id="rId7" Type="http://schemas.openxmlformats.org/officeDocument/2006/relationships/image" Target="../media/image26.png"/><Relationship Id="rId12" Type="http://schemas.openxmlformats.org/officeDocument/2006/relationships/image" Target="../media/image4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3.png"/><Relationship Id="rId11" Type="http://schemas.openxmlformats.org/officeDocument/2006/relationships/image" Target="../media/image40.png"/><Relationship Id="rId5" Type="http://schemas.openxmlformats.org/officeDocument/2006/relationships/image" Target="../media/image25.png"/><Relationship Id="rId10" Type="http://schemas.openxmlformats.org/officeDocument/2006/relationships/slide" Target="slide39.xml"/><Relationship Id="rId4" Type="http://schemas.openxmlformats.org/officeDocument/2006/relationships/slide" Target="slide2.xml"/><Relationship Id="rId9" Type="http://schemas.openxmlformats.org/officeDocument/2006/relationships/slide" Target="slide37.xml"/><Relationship Id="rId14" Type="http://schemas.openxmlformats.org/officeDocument/2006/relationships/slide" Target="slide38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slide" Target="slide41.xml"/><Relationship Id="rId18" Type="http://schemas.openxmlformats.org/officeDocument/2006/relationships/slide" Target="slide6.xml"/><Relationship Id="rId3" Type="http://schemas.openxmlformats.org/officeDocument/2006/relationships/image" Target="../media/image38.png"/><Relationship Id="rId7" Type="http://schemas.openxmlformats.org/officeDocument/2006/relationships/image" Target="../media/image26.png"/><Relationship Id="rId12" Type="http://schemas.openxmlformats.org/officeDocument/2006/relationships/image" Target="../media/image97.png"/><Relationship Id="rId17" Type="http://schemas.openxmlformats.org/officeDocument/2006/relationships/slide" Target="slide37.xml"/><Relationship Id="rId2" Type="http://schemas.openxmlformats.org/officeDocument/2006/relationships/image" Target="../media/image24.png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3.png"/><Relationship Id="rId11" Type="http://schemas.openxmlformats.org/officeDocument/2006/relationships/image" Target="../media/image96.png"/><Relationship Id="rId5" Type="http://schemas.openxmlformats.org/officeDocument/2006/relationships/image" Target="../media/image25.png"/><Relationship Id="rId15" Type="http://schemas.openxmlformats.org/officeDocument/2006/relationships/slide" Target="slide40.xml"/><Relationship Id="rId10" Type="http://schemas.openxmlformats.org/officeDocument/2006/relationships/slide" Target="slide50.xml"/><Relationship Id="rId19" Type="http://schemas.openxmlformats.org/officeDocument/2006/relationships/slide" Target="slide38.xml"/><Relationship Id="rId4" Type="http://schemas.openxmlformats.org/officeDocument/2006/relationships/slide" Target="slide2.xml"/><Relationship Id="rId9" Type="http://schemas.openxmlformats.org/officeDocument/2006/relationships/image" Target="../media/image95.png"/><Relationship Id="rId1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98.png"/><Relationship Id="rId18" Type="http://schemas.openxmlformats.org/officeDocument/2006/relationships/slide" Target="slide6.xml"/><Relationship Id="rId3" Type="http://schemas.openxmlformats.org/officeDocument/2006/relationships/image" Target="../media/image38.png"/><Relationship Id="rId7" Type="http://schemas.openxmlformats.org/officeDocument/2006/relationships/image" Target="../media/image26.png"/><Relationship Id="rId12" Type="http://schemas.openxmlformats.org/officeDocument/2006/relationships/image" Target="../media/image34.png"/><Relationship Id="rId17" Type="http://schemas.openxmlformats.org/officeDocument/2006/relationships/slide" Target="slide37.xml"/><Relationship Id="rId2" Type="http://schemas.openxmlformats.org/officeDocument/2006/relationships/image" Target="../media/image24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3.png"/><Relationship Id="rId11" Type="http://schemas.openxmlformats.org/officeDocument/2006/relationships/slide" Target="slide41.xml"/><Relationship Id="rId5" Type="http://schemas.openxmlformats.org/officeDocument/2006/relationships/image" Target="../media/image25.png"/><Relationship Id="rId15" Type="http://schemas.openxmlformats.org/officeDocument/2006/relationships/slide" Target="slide39.xml"/><Relationship Id="rId10" Type="http://schemas.openxmlformats.org/officeDocument/2006/relationships/slide" Target="slide50.xml"/><Relationship Id="rId19" Type="http://schemas.openxmlformats.org/officeDocument/2006/relationships/slide" Target="slide38.xml"/><Relationship Id="rId4" Type="http://schemas.openxmlformats.org/officeDocument/2006/relationships/slide" Target="slide2.xml"/><Relationship Id="rId9" Type="http://schemas.openxmlformats.org/officeDocument/2006/relationships/image" Target="../media/image95.png"/><Relationship Id="rId14" Type="http://schemas.openxmlformats.org/officeDocument/2006/relationships/image" Target="../media/image9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33.png"/><Relationship Id="rId3" Type="http://schemas.openxmlformats.org/officeDocument/2006/relationships/slide" Target="slide2.xml"/><Relationship Id="rId7" Type="http://schemas.openxmlformats.org/officeDocument/2006/relationships/slide" Target="slide39.xml"/><Relationship Id="rId12" Type="http://schemas.openxmlformats.org/officeDocument/2006/relationships/slide" Target="slide42.xml"/><Relationship Id="rId2" Type="http://schemas.openxmlformats.org/officeDocument/2006/relationships/image" Target="../media/image24.png"/><Relationship Id="rId16" Type="http://schemas.openxmlformats.org/officeDocument/2006/relationships/slide" Target="slide38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6.png"/><Relationship Id="rId11" Type="http://schemas.openxmlformats.org/officeDocument/2006/relationships/image" Target="../media/image90.png"/><Relationship Id="rId5" Type="http://schemas.openxmlformats.org/officeDocument/2006/relationships/image" Target="../media/image23.png"/><Relationship Id="rId15" Type="http://schemas.openxmlformats.org/officeDocument/2006/relationships/slide" Target="slide6.xml"/><Relationship Id="rId10" Type="http://schemas.openxmlformats.org/officeDocument/2006/relationships/slide" Target="slide43.xml"/><Relationship Id="rId4" Type="http://schemas.openxmlformats.org/officeDocument/2006/relationships/image" Target="../media/image25.png"/><Relationship Id="rId9" Type="http://schemas.openxmlformats.org/officeDocument/2006/relationships/image" Target="../media/image100.png"/><Relationship Id="rId14" Type="http://schemas.openxmlformats.org/officeDocument/2006/relationships/slide" Target="slide3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37.png"/><Relationship Id="rId3" Type="http://schemas.openxmlformats.org/officeDocument/2006/relationships/slide" Target="slide2.xml"/><Relationship Id="rId7" Type="http://schemas.openxmlformats.org/officeDocument/2006/relationships/image" Target="../media/image33.png"/><Relationship Id="rId12" Type="http://schemas.openxmlformats.org/officeDocument/2006/relationships/slide" Target="slide41.xml"/><Relationship Id="rId17" Type="http://schemas.openxmlformats.org/officeDocument/2006/relationships/slide" Target="slide38.xml"/><Relationship Id="rId2" Type="http://schemas.openxmlformats.org/officeDocument/2006/relationships/image" Target="../media/image24.png"/><Relationship Id="rId16" Type="http://schemas.openxmlformats.org/officeDocument/2006/relationships/slide" Target="slide6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6.png"/><Relationship Id="rId11" Type="http://schemas.openxmlformats.org/officeDocument/2006/relationships/image" Target="../media/image90.png"/><Relationship Id="rId5" Type="http://schemas.openxmlformats.org/officeDocument/2006/relationships/image" Target="../media/image23.png"/><Relationship Id="rId15" Type="http://schemas.openxmlformats.org/officeDocument/2006/relationships/slide" Target="slide37.xml"/><Relationship Id="rId10" Type="http://schemas.openxmlformats.org/officeDocument/2006/relationships/slide" Target="slide43.xml"/><Relationship Id="rId4" Type="http://schemas.openxmlformats.org/officeDocument/2006/relationships/image" Target="../media/image25.png"/><Relationship Id="rId9" Type="http://schemas.openxmlformats.org/officeDocument/2006/relationships/image" Target="../media/image102.png"/><Relationship Id="rId14" Type="http://schemas.openxmlformats.org/officeDocument/2006/relationships/slide" Target="slide39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38.xml"/><Relationship Id="rId3" Type="http://schemas.openxmlformats.org/officeDocument/2006/relationships/image" Target="../media/image103.png"/><Relationship Id="rId7" Type="http://schemas.openxmlformats.org/officeDocument/2006/relationships/image" Target="../media/image26.png"/><Relationship Id="rId12" Type="http://schemas.openxmlformats.org/officeDocument/2006/relationships/slide" Target="slide6.xml"/><Relationship Id="rId17" Type="http://schemas.openxmlformats.org/officeDocument/2006/relationships/image" Target="../media/image35.png"/><Relationship Id="rId2" Type="http://schemas.openxmlformats.org/officeDocument/2006/relationships/image" Target="../media/image24.png"/><Relationship Id="rId16" Type="http://schemas.openxmlformats.org/officeDocument/2006/relationships/slide" Target="slide45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3.png"/><Relationship Id="rId11" Type="http://schemas.openxmlformats.org/officeDocument/2006/relationships/slide" Target="slide37.xml"/><Relationship Id="rId5" Type="http://schemas.openxmlformats.org/officeDocument/2006/relationships/image" Target="../media/image25.png"/><Relationship Id="rId15" Type="http://schemas.openxmlformats.org/officeDocument/2006/relationships/image" Target="../media/image104.png"/><Relationship Id="rId10" Type="http://schemas.openxmlformats.org/officeDocument/2006/relationships/slide" Target="slide39.xml"/><Relationship Id="rId4" Type="http://schemas.openxmlformats.org/officeDocument/2006/relationships/slide" Target="slide2.xml"/><Relationship Id="rId9" Type="http://schemas.openxmlformats.org/officeDocument/2006/relationships/image" Target="../media/image53.png"/><Relationship Id="rId14" Type="http://schemas.openxmlformats.org/officeDocument/2006/relationships/slide" Target="slide44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image" Target="../media/image104.png"/><Relationship Id="rId3" Type="http://schemas.openxmlformats.org/officeDocument/2006/relationships/image" Target="../media/image103.png"/><Relationship Id="rId7" Type="http://schemas.openxmlformats.org/officeDocument/2006/relationships/image" Target="../media/image26.png"/><Relationship Id="rId12" Type="http://schemas.openxmlformats.org/officeDocument/2006/relationships/slide" Target="slide38.xml"/><Relationship Id="rId17" Type="http://schemas.openxmlformats.org/officeDocument/2006/relationships/image" Target="../media/image83.png"/><Relationship Id="rId2" Type="http://schemas.openxmlformats.org/officeDocument/2006/relationships/image" Target="../media/image24.png"/><Relationship Id="rId16" Type="http://schemas.openxmlformats.org/officeDocument/2006/relationships/slide" Target="slide43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3.png"/><Relationship Id="rId11" Type="http://schemas.openxmlformats.org/officeDocument/2006/relationships/slide" Target="slide37.xml"/><Relationship Id="rId5" Type="http://schemas.openxmlformats.org/officeDocument/2006/relationships/image" Target="../media/image25.png"/><Relationship Id="rId15" Type="http://schemas.openxmlformats.org/officeDocument/2006/relationships/image" Target="../media/image105.png"/><Relationship Id="rId10" Type="http://schemas.openxmlformats.org/officeDocument/2006/relationships/slide" Target="slide39.xml"/><Relationship Id="rId4" Type="http://schemas.openxmlformats.org/officeDocument/2006/relationships/slide" Target="slide2.xml"/><Relationship Id="rId9" Type="http://schemas.openxmlformats.org/officeDocument/2006/relationships/image" Target="../media/image53.png"/><Relationship Id="rId1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image" Target="../media/image104.png"/><Relationship Id="rId3" Type="http://schemas.openxmlformats.org/officeDocument/2006/relationships/image" Target="../media/image103.png"/><Relationship Id="rId7" Type="http://schemas.openxmlformats.org/officeDocument/2006/relationships/image" Target="../media/image26.png"/><Relationship Id="rId12" Type="http://schemas.openxmlformats.org/officeDocument/2006/relationships/slide" Target="slide38.xml"/><Relationship Id="rId17" Type="http://schemas.openxmlformats.org/officeDocument/2006/relationships/image" Target="../media/image83.png"/><Relationship Id="rId2" Type="http://schemas.openxmlformats.org/officeDocument/2006/relationships/image" Target="../media/image24.png"/><Relationship Id="rId16" Type="http://schemas.openxmlformats.org/officeDocument/2006/relationships/slide" Target="slide43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23.png"/><Relationship Id="rId11" Type="http://schemas.openxmlformats.org/officeDocument/2006/relationships/slide" Target="slide37.xml"/><Relationship Id="rId5" Type="http://schemas.openxmlformats.org/officeDocument/2006/relationships/image" Target="../media/image25.png"/><Relationship Id="rId15" Type="http://schemas.openxmlformats.org/officeDocument/2006/relationships/image" Target="../media/image106.png"/><Relationship Id="rId10" Type="http://schemas.openxmlformats.org/officeDocument/2006/relationships/slide" Target="slide39.xml"/><Relationship Id="rId4" Type="http://schemas.openxmlformats.org/officeDocument/2006/relationships/slide" Target="slide2.xml"/><Relationship Id="rId9" Type="http://schemas.openxmlformats.org/officeDocument/2006/relationships/image" Target="../media/image53.png"/><Relationship Id="rId14" Type="http://schemas.openxmlformats.org/officeDocument/2006/relationships/image" Target="../media/image35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5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5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slide" Target="slide51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116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slide" Target="slide52.xml"/><Relationship Id="rId3" Type="http://schemas.openxmlformats.org/officeDocument/2006/relationships/image" Target="../media/image115.png"/><Relationship Id="rId7" Type="http://schemas.openxmlformats.org/officeDocument/2006/relationships/image" Target="../media/image118.png"/><Relationship Id="rId2" Type="http://schemas.openxmlformats.org/officeDocument/2006/relationships/slide" Target="slide50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78.png"/><Relationship Id="rId9" Type="http://schemas.openxmlformats.org/officeDocument/2006/relationships/image" Target="../media/image119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78.png"/><Relationship Id="rId7" Type="http://schemas.openxmlformats.org/officeDocument/2006/relationships/image" Target="../media/image119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120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Relationship Id="rId9" Type="http://schemas.openxmlformats.org/officeDocument/2006/relationships/slide" Target="slide5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23B8E7-2013-7DA2-734B-ABDC4F5CA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3FA39-181D-E6D1-11A9-3B6A10B10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325A3-B494-4B1C-91EF-47151C3DC972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2B6CC5C8-DB9B-39D2-3A9E-BE504721B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92"/>
            <a:ext cx="9144000" cy="4588677"/>
          </a:xfrm>
          <a:prstGeom prst="rect">
            <a:avLst/>
          </a:prstGeom>
        </p:spPr>
      </p:pic>
      <p:pic>
        <p:nvPicPr>
          <p:cNvPr id="9" name="Picture 8" descr="A black and white tag with a dollar sign&#10;&#10;Description automatically generated">
            <a:hlinkClick r:id="rId3" action="ppaction://hlinksldjump"/>
            <a:extLst>
              <a:ext uri="{FF2B5EF4-FFF2-40B4-BE49-F238E27FC236}">
                <a16:creationId xmlns:a16="http://schemas.microsoft.com/office/drawing/2014/main" id="{CF7403AA-8E62-9BE3-0BC3-C11FC68BA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070" y="1703791"/>
            <a:ext cx="932353" cy="632840"/>
          </a:xfrm>
          <a:prstGeom prst="rect">
            <a:avLst/>
          </a:prstGeom>
        </p:spPr>
      </p:pic>
      <p:pic>
        <p:nvPicPr>
          <p:cNvPr id="11" name="Picture 10" descr="A close-up of a logo&#10;&#10;Description automatically generated">
            <a:extLst>
              <a:ext uri="{FF2B5EF4-FFF2-40B4-BE49-F238E27FC236}">
                <a16:creationId xmlns:a16="http://schemas.microsoft.com/office/drawing/2014/main" id="{16DA2A8B-AFF7-9063-617A-6C15C2DA01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751" y="1703791"/>
            <a:ext cx="927521" cy="632840"/>
          </a:xfrm>
          <a:prstGeom prst="rect">
            <a:avLst/>
          </a:prstGeom>
        </p:spPr>
      </p:pic>
      <p:pic>
        <p:nvPicPr>
          <p:cNvPr id="13" name="Picture 12" descr="A black and white image of a paper with a hand holding a dollar sign&#10;&#10;Description automatically generated">
            <a:hlinkClick r:id="rId6" action="ppaction://hlinksldjump"/>
            <a:extLst>
              <a:ext uri="{FF2B5EF4-FFF2-40B4-BE49-F238E27FC236}">
                <a16:creationId xmlns:a16="http://schemas.microsoft.com/office/drawing/2014/main" id="{0F3EF7E0-FF0A-812B-358B-5910E6D840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7051" y="1703790"/>
            <a:ext cx="927521" cy="632840"/>
          </a:xfrm>
          <a:prstGeom prst="rect">
            <a:avLst/>
          </a:prstGeom>
        </p:spPr>
      </p:pic>
      <p:pic>
        <p:nvPicPr>
          <p:cNvPr id="14" name="Picture 13">
            <a:hlinkClick r:id="rId8" action="ppaction://hlinksldjump"/>
            <a:extLst>
              <a:ext uri="{FF2B5EF4-FFF2-40B4-BE49-F238E27FC236}">
                <a16:creationId xmlns:a16="http://schemas.microsoft.com/office/drawing/2014/main" id="{A7079F16-C765-10D4-AF0A-8B2CB5C858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292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E18A2CD-DBCB-6360-AC80-737C1CBCB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507"/>
            <a:ext cx="9144000" cy="515394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hlinkClick r:id="rId4" action="ppaction://hlinksldjump"/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5133587" y="3155513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2" name="TextBox 1">
            <a:hlinkClick r:id="rId7" action="ppaction://hlinksldjump"/>
            <a:extLst>
              <a:ext uri="{FF2B5EF4-FFF2-40B4-BE49-F238E27FC236}">
                <a16:creationId xmlns:a16="http://schemas.microsoft.com/office/drawing/2014/main" id="{9ED1CD39-F6BA-20C1-C698-3AA7EEFACC18}"/>
              </a:ext>
            </a:extLst>
          </p:cNvPr>
          <p:cNvSpPr txBox="1"/>
          <p:nvPr/>
        </p:nvSpPr>
        <p:spPr>
          <a:xfrm>
            <a:off x="5606576" y="82765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sp>
        <p:nvSpPr>
          <p:cNvPr id="6" name="TextBox 5">
            <a:hlinkClick r:id="rId8" action="ppaction://hlinksldjump"/>
            <a:extLst>
              <a:ext uri="{FF2B5EF4-FFF2-40B4-BE49-F238E27FC236}">
                <a16:creationId xmlns:a16="http://schemas.microsoft.com/office/drawing/2014/main" id="{80B41A34-C721-2031-A884-2DA254797E50}"/>
              </a:ext>
            </a:extLst>
          </p:cNvPr>
          <p:cNvSpPr txBox="1"/>
          <p:nvPr/>
        </p:nvSpPr>
        <p:spPr>
          <a:xfrm>
            <a:off x="3581870" y="78027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sp>
        <p:nvSpPr>
          <p:cNvPr id="7" name="TextBox 6">
            <a:hlinkClick r:id="rId9" action="ppaction://hlinksldjump"/>
            <a:extLst>
              <a:ext uri="{FF2B5EF4-FFF2-40B4-BE49-F238E27FC236}">
                <a16:creationId xmlns:a16="http://schemas.microsoft.com/office/drawing/2014/main" id="{FD97D3B1-2779-9428-0BB6-CE69D24FE87D}"/>
              </a:ext>
            </a:extLst>
          </p:cNvPr>
          <p:cNvSpPr txBox="1"/>
          <p:nvPr/>
        </p:nvSpPr>
        <p:spPr>
          <a:xfrm>
            <a:off x="2405549" y="79853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8" name="TextBox 7">
            <a:hlinkClick r:id="rId10" action="ppaction://hlinksldjump"/>
            <a:extLst>
              <a:ext uri="{FF2B5EF4-FFF2-40B4-BE49-F238E27FC236}">
                <a16:creationId xmlns:a16="http://schemas.microsoft.com/office/drawing/2014/main" id="{57830E34-0B31-709D-5ADE-9EDC009EA068}"/>
              </a:ext>
            </a:extLst>
          </p:cNvPr>
          <p:cNvSpPr txBox="1"/>
          <p:nvPr/>
        </p:nvSpPr>
        <p:spPr>
          <a:xfrm>
            <a:off x="4614455" y="76432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C07764B-8BC4-0260-CC71-4B9B96BABFB0}"/>
              </a:ext>
            </a:extLst>
          </p:cNvPr>
          <p:cNvSpPr/>
          <p:nvPr/>
        </p:nvSpPr>
        <p:spPr>
          <a:xfrm>
            <a:off x="2038685" y="1092718"/>
            <a:ext cx="1063248" cy="30516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96B004-094F-FC41-34D2-0AADCE9CC1D9}"/>
              </a:ext>
            </a:extLst>
          </p:cNvPr>
          <p:cNvSpPr txBox="1"/>
          <p:nvPr/>
        </p:nvSpPr>
        <p:spPr>
          <a:xfrm>
            <a:off x="5141349" y="2361660"/>
            <a:ext cx="91440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C59A3F6-0A93-1132-D05E-6390C93022FF}"/>
              </a:ext>
            </a:extLst>
          </p:cNvPr>
          <p:cNvGrpSpPr/>
          <p:nvPr/>
        </p:nvGrpSpPr>
        <p:grpSpPr>
          <a:xfrm>
            <a:off x="2045590" y="1147388"/>
            <a:ext cx="1972445" cy="2925296"/>
            <a:chOff x="165034" y="897224"/>
            <a:chExt cx="1972445" cy="292529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DDC26C6-1A54-F98B-E6ED-6BF87D8533A4}"/>
                </a:ext>
              </a:extLst>
            </p:cNvPr>
            <p:cNvSpPr txBox="1"/>
            <p:nvPr/>
          </p:nvSpPr>
          <p:spPr>
            <a:xfrm>
              <a:off x="182286" y="897224"/>
              <a:ext cx="1063248" cy="21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64302F"/>
                  </a:solidFill>
                  <a:latin typeface="Aparajita" panose="020B0502040204020203" pitchFamily="18" charset="0"/>
                  <a:cs typeface="Aparajita" panose="020B0502040204020203" pitchFamily="18" charset="0"/>
                </a:rPr>
                <a:t>ALS SFB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CB1524F-D6E3-514F-8CD3-42FFD5D5A53B}"/>
                </a:ext>
              </a:extLst>
            </p:cNvPr>
            <p:cNvSpPr/>
            <p:nvPr/>
          </p:nvSpPr>
          <p:spPr>
            <a:xfrm>
              <a:off x="165034" y="3298694"/>
              <a:ext cx="1060704" cy="3309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245D860-74A8-6AFF-54E2-9129AABB0BE2}"/>
                </a:ext>
              </a:extLst>
            </p:cNvPr>
            <p:cNvSpPr txBox="1"/>
            <p:nvPr/>
          </p:nvSpPr>
          <p:spPr>
            <a:xfrm>
              <a:off x="214976" y="3313375"/>
              <a:ext cx="237744" cy="21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16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639057C-BEB2-DCCB-0BA3-E416835EFB2B}"/>
                </a:ext>
              </a:extLst>
            </p:cNvPr>
            <p:cNvSpPr txBox="1"/>
            <p:nvPr/>
          </p:nvSpPr>
          <p:spPr>
            <a:xfrm>
              <a:off x="485777" y="3243770"/>
              <a:ext cx="1651702" cy="57875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12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Journal</a:t>
              </a:r>
            </a:p>
            <a:p>
              <a:pPr algn="l"/>
              <a:r>
                <a:rPr lang="en-US" sz="12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Differences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616A270-9A02-7A36-548D-195635DF2158}"/>
                </a:ext>
              </a:extLst>
            </p:cNvPr>
            <p:cNvGrpSpPr/>
            <p:nvPr/>
          </p:nvGrpSpPr>
          <p:grpSpPr>
            <a:xfrm>
              <a:off x="171573" y="1239312"/>
              <a:ext cx="1042416" cy="603976"/>
              <a:chOff x="171573" y="1334198"/>
              <a:chExt cx="1042416" cy="603976"/>
            </a:xfrm>
          </p:grpSpPr>
          <p:pic>
            <p:nvPicPr>
              <p:cNvPr id="31" name="Picture 30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A21493D8-D8FB-C5A0-2147-23BE89F7DB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1573" y="1334198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1CF1276-E189-CDBC-3915-75F18F7AAD83}"/>
                  </a:ext>
                </a:extLst>
              </p:cNvPr>
              <p:cNvSpPr/>
              <p:nvPr/>
            </p:nvSpPr>
            <p:spPr>
              <a:xfrm>
                <a:off x="171573" y="1344168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End of month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D85E5E4-F0CD-F167-8F15-0E5434DEF101}"/>
                </a:ext>
              </a:extLst>
            </p:cNvPr>
            <p:cNvGrpSpPr/>
            <p:nvPr/>
          </p:nvGrpSpPr>
          <p:grpSpPr>
            <a:xfrm>
              <a:off x="171573" y="1936780"/>
              <a:ext cx="1042416" cy="603976"/>
              <a:chOff x="171573" y="2014414"/>
              <a:chExt cx="1042416" cy="603976"/>
            </a:xfrm>
          </p:grpSpPr>
          <p:pic>
            <p:nvPicPr>
              <p:cNvPr id="35" name="Picture 34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79A37F99-7F15-5BD5-FDA0-AB31205186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1573" y="2014414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6E4844F-687C-AC7F-87E9-7459E7490426}"/>
                  </a:ext>
                </a:extLst>
              </p:cNvPr>
              <p:cNvSpPr/>
              <p:nvPr/>
            </p:nvSpPr>
            <p:spPr>
              <a:xfrm>
                <a:off x="171573" y="2024384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GL-interface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18AF891-00A7-0663-E505-65B7EC724CF0}"/>
                </a:ext>
              </a:extLst>
            </p:cNvPr>
            <p:cNvGrpSpPr/>
            <p:nvPr/>
          </p:nvGrpSpPr>
          <p:grpSpPr>
            <a:xfrm>
              <a:off x="171573" y="2634650"/>
              <a:ext cx="1042416" cy="603976"/>
              <a:chOff x="171573" y="2669154"/>
              <a:chExt cx="1042416" cy="603976"/>
            </a:xfrm>
          </p:grpSpPr>
          <p:pic>
            <p:nvPicPr>
              <p:cNvPr id="37" name="Picture 36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43A4B795-9C84-35AD-BFDF-8FAED960F1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1573" y="2669154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3A4DC4C-147F-844B-FBB5-7029E0C248BA}"/>
                  </a:ext>
                </a:extLst>
              </p:cNvPr>
              <p:cNvSpPr/>
              <p:nvPr/>
            </p:nvSpPr>
            <p:spPr>
              <a:xfrm>
                <a:off x="171573" y="2670498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Open period</a:t>
                </a:r>
              </a:p>
            </p:txBody>
          </p:sp>
        </p:grp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2CFA27A-6D63-4EE1-C9F1-C7C5E396A924}"/>
              </a:ext>
            </a:extLst>
          </p:cNvPr>
          <p:cNvSpPr txBox="1"/>
          <p:nvPr/>
        </p:nvSpPr>
        <p:spPr>
          <a:xfrm>
            <a:off x="2196814" y="1709026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202409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146EDF-792F-ADE1-4C96-B9D65917CD93}"/>
              </a:ext>
            </a:extLst>
          </p:cNvPr>
          <p:cNvSpPr txBox="1"/>
          <p:nvPr/>
        </p:nvSpPr>
        <p:spPr>
          <a:xfrm>
            <a:off x="2196814" y="3102449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F75172-FE97-EEEE-3CF8-1EB90AE2D66F}"/>
              </a:ext>
            </a:extLst>
          </p:cNvPr>
          <p:cNvSpPr txBox="1"/>
          <p:nvPr/>
        </p:nvSpPr>
        <p:spPr>
          <a:xfrm>
            <a:off x="2062842" y="2399740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2024-09-30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B37A685-975D-B452-CAC8-1D678D083834}"/>
              </a:ext>
            </a:extLst>
          </p:cNvPr>
          <p:cNvSpPr/>
          <p:nvPr/>
        </p:nvSpPr>
        <p:spPr>
          <a:xfrm>
            <a:off x="3963396" y="1092718"/>
            <a:ext cx="1063248" cy="30516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AAB9C2C-D5A6-E3E9-74B6-E929F9A6E344}"/>
              </a:ext>
            </a:extLst>
          </p:cNvPr>
          <p:cNvGrpSpPr/>
          <p:nvPr/>
        </p:nvGrpSpPr>
        <p:grpSpPr>
          <a:xfrm>
            <a:off x="3970301" y="1147388"/>
            <a:ext cx="1972445" cy="2925296"/>
            <a:chOff x="165034" y="897224"/>
            <a:chExt cx="1972445" cy="2925296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8E7AA76-9919-04BD-6366-A93402E5F187}"/>
                </a:ext>
              </a:extLst>
            </p:cNvPr>
            <p:cNvSpPr txBox="1"/>
            <p:nvPr/>
          </p:nvSpPr>
          <p:spPr>
            <a:xfrm>
              <a:off x="182286" y="897224"/>
              <a:ext cx="1063248" cy="21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64302F"/>
                  </a:solidFill>
                  <a:latin typeface="Aparajita" panose="020B0502040204020203" pitchFamily="18" charset="0"/>
                  <a:cs typeface="Aparajita" panose="020B0502040204020203" pitchFamily="18" charset="0"/>
                </a:rPr>
                <a:t>ALS ITA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645F08A-B599-65A6-5988-E6EBE268A75D}"/>
                </a:ext>
              </a:extLst>
            </p:cNvPr>
            <p:cNvSpPr/>
            <p:nvPr/>
          </p:nvSpPr>
          <p:spPr>
            <a:xfrm>
              <a:off x="165034" y="3298694"/>
              <a:ext cx="1060704" cy="3309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4256BC3-A5AC-4CA3-4707-6305DD29B4DF}"/>
                </a:ext>
              </a:extLst>
            </p:cNvPr>
            <p:cNvSpPr txBox="1"/>
            <p:nvPr/>
          </p:nvSpPr>
          <p:spPr>
            <a:xfrm>
              <a:off x="214976" y="3313375"/>
              <a:ext cx="237744" cy="21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16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9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81821A5-ABE0-10F2-3CB1-6C7517390BD4}"/>
                </a:ext>
              </a:extLst>
            </p:cNvPr>
            <p:cNvSpPr txBox="1"/>
            <p:nvPr/>
          </p:nvSpPr>
          <p:spPr>
            <a:xfrm>
              <a:off x="485777" y="3243770"/>
              <a:ext cx="1651702" cy="57875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12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Journal</a:t>
              </a:r>
            </a:p>
            <a:p>
              <a:pPr algn="l"/>
              <a:r>
                <a:rPr lang="en-US" sz="12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Differences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6DD320C-A766-FCFA-285B-C9AE4812CE67}"/>
                </a:ext>
              </a:extLst>
            </p:cNvPr>
            <p:cNvGrpSpPr/>
            <p:nvPr/>
          </p:nvGrpSpPr>
          <p:grpSpPr>
            <a:xfrm>
              <a:off x="171573" y="1239312"/>
              <a:ext cx="1042416" cy="603976"/>
              <a:chOff x="171573" y="1334198"/>
              <a:chExt cx="1042416" cy="603976"/>
            </a:xfrm>
          </p:grpSpPr>
          <p:pic>
            <p:nvPicPr>
              <p:cNvPr id="82" name="Picture 81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9CFBE5B0-8422-C698-A108-7D970D2D35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1573" y="1334198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F189094A-D2B8-8FC3-DCAB-93F9FACA724A}"/>
                  </a:ext>
                </a:extLst>
              </p:cNvPr>
              <p:cNvSpPr/>
              <p:nvPr/>
            </p:nvSpPr>
            <p:spPr>
              <a:xfrm>
                <a:off x="171573" y="1344168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End of month</a:t>
                </a: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2DA2B896-C7B6-FB4F-5DCC-C66C7BB12418}"/>
                </a:ext>
              </a:extLst>
            </p:cNvPr>
            <p:cNvGrpSpPr/>
            <p:nvPr/>
          </p:nvGrpSpPr>
          <p:grpSpPr>
            <a:xfrm>
              <a:off x="171573" y="1936780"/>
              <a:ext cx="1042416" cy="603976"/>
              <a:chOff x="171573" y="2014414"/>
              <a:chExt cx="1042416" cy="603976"/>
            </a:xfrm>
          </p:grpSpPr>
          <p:pic>
            <p:nvPicPr>
              <p:cNvPr id="80" name="Picture 79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D8ECD807-29B5-F4DC-C206-1664680DCB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1573" y="2014414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E1358372-088F-8862-4AD2-ABA146DC413B}"/>
                  </a:ext>
                </a:extLst>
              </p:cNvPr>
              <p:cNvSpPr/>
              <p:nvPr/>
            </p:nvSpPr>
            <p:spPr>
              <a:xfrm>
                <a:off x="171573" y="2024384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GL-interface</a:t>
                </a: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2CDA499-3DDB-BB25-6D4D-43A1A6AF1635}"/>
                </a:ext>
              </a:extLst>
            </p:cNvPr>
            <p:cNvGrpSpPr/>
            <p:nvPr/>
          </p:nvGrpSpPr>
          <p:grpSpPr>
            <a:xfrm>
              <a:off x="171573" y="2634650"/>
              <a:ext cx="1042416" cy="603976"/>
              <a:chOff x="171573" y="2669154"/>
              <a:chExt cx="1042416" cy="603976"/>
            </a:xfrm>
          </p:grpSpPr>
          <p:pic>
            <p:nvPicPr>
              <p:cNvPr id="78" name="Picture 77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4CB2DEE1-ADAB-B380-3328-823B340878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1573" y="2669154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6E002CA9-F017-3301-32A2-CEE0BBC86019}"/>
                  </a:ext>
                </a:extLst>
              </p:cNvPr>
              <p:cNvSpPr/>
              <p:nvPr/>
            </p:nvSpPr>
            <p:spPr>
              <a:xfrm>
                <a:off x="171573" y="2670498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Open period</a:t>
                </a:r>
              </a:p>
            </p:txBody>
          </p:sp>
        </p:grp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DD80BD2B-A69D-7D8B-52B9-37E568E8D565}"/>
              </a:ext>
            </a:extLst>
          </p:cNvPr>
          <p:cNvSpPr txBox="1"/>
          <p:nvPr/>
        </p:nvSpPr>
        <p:spPr>
          <a:xfrm>
            <a:off x="4121525" y="1709026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202409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830CED0-8D53-0546-2027-3598E61FA650}"/>
              </a:ext>
            </a:extLst>
          </p:cNvPr>
          <p:cNvSpPr txBox="1"/>
          <p:nvPr/>
        </p:nvSpPr>
        <p:spPr>
          <a:xfrm>
            <a:off x="4121525" y="3102449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202410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A542584-232B-212C-C83A-EE1566F4E663}"/>
              </a:ext>
            </a:extLst>
          </p:cNvPr>
          <p:cNvSpPr txBox="1"/>
          <p:nvPr/>
        </p:nvSpPr>
        <p:spPr>
          <a:xfrm>
            <a:off x="3987553" y="2399740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2024-09-30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6C93FF2A-928C-F05F-3358-A4689E4EBBDA}"/>
              </a:ext>
            </a:extLst>
          </p:cNvPr>
          <p:cNvSpPr/>
          <p:nvPr/>
        </p:nvSpPr>
        <p:spPr>
          <a:xfrm>
            <a:off x="5888104" y="1092718"/>
            <a:ext cx="1063248" cy="30516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sp>
        <p:nvSpPr>
          <p:cNvPr id="90" name="TextBox 89">
            <a:hlinkClick r:id="rId12" action="ppaction://hlinksldjump"/>
            <a:extLst>
              <a:ext uri="{FF2B5EF4-FFF2-40B4-BE49-F238E27FC236}">
                <a16:creationId xmlns:a16="http://schemas.microsoft.com/office/drawing/2014/main" id="{66FE7FDF-8350-87F9-5DC4-0E6E4C66AE29}"/>
              </a:ext>
            </a:extLst>
          </p:cNvPr>
          <p:cNvSpPr txBox="1"/>
          <p:nvPr/>
        </p:nvSpPr>
        <p:spPr>
          <a:xfrm>
            <a:off x="5912261" y="1147388"/>
            <a:ext cx="1063248" cy="2110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b="1" dirty="0">
                <a:solidFill>
                  <a:srgbClr val="64302F"/>
                </a:solidFill>
                <a:latin typeface="Aparajita" panose="020B0502040204020203" pitchFamily="18" charset="0"/>
                <a:cs typeface="Aparajita" panose="020B0502040204020203" pitchFamily="18" charset="0"/>
              </a:rPr>
              <a:t>ALS NLD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FD7F757-896E-7EF0-76A6-8BFFC2E50E77}"/>
              </a:ext>
            </a:extLst>
          </p:cNvPr>
          <p:cNvSpPr/>
          <p:nvPr/>
        </p:nvSpPr>
        <p:spPr>
          <a:xfrm>
            <a:off x="5895009" y="3548858"/>
            <a:ext cx="1051560" cy="33098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7457477-EC88-ECC7-2FA9-D7E0F1AFBF96}"/>
              </a:ext>
            </a:extLst>
          </p:cNvPr>
          <p:cNvSpPr txBox="1"/>
          <p:nvPr/>
        </p:nvSpPr>
        <p:spPr>
          <a:xfrm>
            <a:off x="5944951" y="3563539"/>
            <a:ext cx="237744" cy="2110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9</a:t>
            </a:r>
          </a:p>
        </p:txBody>
      </p:sp>
      <p:sp>
        <p:nvSpPr>
          <p:cNvPr id="95" name="TextBox 94">
            <a:hlinkClick r:id="rId8" action="ppaction://hlinksldjump"/>
            <a:extLst>
              <a:ext uri="{FF2B5EF4-FFF2-40B4-BE49-F238E27FC236}">
                <a16:creationId xmlns:a16="http://schemas.microsoft.com/office/drawing/2014/main" id="{0A740637-5F31-E462-51C2-85C2EDC464CB}"/>
              </a:ext>
            </a:extLst>
          </p:cNvPr>
          <p:cNvSpPr txBox="1"/>
          <p:nvPr/>
        </p:nvSpPr>
        <p:spPr>
          <a:xfrm>
            <a:off x="6215752" y="3493934"/>
            <a:ext cx="832716" cy="3859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200" b="1" dirty="0">
                <a:latin typeface="Aparajita" panose="020B0502040204020203" pitchFamily="18" charset="0"/>
                <a:cs typeface="Aparajita" panose="020B0502040204020203" pitchFamily="18" charset="0"/>
              </a:rPr>
              <a:t>Journal</a:t>
            </a:r>
          </a:p>
          <a:p>
            <a:pPr algn="l"/>
            <a:r>
              <a:rPr lang="en-US" sz="1200" b="1" dirty="0">
                <a:latin typeface="Aparajita" panose="020B0502040204020203" pitchFamily="18" charset="0"/>
                <a:cs typeface="Aparajita" panose="020B0502040204020203" pitchFamily="18" charset="0"/>
              </a:rPr>
              <a:t>Differences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C12BC89-3941-54CA-6F26-CAD3E351F6A5}"/>
              </a:ext>
            </a:extLst>
          </p:cNvPr>
          <p:cNvGrpSpPr/>
          <p:nvPr/>
        </p:nvGrpSpPr>
        <p:grpSpPr>
          <a:xfrm>
            <a:off x="5901548" y="1489476"/>
            <a:ext cx="1042416" cy="603976"/>
            <a:chOff x="171573" y="1334198"/>
            <a:chExt cx="1042416" cy="603976"/>
          </a:xfrm>
        </p:grpSpPr>
        <p:pic>
          <p:nvPicPr>
            <p:cNvPr id="103" name="Picture 102" descr="A white rectangular object with black lines&#10;&#10;Description automatically generated">
              <a:extLst>
                <a:ext uri="{FF2B5EF4-FFF2-40B4-BE49-F238E27FC236}">
                  <a16:creationId xmlns:a16="http://schemas.microsoft.com/office/drawing/2014/main" id="{7FA57C9B-A500-DABB-6701-8CDE93168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71573" y="1334198"/>
              <a:ext cx="1042416" cy="603976"/>
            </a:xfrm>
            <a:prstGeom prst="rect">
              <a:avLst/>
            </a:prstGeom>
          </p:spPr>
        </p:pic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AE9C27A-B481-E6B3-35EB-B13BD50F6704}"/>
                </a:ext>
              </a:extLst>
            </p:cNvPr>
            <p:cNvSpPr/>
            <p:nvPr/>
          </p:nvSpPr>
          <p:spPr>
            <a:xfrm>
              <a:off x="171573" y="1344168"/>
              <a:ext cx="1042416" cy="174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bg1">
                      <a:lumMod val="95000"/>
                    </a:schemeClr>
                  </a:solidFill>
                  <a:latin typeface="Aparajita" panose="020B0502040204020203" pitchFamily="18" charset="0"/>
                  <a:cs typeface="Aparajita" panose="020B0502040204020203" pitchFamily="18" charset="0"/>
                </a:rPr>
                <a:t>End of month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4F9569D8-182E-0F90-4418-028B2E56D3AA}"/>
              </a:ext>
            </a:extLst>
          </p:cNvPr>
          <p:cNvGrpSpPr/>
          <p:nvPr/>
        </p:nvGrpSpPr>
        <p:grpSpPr>
          <a:xfrm>
            <a:off x="5901548" y="2186944"/>
            <a:ext cx="1042416" cy="603976"/>
            <a:chOff x="171573" y="2014414"/>
            <a:chExt cx="1042416" cy="603976"/>
          </a:xfrm>
        </p:grpSpPr>
        <p:pic>
          <p:nvPicPr>
            <p:cNvPr id="101" name="Picture 100" descr="A white rectangular object with black lines&#10;&#10;Description automatically generated">
              <a:extLst>
                <a:ext uri="{FF2B5EF4-FFF2-40B4-BE49-F238E27FC236}">
                  <a16:creationId xmlns:a16="http://schemas.microsoft.com/office/drawing/2014/main" id="{7B51E5AB-F934-032C-C72E-EE1B9E1A3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71573" y="2014414"/>
              <a:ext cx="1042416" cy="603976"/>
            </a:xfrm>
            <a:prstGeom prst="rect">
              <a:avLst/>
            </a:prstGeom>
          </p:spPr>
        </p:pic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731C90B-80AE-0691-EC48-D469E6BA8B69}"/>
                </a:ext>
              </a:extLst>
            </p:cNvPr>
            <p:cNvSpPr/>
            <p:nvPr/>
          </p:nvSpPr>
          <p:spPr>
            <a:xfrm>
              <a:off x="171573" y="2024384"/>
              <a:ext cx="1042416" cy="174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bg1">
                      <a:lumMod val="95000"/>
                    </a:schemeClr>
                  </a:solidFill>
                  <a:latin typeface="Aparajita" panose="020B0502040204020203" pitchFamily="18" charset="0"/>
                  <a:cs typeface="Aparajita" panose="020B0502040204020203" pitchFamily="18" charset="0"/>
                </a:rPr>
                <a:t>GL-interface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21E5793-657F-A0C2-8F59-AF15BC46C3A3}"/>
              </a:ext>
            </a:extLst>
          </p:cNvPr>
          <p:cNvGrpSpPr/>
          <p:nvPr/>
        </p:nvGrpSpPr>
        <p:grpSpPr>
          <a:xfrm>
            <a:off x="5901548" y="2884814"/>
            <a:ext cx="1042416" cy="603976"/>
            <a:chOff x="171573" y="2669154"/>
            <a:chExt cx="1042416" cy="603976"/>
          </a:xfrm>
        </p:grpSpPr>
        <p:pic>
          <p:nvPicPr>
            <p:cNvPr id="99" name="Picture 98" descr="A white rectangular object with black lines&#10;&#10;Description automatically generated">
              <a:extLst>
                <a:ext uri="{FF2B5EF4-FFF2-40B4-BE49-F238E27FC236}">
                  <a16:creationId xmlns:a16="http://schemas.microsoft.com/office/drawing/2014/main" id="{FE3AA845-23F6-77F9-065E-C2DBEB291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71573" y="2669154"/>
              <a:ext cx="1042416" cy="603976"/>
            </a:xfrm>
            <a:prstGeom prst="rect">
              <a:avLst/>
            </a:prstGeom>
          </p:spPr>
        </p:pic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A474E80-8679-47D3-C275-F18BF624D161}"/>
                </a:ext>
              </a:extLst>
            </p:cNvPr>
            <p:cNvSpPr/>
            <p:nvPr/>
          </p:nvSpPr>
          <p:spPr>
            <a:xfrm>
              <a:off x="171573" y="2670498"/>
              <a:ext cx="1042416" cy="174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bg1">
                      <a:lumMod val="95000"/>
                    </a:schemeClr>
                  </a:solidFill>
                  <a:latin typeface="Aparajita" panose="020B0502040204020203" pitchFamily="18" charset="0"/>
                  <a:cs typeface="Aparajita" panose="020B0502040204020203" pitchFamily="18" charset="0"/>
                </a:rPr>
                <a:t>Open period</a:t>
              </a:r>
            </a:p>
          </p:txBody>
        </p:sp>
      </p:grpSp>
      <p:sp>
        <p:nvSpPr>
          <p:cNvPr id="105" name="TextBox 104">
            <a:hlinkClick r:id="rId13" action="ppaction://hlinksldjump"/>
            <a:extLst>
              <a:ext uri="{FF2B5EF4-FFF2-40B4-BE49-F238E27FC236}">
                <a16:creationId xmlns:a16="http://schemas.microsoft.com/office/drawing/2014/main" id="{59953198-9BE8-7D5D-5A82-4CDCCDF4C9C9}"/>
              </a:ext>
            </a:extLst>
          </p:cNvPr>
          <p:cNvSpPr txBox="1"/>
          <p:nvPr/>
        </p:nvSpPr>
        <p:spPr>
          <a:xfrm>
            <a:off x="6046233" y="1709026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202409</a:t>
            </a:r>
          </a:p>
        </p:txBody>
      </p:sp>
      <p:sp>
        <p:nvSpPr>
          <p:cNvPr id="106" name="TextBox 105">
            <a:hlinkClick r:id="rId14" action="ppaction://hlinksldjump"/>
            <a:extLst>
              <a:ext uri="{FF2B5EF4-FFF2-40B4-BE49-F238E27FC236}">
                <a16:creationId xmlns:a16="http://schemas.microsoft.com/office/drawing/2014/main" id="{B3F41752-9EAC-5F48-DE4F-AAE568F4A759}"/>
              </a:ext>
            </a:extLst>
          </p:cNvPr>
          <p:cNvSpPr txBox="1"/>
          <p:nvPr/>
        </p:nvSpPr>
        <p:spPr>
          <a:xfrm>
            <a:off x="6046233" y="3102449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202410</a:t>
            </a:r>
          </a:p>
        </p:txBody>
      </p:sp>
      <p:sp>
        <p:nvSpPr>
          <p:cNvPr id="107" name="TextBox 106">
            <a:hlinkClick r:id="rId15" action="ppaction://hlinksldjump"/>
            <a:extLst>
              <a:ext uri="{FF2B5EF4-FFF2-40B4-BE49-F238E27FC236}">
                <a16:creationId xmlns:a16="http://schemas.microsoft.com/office/drawing/2014/main" id="{E66E79F0-5CF6-7C04-E645-40E85F772D93}"/>
              </a:ext>
            </a:extLst>
          </p:cNvPr>
          <p:cNvSpPr txBox="1"/>
          <p:nvPr/>
        </p:nvSpPr>
        <p:spPr>
          <a:xfrm>
            <a:off x="5912261" y="2399740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2024-09-30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4CA23B-8588-8BE0-C13C-D07AE8E8F2F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0088" y="61740"/>
            <a:ext cx="662502" cy="21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827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E18A2CD-DBCB-6360-AC80-737C1CBCB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507"/>
            <a:ext cx="9144000" cy="515394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hlinkClick r:id="rId4" action="ppaction://hlinksldjump"/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5133587" y="3155513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2" name="TextBox 1">
            <a:hlinkClick r:id="rId7" action="ppaction://hlinksldjump"/>
            <a:extLst>
              <a:ext uri="{FF2B5EF4-FFF2-40B4-BE49-F238E27FC236}">
                <a16:creationId xmlns:a16="http://schemas.microsoft.com/office/drawing/2014/main" id="{9ED1CD39-F6BA-20C1-C698-3AA7EEFACC18}"/>
              </a:ext>
            </a:extLst>
          </p:cNvPr>
          <p:cNvSpPr txBox="1"/>
          <p:nvPr/>
        </p:nvSpPr>
        <p:spPr>
          <a:xfrm>
            <a:off x="5606576" y="82765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sp>
        <p:nvSpPr>
          <p:cNvPr id="6" name="TextBox 5">
            <a:hlinkClick r:id="rId8" action="ppaction://hlinksldjump"/>
            <a:extLst>
              <a:ext uri="{FF2B5EF4-FFF2-40B4-BE49-F238E27FC236}">
                <a16:creationId xmlns:a16="http://schemas.microsoft.com/office/drawing/2014/main" id="{80B41A34-C721-2031-A884-2DA254797E50}"/>
              </a:ext>
            </a:extLst>
          </p:cNvPr>
          <p:cNvSpPr txBox="1"/>
          <p:nvPr/>
        </p:nvSpPr>
        <p:spPr>
          <a:xfrm>
            <a:off x="3581870" y="78027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sp>
        <p:nvSpPr>
          <p:cNvPr id="7" name="TextBox 6">
            <a:hlinkClick r:id="rId9" action="ppaction://hlinksldjump"/>
            <a:extLst>
              <a:ext uri="{FF2B5EF4-FFF2-40B4-BE49-F238E27FC236}">
                <a16:creationId xmlns:a16="http://schemas.microsoft.com/office/drawing/2014/main" id="{FD97D3B1-2779-9428-0BB6-CE69D24FE87D}"/>
              </a:ext>
            </a:extLst>
          </p:cNvPr>
          <p:cNvSpPr txBox="1"/>
          <p:nvPr/>
        </p:nvSpPr>
        <p:spPr>
          <a:xfrm>
            <a:off x="2405549" y="79853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8" name="TextBox 7">
            <a:hlinkClick r:id="rId10" action="ppaction://hlinksldjump"/>
            <a:extLst>
              <a:ext uri="{FF2B5EF4-FFF2-40B4-BE49-F238E27FC236}">
                <a16:creationId xmlns:a16="http://schemas.microsoft.com/office/drawing/2014/main" id="{57830E34-0B31-709D-5ADE-9EDC009EA068}"/>
              </a:ext>
            </a:extLst>
          </p:cNvPr>
          <p:cNvSpPr txBox="1"/>
          <p:nvPr/>
        </p:nvSpPr>
        <p:spPr>
          <a:xfrm>
            <a:off x="4614455" y="76432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C07764B-8BC4-0260-CC71-4B9B96BABFB0}"/>
              </a:ext>
            </a:extLst>
          </p:cNvPr>
          <p:cNvSpPr/>
          <p:nvPr/>
        </p:nvSpPr>
        <p:spPr>
          <a:xfrm>
            <a:off x="2038685" y="1092718"/>
            <a:ext cx="1063248" cy="30516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96B004-094F-FC41-34D2-0AADCE9CC1D9}"/>
              </a:ext>
            </a:extLst>
          </p:cNvPr>
          <p:cNvSpPr txBox="1"/>
          <p:nvPr/>
        </p:nvSpPr>
        <p:spPr>
          <a:xfrm>
            <a:off x="5141349" y="2361660"/>
            <a:ext cx="91440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C59A3F6-0A93-1132-D05E-6390C93022FF}"/>
              </a:ext>
            </a:extLst>
          </p:cNvPr>
          <p:cNvGrpSpPr/>
          <p:nvPr/>
        </p:nvGrpSpPr>
        <p:grpSpPr>
          <a:xfrm>
            <a:off x="2045590" y="1147388"/>
            <a:ext cx="1972445" cy="2925296"/>
            <a:chOff x="165034" y="897224"/>
            <a:chExt cx="1972445" cy="292529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DDC26C6-1A54-F98B-E6ED-6BF87D8533A4}"/>
                </a:ext>
              </a:extLst>
            </p:cNvPr>
            <p:cNvSpPr txBox="1"/>
            <p:nvPr/>
          </p:nvSpPr>
          <p:spPr>
            <a:xfrm>
              <a:off x="182286" y="897224"/>
              <a:ext cx="1063248" cy="21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64302F"/>
                  </a:solidFill>
                  <a:latin typeface="Aparajita" panose="020B0502040204020203" pitchFamily="18" charset="0"/>
                  <a:cs typeface="Aparajita" panose="020B0502040204020203" pitchFamily="18" charset="0"/>
                </a:rPr>
                <a:t>ALS SFB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CB1524F-D6E3-514F-8CD3-42FFD5D5A53B}"/>
                </a:ext>
              </a:extLst>
            </p:cNvPr>
            <p:cNvSpPr/>
            <p:nvPr/>
          </p:nvSpPr>
          <p:spPr>
            <a:xfrm>
              <a:off x="165034" y="3298694"/>
              <a:ext cx="1060704" cy="3309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245D860-74A8-6AFF-54E2-9129AABB0BE2}"/>
                </a:ext>
              </a:extLst>
            </p:cNvPr>
            <p:cNvSpPr txBox="1"/>
            <p:nvPr/>
          </p:nvSpPr>
          <p:spPr>
            <a:xfrm>
              <a:off x="214976" y="3313375"/>
              <a:ext cx="237744" cy="21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16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639057C-BEB2-DCCB-0BA3-E416835EFB2B}"/>
                </a:ext>
              </a:extLst>
            </p:cNvPr>
            <p:cNvSpPr txBox="1"/>
            <p:nvPr/>
          </p:nvSpPr>
          <p:spPr>
            <a:xfrm>
              <a:off x="485777" y="3243770"/>
              <a:ext cx="1651702" cy="57875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12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Journal</a:t>
              </a:r>
            </a:p>
            <a:p>
              <a:pPr algn="l"/>
              <a:r>
                <a:rPr lang="en-US" sz="12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Differences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616A270-9A02-7A36-548D-195635DF2158}"/>
                </a:ext>
              </a:extLst>
            </p:cNvPr>
            <p:cNvGrpSpPr/>
            <p:nvPr/>
          </p:nvGrpSpPr>
          <p:grpSpPr>
            <a:xfrm>
              <a:off x="171573" y="1239312"/>
              <a:ext cx="1042416" cy="603976"/>
              <a:chOff x="171573" y="1334198"/>
              <a:chExt cx="1042416" cy="603976"/>
            </a:xfrm>
          </p:grpSpPr>
          <p:pic>
            <p:nvPicPr>
              <p:cNvPr id="31" name="Picture 30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A21493D8-D8FB-C5A0-2147-23BE89F7DB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1573" y="1334198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1CF1276-E189-CDBC-3915-75F18F7AAD83}"/>
                  </a:ext>
                </a:extLst>
              </p:cNvPr>
              <p:cNvSpPr/>
              <p:nvPr/>
            </p:nvSpPr>
            <p:spPr>
              <a:xfrm>
                <a:off x="171573" y="1344168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End of month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D85E5E4-F0CD-F167-8F15-0E5434DEF101}"/>
                </a:ext>
              </a:extLst>
            </p:cNvPr>
            <p:cNvGrpSpPr/>
            <p:nvPr/>
          </p:nvGrpSpPr>
          <p:grpSpPr>
            <a:xfrm>
              <a:off x="171573" y="1936780"/>
              <a:ext cx="1042416" cy="603976"/>
              <a:chOff x="171573" y="2014414"/>
              <a:chExt cx="1042416" cy="603976"/>
            </a:xfrm>
          </p:grpSpPr>
          <p:pic>
            <p:nvPicPr>
              <p:cNvPr id="35" name="Picture 34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79A37F99-7F15-5BD5-FDA0-AB31205186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1573" y="2014414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6E4844F-687C-AC7F-87E9-7459E7490426}"/>
                  </a:ext>
                </a:extLst>
              </p:cNvPr>
              <p:cNvSpPr/>
              <p:nvPr/>
            </p:nvSpPr>
            <p:spPr>
              <a:xfrm>
                <a:off x="171573" y="2024384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GL-interface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18AF891-00A7-0663-E505-65B7EC724CF0}"/>
                </a:ext>
              </a:extLst>
            </p:cNvPr>
            <p:cNvGrpSpPr/>
            <p:nvPr/>
          </p:nvGrpSpPr>
          <p:grpSpPr>
            <a:xfrm>
              <a:off x="171573" y="2634650"/>
              <a:ext cx="1042416" cy="603976"/>
              <a:chOff x="171573" y="2669154"/>
              <a:chExt cx="1042416" cy="603976"/>
            </a:xfrm>
          </p:grpSpPr>
          <p:pic>
            <p:nvPicPr>
              <p:cNvPr id="37" name="Picture 36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43A4B795-9C84-35AD-BFDF-8FAED960F1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1573" y="2669154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3A4DC4C-147F-844B-FBB5-7029E0C248BA}"/>
                  </a:ext>
                </a:extLst>
              </p:cNvPr>
              <p:cNvSpPr/>
              <p:nvPr/>
            </p:nvSpPr>
            <p:spPr>
              <a:xfrm>
                <a:off x="171573" y="2670498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Open period</a:t>
                </a:r>
              </a:p>
            </p:txBody>
          </p:sp>
        </p:grp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2CFA27A-6D63-4EE1-C9F1-C7C5E396A924}"/>
              </a:ext>
            </a:extLst>
          </p:cNvPr>
          <p:cNvSpPr txBox="1"/>
          <p:nvPr/>
        </p:nvSpPr>
        <p:spPr>
          <a:xfrm>
            <a:off x="2196814" y="1709026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202409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146EDF-792F-ADE1-4C96-B9D65917CD93}"/>
              </a:ext>
            </a:extLst>
          </p:cNvPr>
          <p:cNvSpPr txBox="1"/>
          <p:nvPr/>
        </p:nvSpPr>
        <p:spPr>
          <a:xfrm>
            <a:off x="2196814" y="3102449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F75172-FE97-EEEE-3CF8-1EB90AE2D66F}"/>
              </a:ext>
            </a:extLst>
          </p:cNvPr>
          <p:cNvSpPr txBox="1"/>
          <p:nvPr/>
        </p:nvSpPr>
        <p:spPr>
          <a:xfrm>
            <a:off x="2062842" y="2399740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2024-09-30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B37A685-975D-B452-CAC8-1D678D083834}"/>
              </a:ext>
            </a:extLst>
          </p:cNvPr>
          <p:cNvSpPr/>
          <p:nvPr/>
        </p:nvSpPr>
        <p:spPr>
          <a:xfrm>
            <a:off x="3963396" y="1092718"/>
            <a:ext cx="1063248" cy="30516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AAB9C2C-D5A6-E3E9-74B6-E929F9A6E344}"/>
              </a:ext>
            </a:extLst>
          </p:cNvPr>
          <p:cNvGrpSpPr/>
          <p:nvPr/>
        </p:nvGrpSpPr>
        <p:grpSpPr>
          <a:xfrm>
            <a:off x="3970301" y="1147388"/>
            <a:ext cx="1972445" cy="2925296"/>
            <a:chOff x="165034" y="897224"/>
            <a:chExt cx="1972445" cy="2925296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8E7AA76-9919-04BD-6366-A93402E5F187}"/>
                </a:ext>
              </a:extLst>
            </p:cNvPr>
            <p:cNvSpPr txBox="1"/>
            <p:nvPr/>
          </p:nvSpPr>
          <p:spPr>
            <a:xfrm>
              <a:off x="182286" y="897224"/>
              <a:ext cx="1063248" cy="21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64302F"/>
                  </a:solidFill>
                  <a:latin typeface="Aparajita" panose="020B0502040204020203" pitchFamily="18" charset="0"/>
                  <a:cs typeface="Aparajita" panose="020B0502040204020203" pitchFamily="18" charset="0"/>
                </a:rPr>
                <a:t>ALS ITA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645F08A-B599-65A6-5988-E6EBE268A75D}"/>
                </a:ext>
              </a:extLst>
            </p:cNvPr>
            <p:cNvSpPr/>
            <p:nvPr/>
          </p:nvSpPr>
          <p:spPr>
            <a:xfrm>
              <a:off x="165034" y="3298694"/>
              <a:ext cx="1060704" cy="3309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4256BC3-A5AC-4CA3-4707-6305DD29B4DF}"/>
                </a:ext>
              </a:extLst>
            </p:cNvPr>
            <p:cNvSpPr txBox="1"/>
            <p:nvPr/>
          </p:nvSpPr>
          <p:spPr>
            <a:xfrm>
              <a:off x="214976" y="3313375"/>
              <a:ext cx="237744" cy="21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16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9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81821A5-ABE0-10F2-3CB1-6C7517390BD4}"/>
                </a:ext>
              </a:extLst>
            </p:cNvPr>
            <p:cNvSpPr txBox="1"/>
            <p:nvPr/>
          </p:nvSpPr>
          <p:spPr>
            <a:xfrm>
              <a:off x="485777" y="3243770"/>
              <a:ext cx="1651702" cy="57875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12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Journal</a:t>
              </a:r>
            </a:p>
            <a:p>
              <a:pPr algn="l"/>
              <a:r>
                <a:rPr lang="en-US" sz="12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Differences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6DD320C-A766-FCFA-285B-C9AE4812CE67}"/>
                </a:ext>
              </a:extLst>
            </p:cNvPr>
            <p:cNvGrpSpPr/>
            <p:nvPr/>
          </p:nvGrpSpPr>
          <p:grpSpPr>
            <a:xfrm>
              <a:off x="171573" y="1239312"/>
              <a:ext cx="1042416" cy="603976"/>
              <a:chOff x="171573" y="1334198"/>
              <a:chExt cx="1042416" cy="603976"/>
            </a:xfrm>
          </p:grpSpPr>
          <p:pic>
            <p:nvPicPr>
              <p:cNvPr id="82" name="Picture 81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9CFBE5B0-8422-C698-A108-7D970D2D35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1573" y="1334198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F189094A-D2B8-8FC3-DCAB-93F9FACA724A}"/>
                  </a:ext>
                </a:extLst>
              </p:cNvPr>
              <p:cNvSpPr/>
              <p:nvPr/>
            </p:nvSpPr>
            <p:spPr>
              <a:xfrm>
                <a:off x="171573" y="1344168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End of month</a:t>
                </a: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2DA2B896-C7B6-FB4F-5DCC-C66C7BB12418}"/>
                </a:ext>
              </a:extLst>
            </p:cNvPr>
            <p:cNvGrpSpPr/>
            <p:nvPr/>
          </p:nvGrpSpPr>
          <p:grpSpPr>
            <a:xfrm>
              <a:off x="171573" y="1936780"/>
              <a:ext cx="1042416" cy="603976"/>
              <a:chOff x="171573" y="2014414"/>
              <a:chExt cx="1042416" cy="603976"/>
            </a:xfrm>
          </p:grpSpPr>
          <p:pic>
            <p:nvPicPr>
              <p:cNvPr id="80" name="Picture 79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D8ECD807-29B5-F4DC-C206-1664680DCB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1573" y="2014414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E1358372-088F-8862-4AD2-ABA146DC413B}"/>
                  </a:ext>
                </a:extLst>
              </p:cNvPr>
              <p:cNvSpPr/>
              <p:nvPr/>
            </p:nvSpPr>
            <p:spPr>
              <a:xfrm>
                <a:off x="171573" y="2024384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GL-interface</a:t>
                </a: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2CDA499-3DDB-BB25-6D4D-43A1A6AF1635}"/>
                </a:ext>
              </a:extLst>
            </p:cNvPr>
            <p:cNvGrpSpPr/>
            <p:nvPr/>
          </p:nvGrpSpPr>
          <p:grpSpPr>
            <a:xfrm>
              <a:off x="171573" y="2634650"/>
              <a:ext cx="1042416" cy="603976"/>
              <a:chOff x="171573" y="2669154"/>
              <a:chExt cx="1042416" cy="603976"/>
            </a:xfrm>
          </p:grpSpPr>
          <p:pic>
            <p:nvPicPr>
              <p:cNvPr id="78" name="Picture 77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4CB2DEE1-ADAB-B380-3328-823B340878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1573" y="2669154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6E002CA9-F017-3301-32A2-CEE0BBC86019}"/>
                  </a:ext>
                </a:extLst>
              </p:cNvPr>
              <p:cNvSpPr/>
              <p:nvPr/>
            </p:nvSpPr>
            <p:spPr>
              <a:xfrm>
                <a:off x="171573" y="2670498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Open period</a:t>
                </a:r>
              </a:p>
            </p:txBody>
          </p:sp>
        </p:grp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DD80BD2B-A69D-7D8B-52B9-37E568E8D565}"/>
              </a:ext>
            </a:extLst>
          </p:cNvPr>
          <p:cNvSpPr txBox="1"/>
          <p:nvPr/>
        </p:nvSpPr>
        <p:spPr>
          <a:xfrm>
            <a:off x="4121525" y="1709026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202409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830CED0-8D53-0546-2027-3598E61FA650}"/>
              </a:ext>
            </a:extLst>
          </p:cNvPr>
          <p:cNvSpPr txBox="1"/>
          <p:nvPr/>
        </p:nvSpPr>
        <p:spPr>
          <a:xfrm>
            <a:off x="4121525" y="3102449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202410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A542584-232B-212C-C83A-EE1566F4E663}"/>
              </a:ext>
            </a:extLst>
          </p:cNvPr>
          <p:cNvSpPr txBox="1"/>
          <p:nvPr/>
        </p:nvSpPr>
        <p:spPr>
          <a:xfrm>
            <a:off x="3987553" y="2399740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2024-09-30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6C93FF2A-928C-F05F-3358-A4689E4EBBDA}"/>
              </a:ext>
            </a:extLst>
          </p:cNvPr>
          <p:cNvSpPr/>
          <p:nvPr/>
        </p:nvSpPr>
        <p:spPr>
          <a:xfrm>
            <a:off x="5888104" y="1092718"/>
            <a:ext cx="1063248" cy="30516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sp>
        <p:nvSpPr>
          <p:cNvPr id="90" name="TextBox 89">
            <a:hlinkClick r:id="rId12" action="ppaction://hlinksldjump"/>
            <a:extLst>
              <a:ext uri="{FF2B5EF4-FFF2-40B4-BE49-F238E27FC236}">
                <a16:creationId xmlns:a16="http://schemas.microsoft.com/office/drawing/2014/main" id="{66FE7FDF-8350-87F9-5DC4-0E6E4C66AE29}"/>
              </a:ext>
            </a:extLst>
          </p:cNvPr>
          <p:cNvSpPr txBox="1"/>
          <p:nvPr/>
        </p:nvSpPr>
        <p:spPr>
          <a:xfrm>
            <a:off x="5912261" y="1147388"/>
            <a:ext cx="1063248" cy="2110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b="1" dirty="0">
                <a:solidFill>
                  <a:srgbClr val="64302F"/>
                </a:solidFill>
                <a:latin typeface="Aparajita" panose="020B0502040204020203" pitchFamily="18" charset="0"/>
                <a:cs typeface="Aparajita" panose="020B0502040204020203" pitchFamily="18" charset="0"/>
              </a:rPr>
              <a:t>ALS NLD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FD7F757-896E-7EF0-76A6-8BFFC2E50E77}"/>
              </a:ext>
            </a:extLst>
          </p:cNvPr>
          <p:cNvSpPr/>
          <p:nvPr/>
        </p:nvSpPr>
        <p:spPr>
          <a:xfrm>
            <a:off x="5895009" y="3548858"/>
            <a:ext cx="1051560" cy="33098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7457477-EC88-ECC7-2FA9-D7E0F1AFBF96}"/>
              </a:ext>
            </a:extLst>
          </p:cNvPr>
          <p:cNvSpPr txBox="1"/>
          <p:nvPr/>
        </p:nvSpPr>
        <p:spPr>
          <a:xfrm>
            <a:off x="5944951" y="3563539"/>
            <a:ext cx="237744" cy="2110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9</a:t>
            </a:r>
          </a:p>
        </p:txBody>
      </p:sp>
      <p:sp>
        <p:nvSpPr>
          <p:cNvPr id="95" name="TextBox 94">
            <a:hlinkClick r:id="rId8" action="ppaction://hlinksldjump"/>
            <a:extLst>
              <a:ext uri="{FF2B5EF4-FFF2-40B4-BE49-F238E27FC236}">
                <a16:creationId xmlns:a16="http://schemas.microsoft.com/office/drawing/2014/main" id="{0A740637-5F31-E462-51C2-85C2EDC464CB}"/>
              </a:ext>
            </a:extLst>
          </p:cNvPr>
          <p:cNvSpPr txBox="1"/>
          <p:nvPr/>
        </p:nvSpPr>
        <p:spPr>
          <a:xfrm>
            <a:off x="6215752" y="3493934"/>
            <a:ext cx="832716" cy="3859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200" b="1" dirty="0">
                <a:latin typeface="Aparajita" panose="020B0502040204020203" pitchFamily="18" charset="0"/>
                <a:cs typeface="Aparajita" panose="020B0502040204020203" pitchFamily="18" charset="0"/>
              </a:rPr>
              <a:t>Journal</a:t>
            </a:r>
          </a:p>
          <a:p>
            <a:pPr algn="l"/>
            <a:r>
              <a:rPr lang="en-US" sz="1200" b="1" dirty="0">
                <a:latin typeface="Aparajita" panose="020B0502040204020203" pitchFamily="18" charset="0"/>
                <a:cs typeface="Aparajita" panose="020B0502040204020203" pitchFamily="18" charset="0"/>
              </a:rPr>
              <a:t>Differences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C12BC89-3941-54CA-6F26-CAD3E351F6A5}"/>
              </a:ext>
            </a:extLst>
          </p:cNvPr>
          <p:cNvGrpSpPr/>
          <p:nvPr/>
        </p:nvGrpSpPr>
        <p:grpSpPr>
          <a:xfrm>
            <a:off x="5901548" y="1489476"/>
            <a:ext cx="1042416" cy="603976"/>
            <a:chOff x="171573" y="1334198"/>
            <a:chExt cx="1042416" cy="603976"/>
          </a:xfrm>
        </p:grpSpPr>
        <p:pic>
          <p:nvPicPr>
            <p:cNvPr id="103" name="Picture 102" descr="A white rectangular object with black lines&#10;&#10;Description automatically generated">
              <a:extLst>
                <a:ext uri="{FF2B5EF4-FFF2-40B4-BE49-F238E27FC236}">
                  <a16:creationId xmlns:a16="http://schemas.microsoft.com/office/drawing/2014/main" id="{7FA57C9B-A500-DABB-6701-8CDE93168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71573" y="1334198"/>
              <a:ext cx="1042416" cy="603976"/>
            </a:xfrm>
            <a:prstGeom prst="rect">
              <a:avLst/>
            </a:prstGeom>
          </p:spPr>
        </p:pic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AE9C27A-B481-E6B3-35EB-B13BD50F6704}"/>
                </a:ext>
              </a:extLst>
            </p:cNvPr>
            <p:cNvSpPr/>
            <p:nvPr/>
          </p:nvSpPr>
          <p:spPr>
            <a:xfrm>
              <a:off x="171573" y="1344168"/>
              <a:ext cx="1042416" cy="174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bg1">
                      <a:lumMod val="95000"/>
                    </a:schemeClr>
                  </a:solidFill>
                  <a:latin typeface="Aparajita" panose="020B0502040204020203" pitchFamily="18" charset="0"/>
                  <a:cs typeface="Aparajita" panose="020B0502040204020203" pitchFamily="18" charset="0"/>
                </a:rPr>
                <a:t>End of month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4F9569D8-182E-0F90-4418-028B2E56D3AA}"/>
              </a:ext>
            </a:extLst>
          </p:cNvPr>
          <p:cNvGrpSpPr/>
          <p:nvPr/>
        </p:nvGrpSpPr>
        <p:grpSpPr>
          <a:xfrm>
            <a:off x="5901548" y="2186944"/>
            <a:ext cx="1042416" cy="603976"/>
            <a:chOff x="171573" y="2014414"/>
            <a:chExt cx="1042416" cy="603976"/>
          </a:xfrm>
        </p:grpSpPr>
        <p:pic>
          <p:nvPicPr>
            <p:cNvPr id="101" name="Picture 100" descr="A white rectangular object with black lines&#10;&#10;Description automatically generated">
              <a:extLst>
                <a:ext uri="{FF2B5EF4-FFF2-40B4-BE49-F238E27FC236}">
                  <a16:creationId xmlns:a16="http://schemas.microsoft.com/office/drawing/2014/main" id="{7B51E5AB-F934-032C-C72E-EE1B9E1A3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71573" y="2014414"/>
              <a:ext cx="1042416" cy="603976"/>
            </a:xfrm>
            <a:prstGeom prst="rect">
              <a:avLst/>
            </a:prstGeom>
          </p:spPr>
        </p:pic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731C90B-80AE-0691-EC48-D469E6BA8B69}"/>
                </a:ext>
              </a:extLst>
            </p:cNvPr>
            <p:cNvSpPr/>
            <p:nvPr/>
          </p:nvSpPr>
          <p:spPr>
            <a:xfrm>
              <a:off x="171573" y="2024384"/>
              <a:ext cx="1042416" cy="174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bg1">
                      <a:lumMod val="95000"/>
                    </a:schemeClr>
                  </a:solidFill>
                  <a:latin typeface="Aparajita" panose="020B0502040204020203" pitchFamily="18" charset="0"/>
                  <a:cs typeface="Aparajita" panose="020B0502040204020203" pitchFamily="18" charset="0"/>
                </a:rPr>
                <a:t>GL-interface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21E5793-657F-A0C2-8F59-AF15BC46C3A3}"/>
              </a:ext>
            </a:extLst>
          </p:cNvPr>
          <p:cNvGrpSpPr/>
          <p:nvPr/>
        </p:nvGrpSpPr>
        <p:grpSpPr>
          <a:xfrm>
            <a:off x="5901548" y="2884814"/>
            <a:ext cx="1042416" cy="603976"/>
            <a:chOff x="171573" y="2669154"/>
            <a:chExt cx="1042416" cy="603976"/>
          </a:xfrm>
        </p:grpSpPr>
        <p:pic>
          <p:nvPicPr>
            <p:cNvPr id="99" name="Picture 98" descr="A white rectangular object with black lines&#10;&#10;Description automatically generated">
              <a:extLst>
                <a:ext uri="{FF2B5EF4-FFF2-40B4-BE49-F238E27FC236}">
                  <a16:creationId xmlns:a16="http://schemas.microsoft.com/office/drawing/2014/main" id="{FE3AA845-23F6-77F9-065E-C2DBEB291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71573" y="2669154"/>
              <a:ext cx="1042416" cy="603976"/>
            </a:xfrm>
            <a:prstGeom prst="rect">
              <a:avLst/>
            </a:prstGeom>
          </p:spPr>
        </p:pic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A474E80-8679-47D3-C275-F18BF624D161}"/>
                </a:ext>
              </a:extLst>
            </p:cNvPr>
            <p:cNvSpPr/>
            <p:nvPr/>
          </p:nvSpPr>
          <p:spPr>
            <a:xfrm>
              <a:off x="171573" y="2670498"/>
              <a:ext cx="1042416" cy="174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bg1">
                      <a:lumMod val="95000"/>
                    </a:schemeClr>
                  </a:solidFill>
                  <a:latin typeface="Aparajita" panose="020B0502040204020203" pitchFamily="18" charset="0"/>
                  <a:cs typeface="Aparajita" panose="020B0502040204020203" pitchFamily="18" charset="0"/>
                </a:rPr>
                <a:t>Open period</a:t>
              </a:r>
            </a:p>
          </p:txBody>
        </p:sp>
      </p:grpSp>
      <p:sp>
        <p:nvSpPr>
          <p:cNvPr id="105" name="TextBox 104">
            <a:hlinkClick r:id="rId13" action="ppaction://hlinksldjump"/>
            <a:extLst>
              <a:ext uri="{FF2B5EF4-FFF2-40B4-BE49-F238E27FC236}">
                <a16:creationId xmlns:a16="http://schemas.microsoft.com/office/drawing/2014/main" id="{59953198-9BE8-7D5D-5A82-4CDCCDF4C9C9}"/>
              </a:ext>
            </a:extLst>
          </p:cNvPr>
          <p:cNvSpPr txBox="1"/>
          <p:nvPr/>
        </p:nvSpPr>
        <p:spPr>
          <a:xfrm>
            <a:off x="6046233" y="1709026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202409</a:t>
            </a:r>
          </a:p>
        </p:txBody>
      </p:sp>
      <p:sp>
        <p:nvSpPr>
          <p:cNvPr id="106" name="TextBox 105">
            <a:hlinkClick r:id="rId14" action="ppaction://hlinksldjump"/>
            <a:extLst>
              <a:ext uri="{FF2B5EF4-FFF2-40B4-BE49-F238E27FC236}">
                <a16:creationId xmlns:a16="http://schemas.microsoft.com/office/drawing/2014/main" id="{B3F41752-9EAC-5F48-DE4F-AAE568F4A759}"/>
              </a:ext>
            </a:extLst>
          </p:cNvPr>
          <p:cNvSpPr txBox="1"/>
          <p:nvPr/>
        </p:nvSpPr>
        <p:spPr>
          <a:xfrm>
            <a:off x="6046233" y="3102449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202410</a:t>
            </a:r>
          </a:p>
        </p:txBody>
      </p:sp>
      <p:sp>
        <p:nvSpPr>
          <p:cNvPr id="107" name="TextBox 106">
            <a:hlinkClick r:id="rId15" action="ppaction://hlinksldjump"/>
            <a:extLst>
              <a:ext uri="{FF2B5EF4-FFF2-40B4-BE49-F238E27FC236}">
                <a16:creationId xmlns:a16="http://schemas.microsoft.com/office/drawing/2014/main" id="{E66E79F0-5CF6-7C04-E645-40E85F772D93}"/>
              </a:ext>
            </a:extLst>
          </p:cNvPr>
          <p:cNvSpPr txBox="1"/>
          <p:nvPr/>
        </p:nvSpPr>
        <p:spPr>
          <a:xfrm>
            <a:off x="5912261" y="2399740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2024-09-30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4CA23B-8588-8BE0-C13C-D07AE8E8F2F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0088" y="61740"/>
            <a:ext cx="662502" cy="2143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A078B2B-F1F5-1FD3-0388-FA3CBBB740DA}"/>
              </a:ext>
            </a:extLst>
          </p:cNvPr>
          <p:cNvSpPr/>
          <p:nvPr/>
        </p:nvSpPr>
        <p:spPr>
          <a:xfrm>
            <a:off x="0" y="-1"/>
            <a:ext cx="9144000" cy="5205549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A2A110E-56DE-0589-54A0-68C440BBB919}"/>
              </a:ext>
            </a:extLst>
          </p:cNvPr>
          <p:cNvCxnSpPr>
            <a:cxnSpLocks/>
          </p:cNvCxnSpPr>
          <p:nvPr/>
        </p:nvCxnSpPr>
        <p:spPr>
          <a:xfrm flipV="1">
            <a:off x="3208876" y="2721429"/>
            <a:ext cx="0" cy="759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1396A37-B2DB-3688-5A88-25D5D5A7F145}"/>
              </a:ext>
            </a:extLst>
          </p:cNvPr>
          <p:cNvCxnSpPr>
            <a:cxnSpLocks/>
          </p:cNvCxnSpPr>
          <p:nvPr/>
        </p:nvCxnSpPr>
        <p:spPr>
          <a:xfrm flipV="1">
            <a:off x="5163945" y="2723612"/>
            <a:ext cx="0" cy="759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3EE8E72-2BF7-115E-852E-0B1B6EE20B19}"/>
              </a:ext>
            </a:extLst>
          </p:cNvPr>
          <p:cNvCxnSpPr>
            <a:cxnSpLocks/>
          </p:cNvCxnSpPr>
          <p:nvPr/>
        </p:nvCxnSpPr>
        <p:spPr>
          <a:xfrm flipV="1">
            <a:off x="4186408" y="2725783"/>
            <a:ext cx="0" cy="759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8" name="Picture 57" descr="A screenshot of a phone&#10;&#10;Description automatically generated">
            <a:extLst>
              <a:ext uri="{FF2B5EF4-FFF2-40B4-BE49-F238E27FC236}">
                <a16:creationId xmlns:a16="http://schemas.microsoft.com/office/drawing/2014/main" id="{05929D0C-8E08-DAD3-3473-01C77794130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03380" y="1742161"/>
            <a:ext cx="3063607" cy="1668710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B032BBF-CEB0-2553-D9D2-492558B869CC}"/>
              </a:ext>
            </a:extLst>
          </p:cNvPr>
          <p:cNvCxnSpPr>
            <a:cxnSpLocks/>
          </p:cNvCxnSpPr>
          <p:nvPr/>
        </p:nvCxnSpPr>
        <p:spPr>
          <a:xfrm>
            <a:off x="4132584" y="2424660"/>
            <a:ext cx="0" cy="21649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132424B-2CE0-6D3A-2833-8CF08D14BF1E}"/>
              </a:ext>
            </a:extLst>
          </p:cNvPr>
          <p:cNvCxnSpPr/>
          <p:nvPr/>
        </p:nvCxnSpPr>
        <p:spPr>
          <a:xfrm>
            <a:off x="3126090" y="2521587"/>
            <a:ext cx="1990805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2758B52E-8060-88E7-DE87-BE21C45295E1}"/>
              </a:ext>
            </a:extLst>
          </p:cNvPr>
          <p:cNvCxnSpPr>
            <a:cxnSpLocks/>
          </p:cNvCxnSpPr>
          <p:nvPr/>
        </p:nvCxnSpPr>
        <p:spPr>
          <a:xfrm>
            <a:off x="3118999" y="2521587"/>
            <a:ext cx="0" cy="14978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BE0DF22C-91A6-4AF9-327D-4516CE92705E}"/>
              </a:ext>
            </a:extLst>
          </p:cNvPr>
          <p:cNvCxnSpPr>
            <a:cxnSpLocks/>
          </p:cNvCxnSpPr>
          <p:nvPr/>
        </p:nvCxnSpPr>
        <p:spPr>
          <a:xfrm>
            <a:off x="5113256" y="2517235"/>
            <a:ext cx="0" cy="14978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570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E18A2CD-DBCB-6360-AC80-737C1CBCB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038"/>
            <a:ext cx="9144000" cy="515394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5133587" y="3155513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2" name="TextBox 1">
            <a:hlinkClick r:id="rId5" action="ppaction://hlinksldjump"/>
            <a:extLst>
              <a:ext uri="{FF2B5EF4-FFF2-40B4-BE49-F238E27FC236}">
                <a16:creationId xmlns:a16="http://schemas.microsoft.com/office/drawing/2014/main" id="{9ED1CD39-F6BA-20C1-C698-3AA7EEFACC18}"/>
              </a:ext>
            </a:extLst>
          </p:cNvPr>
          <p:cNvSpPr txBox="1"/>
          <p:nvPr/>
        </p:nvSpPr>
        <p:spPr>
          <a:xfrm>
            <a:off x="5606576" y="82765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sp>
        <p:nvSpPr>
          <p:cNvPr id="6" name="TextBox 5">
            <a:hlinkClick r:id="rId6" action="ppaction://hlinksldjump"/>
            <a:extLst>
              <a:ext uri="{FF2B5EF4-FFF2-40B4-BE49-F238E27FC236}">
                <a16:creationId xmlns:a16="http://schemas.microsoft.com/office/drawing/2014/main" id="{80B41A34-C721-2031-A884-2DA254797E50}"/>
              </a:ext>
            </a:extLst>
          </p:cNvPr>
          <p:cNvSpPr txBox="1"/>
          <p:nvPr/>
        </p:nvSpPr>
        <p:spPr>
          <a:xfrm>
            <a:off x="3581870" y="78027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sp>
        <p:nvSpPr>
          <p:cNvPr id="7" name="TextBox 6">
            <a:hlinkClick r:id="rId7" action="ppaction://hlinksldjump"/>
            <a:extLst>
              <a:ext uri="{FF2B5EF4-FFF2-40B4-BE49-F238E27FC236}">
                <a16:creationId xmlns:a16="http://schemas.microsoft.com/office/drawing/2014/main" id="{FD97D3B1-2779-9428-0BB6-CE69D24FE87D}"/>
              </a:ext>
            </a:extLst>
          </p:cNvPr>
          <p:cNvSpPr txBox="1"/>
          <p:nvPr/>
        </p:nvSpPr>
        <p:spPr>
          <a:xfrm>
            <a:off x="2405549" y="79853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8" name="TextBox 7">
            <a:hlinkClick r:id="rId8" action="ppaction://hlinksldjump"/>
            <a:extLst>
              <a:ext uri="{FF2B5EF4-FFF2-40B4-BE49-F238E27FC236}">
                <a16:creationId xmlns:a16="http://schemas.microsoft.com/office/drawing/2014/main" id="{57830E34-0B31-709D-5ADE-9EDC009EA068}"/>
              </a:ext>
            </a:extLst>
          </p:cNvPr>
          <p:cNvSpPr txBox="1"/>
          <p:nvPr/>
        </p:nvSpPr>
        <p:spPr>
          <a:xfrm>
            <a:off x="4614455" y="76432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C07764B-8BC4-0260-CC71-4B9B96BABFB0}"/>
              </a:ext>
            </a:extLst>
          </p:cNvPr>
          <p:cNvSpPr/>
          <p:nvPr/>
        </p:nvSpPr>
        <p:spPr>
          <a:xfrm>
            <a:off x="2038685" y="1092718"/>
            <a:ext cx="1063248" cy="30516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96B004-094F-FC41-34D2-0AADCE9CC1D9}"/>
              </a:ext>
            </a:extLst>
          </p:cNvPr>
          <p:cNvSpPr txBox="1"/>
          <p:nvPr/>
        </p:nvSpPr>
        <p:spPr>
          <a:xfrm>
            <a:off x="5141349" y="2361660"/>
            <a:ext cx="91440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C59A3F6-0A93-1132-D05E-6390C93022FF}"/>
              </a:ext>
            </a:extLst>
          </p:cNvPr>
          <p:cNvGrpSpPr/>
          <p:nvPr/>
        </p:nvGrpSpPr>
        <p:grpSpPr>
          <a:xfrm>
            <a:off x="2045590" y="1147388"/>
            <a:ext cx="1972445" cy="2925296"/>
            <a:chOff x="165034" y="897224"/>
            <a:chExt cx="1972445" cy="292529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DDC26C6-1A54-F98B-E6ED-6BF87D8533A4}"/>
                </a:ext>
              </a:extLst>
            </p:cNvPr>
            <p:cNvSpPr txBox="1"/>
            <p:nvPr/>
          </p:nvSpPr>
          <p:spPr>
            <a:xfrm>
              <a:off x="182286" y="897224"/>
              <a:ext cx="1063248" cy="21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64302F"/>
                  </a:solidFill>
                  <a:latin typeface="Aparajita" panose="020B0502040204020203" pitchFamily="18" charset="0"/>
                  <a:cs typeface="Aparajita" panose="020B0502040204020203" pitchFamily="18" charset="0"/>
                </a:rPr>
                <a:t>ALS SFB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CB1524F-D6E3-514F-8CD3-42FFD5D5A53B}"/>
                </a:ext>
              </a:extLst>
            </p:cNvPr>
            <p:cNvSpPr/>
            <p:nvPr/>
          </p:nvSpPr>
          <p:spPr>
            <a:xfrm>
              <a:off x="165034" y="3298694"/>
              <a:ext cx="1060704" cy="3309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245D860-74A8-6AFF-54E2-9129AABB0BE2}"/>
                </a:ext>
              </a:extLst>
            </p:cNvPr>
            <p:cNvSpPr txBox="1"/>
            <p:nvPr/>
          </p:nvSpPr>
          <p:spPr>
            <a:xfrm>
              <a:off x="214976" y="3313375"/>
              <a:ext cx="237744" cy="21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16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639057C-BEB2-DCCB-0BA3-E416835EFB2B}"/>
                </a:ext>
              </a:extLst>
            </p:cNvPr>
            <p:cNvSpPr txBox="1"/>
            <p:nvPr/>
          </p:nvSpPr>
          <p:spPr>
            <a:xfrm>
              <a:off x="485777" y="3243770"/>
              <a:ext cx="1651702" cy="57875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12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Journal</a:t>
              </a:r>
            </a:p>
            <a:p>
              <a:pPr algn="l"/>
              <a:r>
                <a:rPr lang="en-US" sz="12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Differences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616A270-9A02-7A36-548D-195635DF2158}"/>
                </a:ext>
              </a:extLst>
            </p:cNvPr>
            <p:cNvGrpSpPr/>
            <p:nvPr/>
          </p:nvGrpSpPr>
          <p:grpSpPr>
            <a:xfrm>
              <a:off x="171573" y="1239312"/>
              <a:ext cx="1042416" cy="603976"/>
              <a:chOff x="171573" y="1334198"/>
              <a:chExt cx="1042416" cy="603976"/>
            </a:xfrm>
          </p:grpSpPr>
          <p:pic>
            <p:nvPicPr>
              <p:cNvPr id="31" name="Picture 30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A21493D8-D8FB-C5A0-2147-23BE89F7DB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1573" y="1334198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1CF1276-E189-CDBC-3915-75F18F7AAD83}"/>
                  </a:ext>
                </a:extLst>
              </p:cNvPr>
              <p:cNvSpPr/>
              <p:nvPr/>
            </p:nvSpPr>
            <p:spPr>
              <a:xfrm>
                <a:off x="171573" y="1344168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End of month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D85E5E4-F0CD-F167-8F15-0E5434DEF101}"/>
                </a:ext>
              </a:extLst>
            </p:cNvPr>
            <p:cNvGrpSpPr/>
            <p:nvPr/>
          </p:nvGrpSpPr>
          <p:grpSpPr>
            <a:xfrm>
              <a:off x="171573" y="1936780"/>
              <a:ext cx="1042416" cy="603976"/>
              <a:chOff x="171573" y="2014414"/>
              <a:chExt cx="1042416" cy="603976"/>
            </a:xfrm>
          </p:grpSpPr>
          <p:pic>
            <p:nvPicPr>
              <p:cNvPr id="35" name="Picture 34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79A37F99-7F15-5BD5-FDA0-AB31205186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1573" y="2014414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6E4844F-687C-AC7F-87E9-7459E7490426}"/>
                  </a:ext>
                </a:extLst>
              </p:cNvPr>
              <p:cNvSpPr/>
              <p:nvPr/>
            </p:nvSpPr>
            <p:spPr>
              <a:xfrm>
                <a:off x="171573" y="2024384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GL-interface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18AF891-00A7-0663-E505-65B7EC724CF0}"/>
                </a:ext>
              </a:extLst>
            </p:cNvPr>
            <p:cNvGrpSpPr/>
            <p:nvPr/>
          </p:nvGrpSpPr>
          <p:grpSpPr>
            <a:xfrm>
              <a:off x="171573" y="2634650"/>
              <a:ext cx="1042416" cy="603976"/>
              <a:chOff x="171573" y="2669154"/>
              <a:chExt cx="1042416" cy="603976"/>
            </a:xfrm>
          </p:grpSpPr>
          <p:pic>
            <p:nvPicPr>
              <p:cNvPr id="37" name="Picture 36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43A4B795-9C84-35AD-BFDF-8FAED960F1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1573" y="2669154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3A4DC4C-147F-844B-FBB5-7029E0C248BA}"/>
                  </a:ext>
                </a:extLst>
              </p:cNvPr>
              <p:cNvSpPr/>
              <p:nvPr/>
            </p:nvSpPr>
            <p:spPr>
              <a:xfrm>
                <a:off x="171573" y="2670498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Open period</a:t>
                </a:r>
              </a:p>
            </p:txBody>
          </p:sp>
        </p:grp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2CFA27A-6D63-4EE1-C9F1-C7C5E396A924}"/>
              </a:ext>
            </a:extLst>
          </p:cNvPr>
          <p:cNvSpPr txBox="1"/>
          <p:nvPr/>
        </p:nvSpPr>
        <p:spPr>
          <a:xfrm>
            <a:off x="2196814" y="1709026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202409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146EDF-792F-ADE1-4C96-B9D65917CD93}"/>
              </a:ext>
            </a:extLst>
          </p:cNvPr>
          <p:cNvSpPr txBox="1"/>
          <p:nvPr/>
        </p:nvSpPr>
        <p:spPr>
          <a:xfrm>
            <a:off x="2196814" y="3102449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F75172-FE97-EEEE-3CF8-1EB90AE2D66F}"/>
              </a:ext>
            </a:extLst>
          </p:cNvPr>
          <p:cNvSpPr txBox="1"/>
          <p:nvPr/>
        </p:nvSpPr>
        <p:spPr>
          <a:xfrm>
            <a:off x="2062842" y="2399740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2024-09-30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B37A685-975D-B452-CAC8-1D678D083834}"/>
              </a:ext>
            </a:extLst>
          </p:cNvPr>
          <p:cNvSpPr/>
          <p:nvPr/>
        </p:nvSpPr>
        <p:spPr>
          <a:xfrm>
            <a:off x="3963396" y="1092718"/>
            <a:ext cx="1063248" cy="30516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AAB9C2C-D5A6-E3E9-74B6-E929F9A6E344}"/>
              </a:ext>
            </a:extLst>
          </p:cNvPr>
          <p:cNvGrpSpPr/>
          <p:nvPr/>
        </p:nvGrpSpPr>
        <p:grpSpPr>
          <a:xfrm>
            <a:off x="3970301" y="1147388"/>
            <a:ext cx="1972445" cy="2925296"/>
            <a:chOff x="165034" y="897224"/>
            <a:chExt cx="1972445" cy="2925296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8E7AA76-9919-04BD-6366-A93402E5F187}"/>
                </a:ext>
              </a:extLst>
            </p:cNvPr>
            <p:cNvSpPr txBox="1"/>
            <p:nvPr/>
          </p:nvSpPr>
          <p:spPr>
            <a:xfrm>
              <a:off x="182286" y="897224"/>
              <a:ext cx="1063248" cy="21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64302F"/>
                  </a:solidFill>
                  <a:latin typeface="Aparajita" panose="020B0502040204020203" pitchFamily="18" charset="0"/>
                  <a:cs typeface="Aparajita" panose="020B0502040204020203" pitchFamily="18" charset="0"/>
                </a:rPr>
                <a:t>ALS ITA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645F08A-B599-65A6-5988-E6EBE268A75D}"/>
                </a:ext>
              </a:extLst>
            </p:cNvPr>
            <p:cNvSpPr/>
            <p:nvPr/>
          </p:nvSpPr>
          <p:spPr>
            <a:xfrm>
              <a:off x="165034" y="3298694"/>
              <a:ext cx="1060704" cy="3309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4256BC3-A5AC-4CA3-4707-6305DD29B4DF}"/>
                </a:ext>
              </a:extLst>
            </p:cNvPr>
            <p:cNvSpPr txBox="1"/>
            <p:nvPr/>
          </p:nvSpPr>
          <p:spPr>
            <a:xfrm>
              <a:off x="214976" y="3313375"/>
              <a:ext cx="237744" cy="21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16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9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81821A5-ABE0-10F2-3CB1-6C7517390BD4}"/>
                </a:ext>
              </a:extLst>
            </p:cNvPr>
            <p:cNvSpPr txBox="1"/>
            <p:nvPr/>
          </p:nvSpPr>
          <p:spPr>
            <a:xfrm>
              <a:off x="485777" y="3243770"/>
              <a:ext cx="1651702" cy="57875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12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Journal</a:t>
              </a:r>
            </a:p>
            <a:p>
              <a:pPr algn="l"/>
              <a:r>
                <a:rPr lang="en-US" sz="12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Differences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6DD320C-A766-FCFA-285B-C9AE4812CE67}"/>
                </a:ext>
              </a:extLst>
            </p:cNvPr>
            <p:cNvGrpSpPr/>
            <p:nvPr/>
          </p:nvGrpSpPr>
          <p:grpSpPr>
            <a:xfrm>
              <a:off x="171573" y="1239312"/>
              <a:ext cx="1042416" cy="603976"/>
              <a:chOff x="171573" y="1334198"/>
              <a:chExt cx="1042416" cy="603976"/>
            </a:xfrm>
          </p:grpSpPr>
          <p:pic>
            <p:nvPicPr>
              <p:cNvPr id="82" name="Picture 81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9CFBE5B0-8422-C698-A108-7D970D2D35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1573" y="1334198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F189094A-D2B8-8FC3-DCAB-93F9FACA724A}"/>
                  </a:ext>
                </a:extLst>
              </p:cNvPr>
              <p:cNvSpPr/>
              <p:nvPr/>
            </p:nvSpPr>
            <p:spPr>
              <a:xfrm>
                <a:off x="171573" y="1344168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End of month</a:t>
                </a: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2DA2B896-C7B6-FB4F-5DCC-C66C7BB12418}"/>
                </a:ext>
              </a:extLst>
            </p:cNvPr>
            <p:cNvGrpSpPr/>
            <p:nvPr/>
          </p:nvGrpSpPr>
          <p:grpSpPr>
            <a:xfrm>
              <a:off x="171573" y="1936780"/>
              <a:ext cx="1042416" cy="603976"/>
              <a:chOff x="171573" y="2014414"/>
              <a:chExt cx="1042416" cy="603976"/>
            </a:xfrm>
          </p:grpSpPr>
          <p:pic>
            <p:nvPicPr>
              <p:cNvPr id="80" name="Picture 79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D8ECD807-29B5-F4DC-C206-1664680DCB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1573" y="2014414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E1358372-088F-8862-4AD2-ABA146DC413B}"/>
                  </a:ext>
                </a:extLst>
              </p:cNvPr>
              <p:cNvSpPr/>
              <p:nvPr/>
            </p:nvSpPr>
            <p:spPr>
              <a:xfrm>
                <a:off x="171573" y="2024384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GL-interface</a:t>
                </a: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2CDA499-3DDB-BB25-6D4D-43A1A6AF1635}"/>
                </a:ext>
              </a:extLst>
            </p:cNvPr>
            <p:cNvGrpSpPr/>
            <p:nvPr/>
          </p:nvGrpSpPr>
          <p:grpSpPr>
            <a:xfrm>
              <a:off x="171573" y="2634650"/>
              <a:ext cx="1042416" cy="603976"/>
              <a:chOff x="171573" y="2669154"/>
              <a:chExt cx="1042416" cy="603976"/>
            </a:xfrm>
          </p:grpSpPr>
          <p:pic>
            <p:nvPicPr>
              <p:cNvPr id="78" name="Picture 77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4CB2DEE1-ADAB-B380-3328-823B340878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1573" y="2669154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6E002CA9-F017-3301-32A2-CEE0BBC86019}"/>
                  </a:ext>
                </a:extLst>
              </p:cNvPr>
              <p:cNvSpPr/>
              <p:nvPr/>
            </p:nvSpPr>
            <p:spPr>
              <a:xfrm>
                <a:off x="171573" y="2670498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Open period</a:t>
                </a:r>
              </a:p>
            </p:txBody>
          </p:sp>
        </p:grp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DD80BD2B-A69D-7D8B-52B9-37E568E8D565}"/>
              </a:ext>
            </a:extLst>
          </p:cNvPr>
          <p:cNvSpPr txBox="1"/>
          <p:nvPr/>
        </p:nvSpPr>
        <p:spPr>
          <a:xfrm>
            <a:off x="4121525" y="1709026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202409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830CED0-8D53-0546-2027-3598E61FA650}"/>
              </a:ext>
            </a:extLst>
          </p:cNvPr>
          <p:cNvSpPr txBox="1"/>
          <p:nvPr/>
        </p:nvSpPr>
        <p:spPr>
          <a:xfrm>
            <a:off x="4121525" y="3102449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202410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A542584-232B-212C-C83A-EE1566F4E663}"/>
              </a:ext>
            </a:extLst>
          </p:cNvPr>
          <p:cNvSpPr txBox="1"/>
          <p:nvPr/>
        </p:nvSpPr>
        <p:spPr>
          <a:xfrm>
            <a:off x="3987553" y="2399740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2024-09-30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6C93FF2A-928C-F05F-3358-A4689E4EBBDA}"/>
              </a:ext>
            </a:extLst>
          </p:cNvPr>
          <p:cNvSpPr/>
          <p:nvPr/>
        </p:nvSpPr>
        <p:spPr>
          <a:xfrm>
            <a:off x="5888104" y="1092718"/>
            <a:ext cx="1063248" cy="30516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sp>
        <p:nvSpPr>
          <p:cNvPr id="90" name="TextBox 89">
            <a:hlinkClick r:id="rId10" action="ppaction://hlinksldjump"/>
            <a:extLst>
              <a:ext uri="{FF2B5EF4-FFF2-40B4-BE49-F238E27FC236}">
                <a16:creationId xmlns:a16="http://schemas.microsoft.com/office/drawing/2014/main" id="{66FE7FDF-8350-87F9-5DC4-0E6E4C66AE29}"/>
              </a:ext>
            </a:extLst>
          </p:cNvPr>
          <p:cNvSpPr txBox="1"/>
          <p:nvPr/>
        </p:nvSpPr>
        <p:spPr>
          <a:xfrm>
            <a:off x="5912261" y="1147388"/>
            <a:ext cx="1063248" cy="2110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b="1" dirty="0">
                <a:solidFill>
                  <a:srgbClr val="64302F"/>
                </a:solidFill>
                <a:latin typeface="Aparajita" panose="020B0502040204020203" pitchFamily="18" charset="0"/>
                <a:cs typeface="Aparajita" panose="020B0502040204020203" pitchFamily="18" charset="0"/>
              </a:rPr>
              <a:t>ALS NLD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FD7F757-896E-7EF0-76A6-8BFFC2E50E77}"/>
              </a:ext>
            </a:extLst>
          </p:cNvPr>
          <p:cNvSpPr/>
          <p:nvPr/>
        </p:nvSpPr>
        <p:spPr>
          <a:xfrm>
            <a:off x="5895009" y="3548858"/>
            <a:ext cx="1051560" cy="33098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7457477-EC88-ECC7-2FA9-D7E0F1AFBF96}"/>
              </a:ext>
            </a:extLst>
          </p:cNvPr>
          <p:cNvSpPr txBox="1"/>
          <p:nvPr/>
        </p:nvSpPr>
        <p:spPr>
          <a:xfrm>
            <a:off x="5944951" y="3563539"/>
            <a:ext cx="237744" cy="2110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9</a:t>
            </a:r>
          </a:p>
        </p:txBody>
      </p:sp>
      <p:sp>
        <p:nvSpPr>
          <p:cNvPr id="95" name="TextBox 94">
            <a:hlinkClick r:id="rId6" action="ppaction://hlinksldjump"/>
            <a:extLst>
              <a:ext uri="{FF2B5EF4-FFF2-40B4-BE49-F238E27FC236}">
                <a16:creationId xmlns:a16="http://schemas.microsoft.com/office/drawing/2014/main" id="{0A740637-5F31-E462-51C2-85C2EDC464CB}"/>
              </a:ext>
            </a:extLst>
          </p:cNvPr>
          <p:cNvSpPr txBox="1"/>
          <p:nvPr/>
        </p:nvSpPr>
        <p:spPr>
          <a:xfrm>
            <a:off x="6215752" y="3493934"/>
            <a:ext cx="832716" cy="3859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200" b="1" dirty="0">
                <a:latin typeface="Aparajita" panose="020B0502040204020203" pitchFamily="18" charset="0"/>
                <a:cs typeface="Aparajita" panose="020B0502040204020203" pitchFamily="18" charset="0"/>
              </a:rPr>
              <a:t>Journal</a:t>
            </a:r>
          </a:p>
          <a:p>
            <a:pPr algn="l"/>
            <a:r>
              <a:rPr lang="en-US" sz="1200" b="1" dirty="0">
                <a:latin typeface="Aparajita" panose="020B0502040204020203" pitchFamily="18" charset="0"/>
                <a:cs typeface="Aparajita" panose="020B0502040204020203" pitchFamily="18" charset="0"/>
              </a:rPr>
              <a:t>Differences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C12BC89-3941-54CA-6F26-CAD3E351F6A5}"/>
              </a:ext>
            </a:extLst>
          </p:cNvPr>
          <p:cNvGrpSpPr/>
          <p:nvPr/>
        </p:nvGrpSpPr>
        <p:grpSpPr>
          <a:xfrm>
            <a:off x="5901548" y="1489476"/>
            <a:ext cx="1042416" cy="603976"/>
            <a:chOff x="171573" y="1334198"/>
            <a:chExt cx="1042416" cy="603976"/>
          </a:xfrm>
        </p:grpSpPr>
        <p:pic>
          <p:nvPicPr>
            <p:cNvPr id="103" name="Picture 102" descr="A white rectangular object with black lines&#10;&#10;Description automatically generated">
              <a:extLst>
                <a:ext uri="{FF2B5EF4-FFF2-40B4-BE49-F238E27FC236}">
                  <a16:creationId xmlns:a16="http://schemas.microsoft.com/office/drawing/2014/main" id="{7FA57C9B-A500-DABB-6701-8CDE93168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71573" y="1334198"/>
              <a:ext cx="1042416" cy="603976"/>
            </a:xfrm>
            <a:prstGeom prst="rect">
              <a:avLst/>
            </a:prstGeom>
          </p:spPr>
        </p:pic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AE9C27A-B481-E6B3-35EB-B13BD50F6704}"/>
                </a:ext>
              </a:extLst>
            </p:cNvPr>
            <p:cNvSpPr/>
            <p:nvPr/>
          </p:nvSpPr>
          <p:spPr>
            <a:xfrm>
              <a:off x="171573" y="1344168"/>
              <a:ext cx="1042416" cy="174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bg1">
                      <a:lumMod val="95000"/>
                    </a:schemeClr>
                  </a:solidFill>
                  <a:latin typeface="Aparajita" panose="020B0502040204020203" pitchFamily="18" charset="0"/>
                  <a:cs typeface="Aparajita" panose="020B0502040204020203" pitchFamily="18" charset="0"/>
                </a:rPr>
                <a:t>End of month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4F9569D8-182E-0F90-4418-028B2E56D3AA}"/>
              </a:ext>
            </a:extLst>
          </p:cNvPr>
          <p:cNvGrpSpPr/>
          <p:nvPr/>
        </p:nvGrpSpPr>
        <p:grpSpPr>
          <a:xfrm>
            <a:off x="5901548" y="2186944"/>
            <a:ext cx="1042416" cy="603976"/>
            <a:chOff x="171573" y="2014414"/>
            <a:chExt cx="1042416" cy="603976"/>
          </a:xfrm>
        </p:grpSpPr>
        <p:pic>
          <p:nvPicPr>
            <p:cNvPr id="101" name="Picture 100" descr="A white rectangular object with black lines&#10;&#10;Description automatically generated">
              <a:extLst>
                <a:ext uri="{FF2B5EF4-FFF2-40B4-BE49-F238E27FC236}">
                  <a16:creationId xmlns:a16="http://schemas.microsoft.com/office/drawing/2014/main" id="{7B51E5AB-F934-032C-C72E-EE1B9E1A3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71573" y="2014414"/>
              <a:ext cx="1042416" cy="603976"/>
            </a:xfrm>
            <a:prstGeom prst="rect">
              <a:avLst/>
            </a:prstGeom>
          </p:spPr>
        </p:pic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731C90B-80AE-0691-EC48-D469E6BA8B69}"/>
                </a:ext>
              </a:extLst>
            </p:cNvPr>
            <p:cNvSpPr/>
            <p:nvPr/>
          </p:nvSpPr>
          <p:spPr>
            <a:xfrm>
              <a:off x="171573" y="2024384"/>
              <a:ext cx="1042416" cy="174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bg1">
                      <a:lumMod val="95000"/>
                    </a:schemeClr>
                  </a:solidFill>
                  <a:latin typeface="Aparajita" panose="020B0502040204020203" pitchFamily="18" charset="0"/>
                  <a:cs typeface="Aparajita" panose="020B0502040204020203" pitchFamily="18" charset="0"/>
                </a:rPr>
                <a:t>GL-interface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21E5793-657F-A0C2-8F59-AF15BC46C3A3}"/>
              </a:ext>
            </a:extLst>
          </p:cNvPr>
          <p:cNvGrpSpPr/>
          <p:nvPr/>
        </p:nvGrpSpPr>
        <p:grpSpPr>
          <a:xfrm>
            <a:off x="5901548" y="2884814"/>
            <a:ext cx="1042416" cy="603976"/>
            <a:chOff x="171573" y="2669154"/>
            <a:chExt cx="1042416" cy="603976"/>
          </a:xfrm>
        </p:grpSpPr>
        <p:pic>
          <p:nvPicPr>
            <p:cNvPr id="99" name="Picture 98" descr="A white rectangular object with black lines&#10;&#10;Description automatically generated">
              <a:extLst>
                <a:ext uri="{FF2B5EF4-FFF2-40B4-BE49-F238E27FC236}">
                  <a16:creationId xmlns:a16="http://schemas.microsoft.com/office/drawing/2014/main" id="{FE3AA845-23F6-77F9-065E-C2DBEB291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71573" y="2669154"/>
              <a:ext cx="1042416" cy="603976"/>
            </a:xfrm>
            <a:prstGeom prst="rect">
              <a:avLst/>
            </a:prstGeom>
          </p:spPr>
        </p:pic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A474E80-8679-47D3-C275-F18BF624D161}"/>
                </a:ext>
              </a:extLst>
            </p:cNvPr>
            <p:cNvSpPr/>
            <p:nvPr/>
          </p:nvSpPr>
          <p:spPr>
            <a:xfrm>
              <a:off x="171573" y="2670498"/>
              <a:ext cx="1042416" cy="174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bg1">
                      <a:lumMod val="95000"/>
                    </a:schemeClr>
                  </a:solidFill>
                  <a:latin typeface="Aparajita" panose="020B0502040204020203" pitchFamily="18" charset="0"/>
                  <a:cs typeface="Aparajita" panose="020B0502040204020203" pitchFamily="18" charset="0"/>
                </a:rPr>
                <a:t>Open period</a:t>
              </a:r>
            </a:p>
          </p:txBody>
        </p:sp>
      </p:grpSp>
      <p:sp>
        <p:nvSpPr>
          <p:cNvPr id="105" name="TextBox 104">
            <a:hlinkClick r:id="rId11" action="ppaction://hlinksldjump"/>
            <a:extLst>
              <a:ext uri="{FF2B5EF4-FFF2-40B4-BE49-F238E27FC236}">
                <a16:creationId xmlns:a16="http://schemas.microsoft.com/office/drawing/2014/main" id="{59953198-9BE8-7D5D-5A82-4CDCCDF4C9C9}"/>
              </a:ext>
            </a:extLst>
          </p:cNvPr>
          <p:cNvSpPr txBox="1"/>
          <p:nvPr/>
        </p:nvSpPr>
        <p:spPr>
          <a:xfrm>
            <a:off x="6046233" y="1709026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202409</a:t>
            </a:r>
          </a:p>
        </p:txBody>
      </p:sp>
      <p:sp>
        <p:nvSpPr>
          <p:cNvPr id="106" name="TextBox 105">
            <a:hlinkClick r:id="rId12" action="ppaction://hlinksldjump"/>
            <a:extLst>
              <a:ext uri="{FF2B5EF4-FFF2-40B4-BE49-F238E27FC236}">
                <a16:creationId xmlns:a16="http://schemas.microsoft.com/office/drawing/2014/main" id="{B3F41752-9EAC-5F48-DE4F-AAE568F4A759}"/>
              </a:ext>
            </a:extLst>
          </p:cNvPr>
          <p:cNvSpPr txBox="1"/>
          <p:nvPr/>
        </p:nvSpPr>
        <p:spPr>
          <a:xfrm>
            <a:off x="6046233" y="3102449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202410</a:t>
            </a:r>
          </a:p>
        </p:txBody>
      </p:sp>
      <p:sp>
        <p:nvSpPr>
          <p:cNvPr id="107" name="TextBox 106">
            <a:hlinkClick r:id="rId13" action="ppaction://hlinksldjump"/>
            <a:extLst>
              <a:ext uri="{FF2B5EF4-FFF2-40B4-BE49-F238E27FC236}">
                <a16:creationId xmlns:a16="http://schemas.microsoft.com/office/drawing/2014/main" id="{E66E79F0-5CF6-7C04-E645-40E85F772D93}"/>
              </a:ext>
            </a:extLst>
          </p:cNvPr>
          <p:cNvSpPr txBox="1"/>
          <p:nvPr/>
        </p:nvSpPr>
        <p:spPr>
          <a:xfrm>
            <a:off x="5912261" y="2399740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2024-09-30</a:t>
            </a:r>
          </a:p>
        </p:txBody>
      </p:sp>
      <p:pic>
        <p:nvPicPr>
          <p:cNvPr id="18" name="Picture 17" descr="A screenshot of a computer&#10;&#10;Description automatically generated">
            <a:extLst>
              <a:ext uri="{FF2B5EF4-FFF2-40B4-BE49-F238E27FC236}">
                <a16:creationId xmlns:a16="http://schemas.microsoft.com/office/drawing/2014/main" id="{E16E365B-50C2-2DF8-BDF7-4B0A4E9A179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19" y="19593"/>
            <a:ext cx="1363816" cy="2887110"/>
          </a:xfrm>
          <a:prstGeom prst="rect">
            <a:avLst/>
          </a:prstGeom>
        </p:spPr>
      </p:pic>
      <p:pic>
        <p:nvPicPr>
          <p:cNvPr id="92" name="Picture 91">
            <a:hlinkClick r:id="rId15" action="ppaction://hlinksldjump"/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sp>
        <p:nvSpPr>
          <p:cNvPr id="16" name="TextBox 15">
            <a:hlinkClick r:id="rId5" action="ppaction://hlinksldjump"/>
            <a:extLst>
              <a:ext uri="{FF2B5EF4-FFF2-40B4-BE49-F238E27FC236}">
                <a16:creationId xmlns:a16="http://schemas.microsoft.com/office/drawing/2014/main" id="{A386A35A-E40B-BF7A-B974-4A3FA50CD2EC}"/>
              </a:ext>
            </a:extLst>
          </p:cNvPr>
          <p:cNvSpPr txBox="1"/>
          <p:nvPr/>
        </p:nvSpPr>
        <p:spPr>
          <a:xfrm>
            <a:off x="361740" y="1975739"/>
            <a:ext cx="962041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dirty="0">
                <a:latin typeface="Tietoevry Sans 1" pitchFamily="50" charset="0"/>
              </a:rPr>
              <a:t>Settings</a:t>
            </a:r>
          </a:p>
        </p:txBody>
      </p:sp>
      <p:sp>
        <p:nvSpPr>
          <p:cNvPr id="12" name="TextBox 11">
            <a:hlinkClick r:id="rId7" action="ppaction://hlinksldjump"/>
            <a:extLst>
              <a:ext uri="{FF2B5EF4-FFF2-40B4-BE49-F238E27FC236}">
                <a16:creationId xmlns:a16="http://schemas.microsoft.com/office/drawing/2014/main" id="{F8F49086-89E3-6593-344F-6C8C25E14B7B}"/>
              </a:ext>
            </a:extLst>
          </p:cNvPr>
          <p:cNvSpPr txBox="1"/>
          <p:nvPr/>
        </p:nvSpPr>
        <p:spPr>
          <a:xfrm>
            <a:off x="356925" y="1278897"/>
            <a:ext cx="962041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dirty="0">
                <a:latin typeface="Tietoevry Sans 1" pitchFamily="50" charset="0"/>
              </a:rPr>
              <a:t>Legal entity</a:t>
            </a:r>
          </a:p>
        </p:txBody>
      </p:sp>
      <p:sp>
        <p:nvSpPr>
          <p:cNvPr id="13" name="TextBox 12">
            <a:hlinkClick r:id="rId17" action="ppaction://hlinksldjump"/>
            <a:extLst>
              <a:ext uri="{FF2B5EF4-FFF2-40B4-BE49-F238E27FC236}">
                <a16:creationId xmlns:a16="http://schemas.microsoft.com/office/drawing/2014/main" id="{175713FB-70CC-51F0-C1AC-2FF45EDAAD2A}"/>
              </a:ext>
            </a:extLst>
          </p:cNvPr>
          <p:cNvSpPr txBox="1"/>
          <p:nvPr/>
        </p:nvSpPr>
        <p:spPr>
          <a:xfrm>
            <a:off x="349537" y="1513018"/>
            <a:ext cx="962041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dirty="0">
                <a:latin typeface="Tietoevry Sans 1" pitchFamily="50" charset="0"/>
              </a:rPr>
              <a:t>Journals</a:t>
            </a:r>
          </a:p>
        </p:txBody>
      </p:sp>
      <p:sp>
        <p:nvSpPr>
          <p:cNvPr id="15" name="TextBox 14">
            <a:hlinkClick r:id="rId8" action="ppaction://hlinksldjump"/>
            <a:extLst>
              <a:ext uri="{FF2B5EF4-FFF2-40B4-BE49-F238E27FC236}">
                <a16:creationId xmlns:a16="http://schemas.microsoft.com/office/drawing/2014/main" id="{6926CAE5-C23E-CC9D-B2CA-C808C7E9D9C0}"/>
              </a:ext>
            </a:extLst>
          </p:cNvPr>
          <p:cNvSpPr txBox="1"/>
          <p:nvPr/>
        </p:nvSpPr>
        <p:spPr>
          <a:xfrm>
            <a:off x="356811" y="1761303"/>
            <a:ext cx="962041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dirty="0">
                <a:latin typeface="Tietoevry Sans 1" pitchFamily="50" charset="0"/>
              </a:rPr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2864694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E18A2CD-DBCB-6360-AC80-737C1CBCB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038"/>
            <a:ext cx="9144000" cy="515394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5133587" y="3155513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2" name="TextBox 1">
            <a:hlinkClick r:id="rId5" action="ppaction://hlinksldjump"/>
            <a:extLst>
              <a:ext uri="{FF2B5EF4-FFF2-40B4-BE49-F238E27FC236}">
                <a16:creationId xmlns:a16="http://schemas.microsoft.com/office/drawing/2014/main" id="{9ED1CD39-F6BA-20C1-C698-3AA7EEFACC18}"/>
              </a:ext>
            </a:extLst>
          </p:cNvPr>
          <p:cNvSpPr txBox="1"/>
          <p:nvPr/>
        </p:nvSpPr>
        <p:spPr>
          <a:xfrm>
            <a:off x="5606576" y="82765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sp>
        <p:nvSpPr>
          <p:cNvPr id="6" name="TextBox 5">
            <a:hlinkClick r:id="rId6" action="ppaction://hlinksldjump"/>
            <a:extLst>
              <a:ext uri="{FF2B5EF4-FFF2-40B4-BE49-F238E27FC236}">
                <a16:creationId xmlns:a16="http://schemas.microsoft.com/office/drawing/2014/main" id="{80B41A34-C721-2031-A884-2DA254797E50}"/>
              </a:ext>
            </a:extLst>
          </p:cNvPr>
          <p:cNvSpPr txBox="1"/>
          <p:nvPr/>
        </p:nvSpPr>
        <p:spPr>
          <a:xfrm>
            <a:off x="3581870" y="78027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sp>
        <p:nvSpPr>
          <p:cNvPr id="7" name="TextBox 6">
            <a:hlinkClick r:id="rId7" action="ppaction://hlinksldjump"/>
            <a:extLst>
              <a:ext uri="{FF2B5EF4-FFF2-40B4-BE49-F238E27FC236}">
                <a16:creationId xmlns:a16="http://schemas.microsoft.com/office/drawing/2014/main" id="{FD97D3B1-2779-9428-0BB6-CE69D24FE87D}"/>
              </a:ext>
            </a:extLst>
          </p:cNvPr>
          <p:cNvSpPr txBox="1"/>
          <p:nvPr/>
        </p:nvSpPr>
        <p:spPr>
          <a:xfrm>
            <a:off x="2405549" y="79853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8" name="TextBox 7">
            <a:hlinkClick r:id="rId8" action="ppaction://hlinksldjump"/>
            <a:extLst>
              <a:ext uri="{FF2B5EF4-FFF2-40B4-BE49-F238E27FC236}">
                <a16:creationId xmlns:a16="http://schemas.microsoft.com/office/drawing/2014/main" id="{57830E34-0B31-709D-5ADE-9EDC009EA068}"/>
              </a:ext>
            </a:extLst>
          </p:cNvPr>
          <p:cNvSpPr txBox="1"/>
          <p:nvPr/>
        </p:nvSpPr>
        <p:spPr>
          <a:xfrm>
            <a:off x="4614455" y="76432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C07764B-8BC4-0260-CC71-4B9B96BABFB0}"/>
              </a:ext>
            </a:extLst>
          </p:cNvPr>
          <p:cNvSpPr/>
          <p:nvPr/>
        </p:nvSpPr>
        <p:spPr>
          <a:xfrm>
            <a:off x="2038685" y="1092718"/>
            <a:ext cx="1063248" cy="30516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96B004-094F-FC41-34D2-0AADCE9CC1D9}"/>
              </a:ext>
            </a:extLst>
          </p:cNvPr>
          <p:cNvSpPr txBox="1"/>
          <p:nvPr/>
        </p:nvSpPr>
        <p:spPr>
          <a:xfrm>
            <a:off x="5141349" y="2361660"/>
            <a:ext cx="91440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C59A3F6-0A93-1132-D05E-6390C93022FF}"/>
              </a:ext>
            </a:extLst>
          </p:cNvPr>
          <p:cNvGrpSpPr/>
          <p:nvPr/>
        </p:nvGrpSpPr>
        <p:grpSpPr>
          <a:xfrm>
            <a:off x="2045590" y="1147388"/>
            <a:ext cx="1972445" cy="2925296"/>
            <a:chOff x="165034" y="897224"/>
            <a:chExt cx="1972445" cy="292529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DDC26C6-1A54-F98B-E6ED-6BF87D8533A4}"/>
                </a:ext>
              </a:extLst>
            </p:cNvPr>
            <p:cNvSpPr txBox="1"/>
            <p:nvPr/>
          </p:nvSpPr>
          <p:spPr>
            <a:xfrm>
              <a:off x="182286" y="897224"/>
              <a:ext cx="1063248" cy="21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64302F"/>
                  </a:solidFill>
                  <a:latin typeface="Aparajita" panose="020B0502040204020203" pitchFamily="18" charset="0"/>
                  <a:cs typeface="Aparajita" panose="020B0502040204020203" pitchFamily="18" charset="0"/>
                </a:rPr>
                <a:t>ALS SFB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CB1524F-D6E3-514F-8CD3-42FFD5D5A53B}"/>
                </a:ext>
              </a:extLst>
            </p:cNvPr>
            <p:cNvSpPr/>
            <p:nvPr/>
          </p:nvSpPr>
          <p:spPr>
            <a:xfrm>
              <a:off x="165034" y="3298694"/>
              <a:ext cx="1060704" cy="3309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245D860-74A8-6AFF-54E2-9129AABB0BE2}"/>
                </a:ext>
              </a:extLst>
            </p:cNvPr>
            <p:cNvSpPr txBox="1"/>
            <p:nvPr/>
          </p:nvSpPr>
          <p:spPr>
            <a:xfrm>
              <a:off x="214976" y="3313375"/>
              <a:ext cx="237744" cy="21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16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639057C-BEB2-DCCB-0BA3-E416835EFB2B}"/>
                </a:ext>
              </a:extLst>
            </p:cNvPr>
            <p:cNvSpPr txBox="1"/>
            <p:nvPr/>
          </p:nvSpPr>
          <p:spPr>
            <a:xfrm>
              <a:off x="485777" y="3243770"/>
              <a:ext cx="1651702" cy="57875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12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Journal</a:t>
              </a:r>
            </a:p>
            <a:p>
              <a:pPr algn="l"/>
              <a:r>
                <a:rPr lang="en-US" sz="12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Differences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616A270-9A02-7A36-548D-195635DF2158}"/>
                </a:ext>
              </a:extLst>
            </p:cNvPr>
            <p:cNvGrpSpPr/>
            <p:nvPr/>
          </p:nvGrpSpPr>
          <p:grpSpPr>
            <a:xfrm>
              <a:off x="171573" y="1239312"/>
              <a:ext cx="1042416" cy="603976"/>
              <a:chOff x="171573" y="1334198"/>
              <a:chExt cx="1042416" cy="603976"/>
            </a:xfrm>
          </p:grpSpPr>
          <p:pic>
            <p:nvPicPr>
              <p:cNvPr id="31" name="Picture 30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A21493D8-D8FB-C5A0-2147-23BE89F7DB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1573" y="1334198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1CF1276-E189-CDBC-3915-75F18F7AAD83}"/>
                  </a:ext>
                </a:extLst>
              </p:cNvPr>
              <p:cNvSpPr/>
              <p:nvPr/>
            </p:nvSpPr>
            <p:spPr>
              <a:xfrm>
                <a:off x="171573" y="1344168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End of month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D85E5E4-F0CD-F167-8F15-0E5434DEF101}"/>
                </a:ext>
              </a:extLst>
            </p:cNvPr>
            <p:cNvGrpSpPr/>
            <p:nvPr/>
          </p:nvGrpSpPr>
          <p:grpSpPr>
            <a:xfrm>
              <a:off x="171573" y="1936780"/>
              <a:ext cx="1042416" cy="603976"/>
              <a:chOff x="171573" y="2014414"/>
              <a:chExt cx="1042416" cy="603976"/>
            </a:xfrm>
          </p:grpSpPr>
          <p:pic>
            <p:nvPicPr>
              <p:cNvPr id="35" name="Picture 34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79A37F99-7F15-5BD5-FDA0-AB31205186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1573" y="2014414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6E4844F-687C-AC7F-87E9-7459E7490426}"/>
                  </a:ext>
                </a:extLst>
              </p:cNvPr>
              <p:cNvSpPr/>
              <p:nvPr/>
            </p:nvSpPr>
            <p:spPr>
              <a:xfrm>
                <a:off x="171573" y="2024384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GL-interface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18AF891-00A7-0663-E505-65B7EC724CF0}"/>
                </a:ext>
              </a:extLst>
            </p:cNvPr>
            <p:cNvGrpSpPr/>
            <p:nvPr/>
          </p:nvGrpSpPr>
          <p:grpSpPr>
            <a:xfrm>
              <a:off x="171573" y="2634650"/>
              <a:ext cx="1042416" cy="603976"/>
              <a:chOff x="171573" y="2669154"/>
              <a:chExt cx="1042416" cy="603976"/>
            </a:xfrm>
          </p:grpSpPr>
          <p:pic>
            <p:nvPicPr>
              <p:cNvPr id="37" name="Picture 36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43A4B795-9C84-35AD-BFDF-8FAED960F1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1573" y="2669154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3A4DC4C-147F-844B-FBB5-7029E0C248BA}"/>
                  </a:ext>
                </a:extLst>
              </p:cNvPr>
              <p:cNvSpPr/>
              <p:nvPr/>
            </p:nvSpPr>
            <p:spPr>
              <a:xfrm>
                <a:off x="171573" y="2670498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Open period</a:t>
                </a:r>
              </a:p>
            </p:txBody>
          </p:sp>
        </p:grp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2CFA27A-6D63-4EE1-C9F1-C7C5E396A924}"/>
              </a:ext>
            </a:extLst>
          </p:cNvPr>
          <p:cNvSpPr txBox="1"/>
          <p:nvPr/>
        </p:nvSpPr>
        <p:spPr>
          <a:xfrm>
            <a:off x="2196814" y="1709026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202409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146EDF-792F-ADE1-4C96-B9D65917CD93}"/>
              </a:ext>
            </a:extLst>
          </p:cNvPr>
          <p:cNvSpPr txBox="1"/>
          <p:nvPr/>
        </p:nvSpPr>
        <p:spPr>
          <a:xfrm>
            <a:off x="2196814" y="3102449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F75172-FE97-EEEE-3CF8-1EB90AE2D66F}"/>
              </a:ext>
            </a:extLst>
          </p:cNvPr>
          <p:cNvSpPr txBox="1"/>
          <p:nvPr/>
        </p:nvSpPr>
        <p:spPr>
          <a:xfrm>
            <a:off x="2062842" y="2399740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2024-09-30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B37A685-975D-B452-CAC8-1D678D083834}"/>
              </a:ext>
            </a:extLst>
          </p:cNvPr>
          <p:cNvSpPr/>
          <p:nvPr/>
        </p:nvSpPr>
        <p:spPr>
          <a:xfrm>
            <a:off x="3963396" y="1092718"/>
            <a:ext cx="1063248" cy="30516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AAB9C2C-D5A6-E3E9-74B6-E929F9A6E344}"/>
              </a:ext>
            </a:extLst>
          </p:cNvPr>
          <p:cNvGrpSpPr/>
          <p:nvPr/>
        </p:nvGrpSpPr>
        <p:grpSpPr>
          <a:xfrm>
            <a:off x="3970301" y="1147388"/>
            <a:ext cx="1972445" cy="2925296"/>
            <a:chOff x="165034" y="897224"/>
            <a:chExt cx="1972445" cy="2925296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8E7AA76-9919-04BD-6366-A93402E5F187}"/>
                </a:ext>
              </a:extLst>
            </p:cNvPr>
            <p:cNvSpPr txBox="1"/>
            <p:nvPr/>
          </p:nvSpPr>
          <p:spPr>
            <a:xfrm>
              <a:off x="182286" y="897224"/>
              <a:ext cx="1063248" cy="21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64302F"/>
                  </a:solidFill>
                  <a:latin typeface="Aparajita" panose="020B0502040204020203" pitchFamily="18" charset="0"/>
                  <a:cs typeface="Aparajita" panose="020B0502040204020203" pitchFamily="18" charset="0"/>
                </a:rPr>
                <a:t>ALS ITA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645F08A-B599-65A6-5988-E6EBE268A75D}"/>
                </a:ext>
              </a:extLst>
            </p:cNvPr>
            <p:cNvSpPr/>
            <p:nvPr/>
          </p:nvSpPr>
          <p:spPr>
            <a:xfrm>
              <a:off x="165034" y="3298694"/>
              <a:ext cx="1060704" cy="3309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4256BC3-A5AC-4CA3-4707-6305DD29B4DF}"/>
                </a:ext>
              </a:extLst>
            </p:cNvPr>
            <p:cNvSpPr txBox="1"/>
            <p:nvPr/>
          </p:nvSpPr>
          <p:spPr>
            <a:xfrm>
              <a:off x="214976" y="3313375"/>
              <a:ext cx="237744" cy="21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16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9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81821A5-ABE0-10F2-3CB1-6C7517390BD4}"/>
                </a:ext>
              </a:extLst>
            </p:cNvPr>
            <p:cNvSpPr txBox="1"/>
            <p:nvPr/>
          </p:nvSpPr>
          <p:spPr>
            <a:xfrm>
              <a:off x="485777" y="3243770"/>
              <a:ext cx="1651702" cy="57875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12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Journal</a:t>
              </a:r>
            </a:p>
            <a:p>
              <a:pPr algn="l"/>
              <a:r>
                <a:rPr lang="en-US" sz="1200" b="1" dirty="0">
                  <a:latin typeface="Aparajita" panose="020B0502040204020203" pitchFamily="18" charset="0"/>
                  <a:cs typeface="Aparajita" panose="020B0502040204020203" pitchFamily="18" charset="0"/>
                </a:rPr>
                <a:t>Differences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6DD320C-A766-FCFA-285B-C9AE4812CE67}"/>
                </a:ext>
              </a:extLst>
            </p:cNvPr>
            <p:cNvGrpSpPr/>
            <p:nvPr/>
          </p:nvGrpSpPr>
          <p:grpSpPr>
            <a:xfrm>
              <a:off x="171573" y="1239312"/>
              <a:ext cx="1042416" cy="603976"/>
              <a:chOff x="171573" y="1334198"/>
              <a:chExt cx="1042416" cy="603976"/>
            </a:xfrm>
          </p:grpSpPr>
          <p:pic>
            <p:nvPicPr>
              <p:cNvPr id="82" name="Picture 81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9CFBE5B0-8422-C698-A108-7D970D2D35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1573" y="1334198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F189094A-D2B8-8FC3-DCAB-93F9FACA724A}"/>
                  </a:ext>
                </a:extLst>
              </p:cNvPr>
              <p:cNvSpPr/>
              <p:nvPr/>
            </p:nvSpPr>
            <p:spPr>
              <a:xfrm>
                <a:off x="171573" y="1344168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End of month</a:t>
                </a: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2DA2B896-C7B6-FB4F-5DCC-C66C7BB12418}"/>
                </a:ext>
              </a:extLst>
            </p:cNvPr>
            <p:cNvGrpSpPr/>
            <p:nvPr/>
          </p:nvGrpSpPr>
          <p:grpSpPr>
            <a:xfrm>
              <a:off x="171573" y="1936780"/>
              <a:ext cx="1042416" cy="603976"/>
              <a:chOff x="171573" y="2014414"/>
              <a:chExt cx="1042416" cy="603976"/>
            </a:xfrm>
          </p:grpSpPr>
          <p:pic>
            <p:nvPicPr>
              <p:cNvPr id="80" name="Picture 79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D8ECD807-29B5-F4DC-C206-1664680DCB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1573" y="2014414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E1358372-088F-8862-4AD2-ABA146DC413B}"/>
                  </a:ext>
                </a:extLst>
              </p:cNvPr>
              <p:cNvSpPr/>
              <p:nvPr/>
            </p:nvSpPr>
            <p:spPr>
              <a:xfrm>
                <a:off x="171573" y="2024384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GL-interface</a:t>
                </a: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2CDA499-3DDB-BB25-6D4D-43A1A6AF1635}"/>
                </a:ext>
              </a:extLst>
            </p:cNvPr>
            <p:cNvGrpSpPr/>
            <p:nvPr/>
          </p:nvGrpSpPr>
          <p:grpSpPr>
            <a:xfrm>
              <a:off x="171573" y="2634650"/>
              <a:ext cx="1042416" cy="603976"/>
              <a:chOff x="171573" y="2669154"/>
              <a:chExt cx="1042416" cy="603976"/>
            </a:xfrm>
          </p:grpSpPr>
          <p:pic>
            <p:nvPicPr>
              <p:cNvPr id="78" name="Picture 77" descr="A white rectangular object with black lines&#10;&#10;Description automatically generated">
                <a:extLst>
                  <a:ext uri="{FF2B5EF4-FFF2-40B4-BE49-F238E27FC236}">
                    <a16:creationId xmlns:a16="http://schemas.microsoft.com/office/drawing/2014/main" id="{4CB2DEE1-ADAB-B380-3328-823B340878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1573" y="2669154"/>
                <a:ext cx="1042416" cy="603976"/>
              </a:xfrm>
              <a:prstGeom prst="rect">
                <a:avLst/>
              </a:prstGeom>
            </p:spPr>
          </p:pic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6E002CA9-F017-3301-32A2-CEE0BBC86019}"/>
                  </a:ext>
                </a:extLst>
              </p:cNvPr>
              <p:cNvSpPr/>
              <p:nvPr/>
            </p:nvSpPr>
            <p:spPr>
              <a:xfrm>
                <a:off x="171573" y="2670498"/>
                <a:ext cx="1042416" cy="17488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bg1">
                        <a:lumMod val="95000"/>
                      </a:schemeClr>
                    </a:solidFill>
                    <a:latin typeface="Aparajita" panose="020B0502040204020203" pitchFamily="18" charset="0"/>
                    <a:cs typeface="Aparajita" panose="020B0502040204020203" pitchFamily="18" charset="0"/>
                  </a:rPr>
                  <a:t>Open period</a:t>
                </a:r>
              </a:p>
            </p:txBody>
          </p:sp>
        </p:grp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DD80BD2B-A69D-7D8B-52B9-37E568E8D565}"/>
              </a:ext>
            </a:extLst>
          </p:cNvPr>
          <p:cNvSpPr txBox="1"/>
          <p:nvPr/>
        </p:nvSpPr>
        <p:spPr>
          <a:xfrm>
            <a:off x="4121525" y="1709026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202409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830CED0-8D53-0546-2027-3598E61FA650}"/>
              </a:ext>
            </a:extLst>
          </p:cNvPr>
          <p:cNvSpPr txBox="1"/>
          <p:nvPr/>
        </p:nvSpPr>
        <p:spPr>
          <a:xfrm>
            <a:off x="4121525" y="3102449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202410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A542584-232B-212C-C83A-EE1566F4E663}"/>
              </a:ext>
            </a:extLst>
          </p:cNvPr>
          <p:cNvSpPr txBox="1"/>
          <p:nvPr/>
        </p:nvSpPr>
        <p:spPr>
          <a:xfrm>
            <a:off x="3987553" y="2399740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2024-09-30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6C93FF2A-928C-F05F-3358-A4689E4EBBDA}"/>
              </a:ext>
            </a:extLst>
          </p:cNvPr>
          <p:cNvSpPr/>
          <p:nvPr/>
        </p:nvSpPr>
        <p:spPr>
          <a:xfrm>
            <a:off x="5888104" y="1092718"/>
            <a:ext cx="1063248" cy="30516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sp>
        <p:nvSpPr>
          <p:cNvPr id="90" name="TextBox 89">
            <a:hlinkClick r:id="rId10" action="ppaction://hlinksldjump"/>
            <a:extLst>
              <a:ext uri="{FF2B5EF4-FFF2-40B4-BE49-F238E27FC236}">
                <a16:creationId xmlns:a16="http://schemas.microsoft.com/office/drawing/2014/main" id="{66FE7FDF-8350-87F9-5DC4-0E6E4C66AE29}"/>
              </a:ext>
            </a:extLst>
          </p:cNvPr>
          <p:cNvSpPr txBox="1"/>
          <p:nvPr/>
        </p:nvSpPr>
        <p:spPr>
          <a:xfrm>
            <a:off x="5912261" y="1147388"/>
            <a:ext cx="1063248" cy="2110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600" b="1" dirty="0">
                <a:solidFill>
                  <a:srgbClr val="64302F"/>
                </a:solidFill>
                <a:latin typeface="Aparajita" panose="020B0502040204020203" pitchFamily="18" charset="0"/>
                <a:cs typeface="Aparajita" panose="020B0502040204020203" pitchFamily="18" charset="0"/>
              </a:rPr>
              <a:t>ALS NLD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FD7F757-896E-7EF0-76A6-8BFFC2E50E77}"/>
              </a:ext>
            </a:extLst>
          </p:cNvPr>
          <p:cNvSpPr/>
          <p:nvPr/>
        </p:nvSpPr>
        <p:spPr>
          <a:xfrm>
            <a:off x="5895009" y="3548858"/>
            <a:ext cx="1051560" cy="33098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7457477-EC88-ECC7-2FA9-D7E0F1AFBF96}"/>
              </a:ext>
            </a:extLst>
          </p:cNvPr>
          <p:cNvSpPr txBox="1"/>
          <p:nvPr/>
        </p:nvSpPr>
        <p:spPr>
          <a:xfrm>
            <a:off x="5944951" y="3563539"/>
            <a:ext cx="237744" cy="2110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9</a:t>
            </a:r>
          </a:p>
        </p:txBody>
      </p:sp>
      <p:sp>
        <p:nvSpPr>
          <p:cNvPr id="95" name="TextBox 94">
            <a:hlinkClick r:id="rId6" action="ppaction://hlinksldjump"/>
            <a:extLst>
              <a:ext uri="{FF2B5EF4-FFF2-40B4-BE49-F238E27FC236}">
                <a16:creationId xmlns:a16="http://schemas.microsoft.com/office/drawing/2014/main" id="{0A740637-5F31-E462-51C2-85C2EDC464CB}"/>
              </a:ext>
            </a:extLst>
          </p:cNvPr>
          <p:cNvSpPr txBox="1"/>
          <p:nvPr/>
        </p:nvSpPr>
        <p:spPr>
          <a:xfrm>
            <a:off x="6215752" y="3493934"/>
            <a:ext cx="832716" cy="3859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200" b="1" dirty="0">
                <a:latin typeface="Aparajita" panose="020B0502040204020203" pitchFamily="18" charset="0"/>
                <a:cs typeface="Aparajita" panose="020B0502040204020203" pitchFamily="18" charset="0"/>
              </a:rPr>
              <a:t>Journal</a:t>
            </a:r>
          </a:p>
          <a:p>
            <a:pPr algn="l"/>
            <a:r>
              <a:rPr lang="en-US" sz="1200" b="1" dirty="0">
                <a:latin typeface="Aparajita" panose="020B0502040204020203" pitchFamily="18" charset="0"/>
                <a:cs typeface="Aparajita" panose="020B0502040204020203" pitchFamily="18" charset="0"/>
              </a:rPr>
              <a:t>Differences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C12BC89-3941-54CA-6F26-CAD3E351F6A5}"/>
              </a:ext>
            </a:extLst>
          </p:cNvPr>
          <p:cNvGrpSpPr/>
          <p:nvPr/>
        </p:nvGrpSpPr>
        <p:grpSpPr>
          <a:xfrm>
            <a:off x="5901548" y="1489476"/>
            <a:ext cx="1042416" cy="603976"/>
            <a:chOff x="171573" y="1334198"/>
            <a:chExt cx="1042416" cy="603976"/>
          </a:xfrm>
        </p:grpSpPr>
        <p:pic>
          <p:nvPicPr>
            <p:cNvPr id="103" name="Picture 102" descr="A white rectangular object with black lines&#10;&#10;Description automatically generated">
              <a:extLst>
                <a:ext uri="{FF2B5EF4-FFF2-40B4-BE49-F238E27FC236}">
                  <a16:creationId xmlns:a16="http://schemas.microsoft.com/office/drawing/2014/main" id="{7FA57C9B-A500-DABB-6701-8CDE93168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71573" y="1334198"/>
              <a:ext cx="1042416" cy="603976"/>
            </a:xfrm>
            <a:prstGeom prst="rect">
              <a:avLst/>
            </a:prstGeom>
          </p:spPr>
        </p:pic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AE9C27A-B481-E6B3-35EB-B13BD50F6704}"/>
                </a:ext>
              </a:extLst>
            </p:cNvPr>
            <p:cNvSpPr/>
            <p:nvPr/>
          </p:nvSpPr>
          <p:spPr>
            <a:xfrm>
              <a:off x="171573" y="1344168"/>
              <a:ext cx="1042416" cy="174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bg1">
                      <a:lumMod val="95000"/>
                    </a:schemeClr>
                  </a:solidFill>
                  <a:latin typeface="Aparajita" panose="020B0502040204020203" pitchFamily="18" charset="0"/>
                  <a:cs typeface="Aparajita" panose="020B0502040204020203" pitchFamily="18" charset="0"/>
                </a:rPr>
                <a:t>End of month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4F9569D8-182E-0F90-4418-028B2E56D3AA}"/>
              </a:ext>
            </a:extLst>
          </p:cNvPr>
          <p:cNvGrpSpPr/>
          <p:nvPr/>
        </p:nvGrpSpPr>
        <p:grpSpPr>
          <a:xfrm>
            <a:off x="5901548" y="2186944"/>
            <a:ext cx="1042416" cy="603976"/>
            <a:chOff x="171573" y="2014414"/>
            <a:chExt cx="1042416" cy="603976"/>
          </a:xfrm>
        </p:grpSpPr>
        <p:pic>
          <p:nvPicPr>
            <p:cNvPr id="101" name="Picture 100" descr="A white rectangular object with black lines&#10;&#10;Description automatically generated">
              <a:extLst>
                <a:ext uri="{FF2B5EF4-FFF2-40B4-BE49-F238E27FC236}">
                  <a16:creationId xmlns:a16="http://schemas.microsoft.com/office/drawing/2014/main" id="{7B51E5AB-F934-032C-C72E-EE1B9E1A3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71573" y="2014414"/>
              <a:ext cx="1042416" cy="603976"/>
            </a:xfrm>
            <a:prstGeom prst="rect">
              <a:avLst/>
            </a:prstGeom>
          </p:spPr>
        </p:pic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731C90B-80AE-0691-EC48-D469E6BA8B69}"/>
                </a:ext>
              </a:extLst>
            </p:cNvPr>
            <p:cNvSpPr/>
            <p:nvPr/>
          </p:nvSpPr>
          <p:spPr>
            <a:xfrm>
              <a:off x="171573" y="2024384"/>
              <a:ext cx="1042416" cy="174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bg1">
                      <a:lumMod val="95000"/>
                    </a:schemeClr>
                  </a:solidFill>
                  <a:latin typeface="Aparajita" panose="020B0502040204020203" pitchFamily="18" charset="0"/>
                  <a:cs typeface="Aparajita" panose="020B0502040204020203" pitchFamily="18" charset="0"/>
                </a:rPr>
                <a:t>GL-interface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21E5793-657F-A0C2-8F59-AF15BC46C3A3}"/>
              </a:ext>
            </a:extLst>
          </p:cNvPr>
          <p:cNvGrpSpPr/>
          <p:nvPr/>
        </p:nvGrpSpPr>
        <p:grpSpPr>
          <a:xfrm>
            <a:off x="5901548" y="2884814"/>
            <a:ext cx="1042416" cy="603976"/>
            <a:chOff x="171573" y="2669154"/>
            <a:chExt cx="1042416" cy="603976"/>
          </a:xfrm>
        </p:grpSpPr>
        <p:pic>
          <p:nvPicPr>
            <p:cNvPr id="99" name="Picture 98" descr="A white rectangular object with black lines&#10;&#10;Description automatically generated">
              <a:extLst>
                <a:ext uri="{FF2B5EF4-FFF2-40B4-BE49-F238E27FC236}">
                  <a16:creationId xmlns:a16="http://schemas.microsoft.com/office/drawing/2014/main" id="{FE3AA845-23F6-77F9-065E-C2DBEB291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71573" y="2669154"/>
              <a:ext cx="1042416" cy="603976"/>
            </a:xfrm>
            <a:prstGeom prst="rect">
              <a:avLst/>
            </a:prstGeom>
          </p:spPr>
        </p:pic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A474E80-8679-47D3-C275-F18BF624D161}"/>
                </a:ext>
              </a:extLst>
            </p:cNvPr>
            <p:cNvSpPr/>
            <p:nvPr/>
          </p:nvSpPr>
          <p:spPr>
            <a:xfrm>
              <a:off x="171573" y="2670498"/>
              <a:ext cx="1042416" cy="174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bg1">
                      <a:lumMod val="95000"/>
                    </a:schemeClr>
                  </a:solidFill>
                  <a:latin typeface="Aparajita" panose="020B0502040204020203" pitchFamily="18" charset="0"/>
                  <a:cs typeface="Aparajita" panose="020B0502040204020203" pitchFamily="18" charset="0"/>
                </a:rPr>
                <a:t>Open period</a:t>
              </a:r>
            </a:p>
          </p:txBody>
        </p:sp>
      </p:grpSp>
      <p:sp>
        <p:nvSpPr>
          <p:cNvPr id="105" name="TextBox 104">
            <a:hlinkClick r:id="rId11" action="ppaction://hlinksldjump"/>
            <a:extLst>
              <a:ext uri="{FF2B5EF4-FFF2-40B4-BE49-F238E27FC236}">
                <a16:creationId xmlns:a16="http://schemas.microsoft.com/office/drawing/2014/main" id="{59953198-9BE8-7D5D-5A82-4CDCCDF4C9C9}"/>
              </a:ext>
            </a:extLst>
          </p:cNvPr>
          <p:cNvSpPr txBox="1"/>
          <p:nvPr/>
        </p:nvSpPr>
        <p:spPr>
          <a:xfrm>
            <a:off x="6046233" y="1709026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202409</a:t>
            </a:r>
          </a:p>
        </p:txBody>
      </p:sp>
      <p:sp>
        <p:nvSpPr>
          <p:cNvPr id="106" name="TextBox 105">
            <a:hlinkClick r:id="rId12" action="ppaction://hlinksldjump"/>
            <a:extLst>
              <a:ext uri="{FF2B5EF4-FFF2-40B4-BE49-F238E27FC236}">
                <a16:creationId xmlns:a16="http://schemas.microsoft.com/office/drawing/2014/main" id="{B3F41752-9EAC-5F48-DE4F-AAE568F4A759}"/>
              </a:ext>
            </a:extLst>
          </p:cNvPr>
          <p:cNvSpPr txBox="1"/>
          <p:nvPr/>
        </p:nvSpPr>
        <p:spPr>
          <a:xfrm>
            <a:off x="6046233" y="3102449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202410</a:t>
            </a:r>
          </a:p>
        </p:txBody>
      </p:sp>
      <p:sp>
        <p:nvSpPr>
          <p:cNvPr id="107" name="TextBox 106">
            <a:hlinkClick r:id="rId13" action="ppaction://hlinksldjump"/>
            <a:extLst>
              <a:ext uri="{FF2B5EF4-FFF2-40B4-BE49-F238E27FC236}">
                <a16:creationId xmlns:a16="http://schemas.microsoft.com/office/drawing/2014/main" id="{E66E79F0-5CF6-7C04-E645-40E85F772D93}"/>
              </a:ext>
            </a:extLst>
          </p:cNvPr>
          <p:cNvSpPr txBox="1"/>
          <p:nvPr/>
        </p:nvSpPr>
        <p:spPr>
          <a:xfrm>
            <a:off x="5912261" y="2399740"/>
            <a:ext cx="1063248" cy="3312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600" b="1" dirty="0">
                <a:latin typeface="Aparajita" panose="020B0502040204020203" pitchFamily="18" charset="0"/>
                <a:cs typeface="Aparajita" panose="020B0502040204020203" pitchFamily="18" charset="0"/>
              </a:rPr>
              <a:t>2024-09-30</a:t>
            </a:r>
          </a:p>
        </p:txBody>
      </p:sp>
      <p:pic>
        <p:nvPicPr>
          <p:cNvPr id="22" name="Picture 21" descr="A screenshot of a computer&#10;&#10;Description automatically generated">
            <a:extLst>
              <a:ext uri="{FF2B5EF4-FFF2-40B4-BE49-F238E27FC236}">
                <a16:creationId xmlns:a16="http://schemas.microsoft.com/office/drawing/2014/main" id="{E8C281F5-F7A3-FFE0-883C-9F9E814DDE6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66" y="43558"/>
            <a:ext cx="1504830" cy="3299878"/>
          </a:xfrm>
          <a:prstGeom prst="rect">
            <a:avLst/>
          </a:prstGeom>
        </p:spPr>
      </p:pic>
      <p:sp>
        <p:nvSpPr>
          <p:cNvPr id="16" name="TextBox 15">
            <a:hlinkClick r:id="rId5" action="ppaction://hlinksldjump"/>
            <a:extLst>
              <a:ext uri="{FF2B5EF4-FFF2-40B4-BE49-F238E27FC236}">
                <a16:creationId xmlns:a16="http://schemas.microsoft.com/office/drawing/2014/main" id="{A386A35A-E40B-BF7A-B974-4A3FA50CD2EC}"/>
              </a:ext>
            </a:extLst>
          </p:cNvPr>
          <p:cNvSpPr txBox="1"/>
          <p:nvPr/>
        </p:nvSpPr>
        <p:spPr>
          <a:xfrm>
            <a:off x="361740" y="2557028"/>
            <a:ext cx="962041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dirty="0">
                <a:latin typeface="Tietoevry Sans 1" pitchFamily="50" charset="0"/>
              </a:rPr>
              <a:t>Settings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F49086-89E3-6593-344F-6C8C25E14B7B}"/>
              </a:ext>
            </a:extLst>
          </p:cNvPr>
          <p:cNvSpPr txBox="1"/>
          <p:nvPr/>
        </p:nvSpPr>
        <p:spPr>
          <a:xfrm>
            <a:off x="356925" y="1278897"/>
            <a:ext cx="962041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dirty="0">
                <a:latin typeface="Tietoevry Sans 1" pitchFamily="50" charset="0"/>
              </a:rPr>
              <a:t>Legal entity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5713FB-70CC-51F0-C1AC-2FF45EDAAD2A}"/>
              </a:ext>
            </a:extLst>
          </p:cNvPr>
          <p:cNvSpPr txBox="1"/>
          <p:nvPr/>
        </p:nvSpPr>
        <p:spPr>
          <a:xfrm>
            <a:off x="349537" y="1513018"/>
            <a:ext cx="962041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dirty="0">
                <a:latin typeface="Tietoevry Sans 1" pitchFamily="50" charset="0"/>
              </a:rPr>
              <a:t>Journals</a:t>
            </a:r>
          </a:p>
        </p:txBody>
      </p:sp>
      <p:sp>
        <p:nvSpPr>
          <p:cNvPr id="15" name="TextBox 14">
            <a:hlinkClick r:id="rId8" action="ppaction://hlinksldjump"/>
            <a:extLst>
              <a:ext uri="{FF2B5EF4-FFF2-40B4-BE49-F238E27FC236}">
                <a16:creationId xmlns:a16="http://schemas.microsoft.com/office/drawing/2014/main" id="{6926CAE5-C23E-CC9D-B2CA-C808C7E9D9C0}"/>
              </a:ext>
            </a:extLst>
          </p:cNvPr>
          <p:cNvSpPr txBox="1"/>
          <p:nvPr/>
        </p:nvSpPr>
        <p:spPr>
          <a:xfrm>
            <a:off x="356811" y="2342592"/>
            <a:ext cx="962041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dirty="0">
                <a:latin typeface="Tietoevry Sans 1" pitchFamily="50" charset="0"/>
              </a:rPr>
              <a:t>Reports</a:t>
            </a:r>
          </a:p>
        </p:txBody>
      </p:sp>
      <p:sp>
        <p:nvSpPr>
          <p:cNvPr id="10" name="TextBox 9">
            <a:hlinkClick r:id="rId6" action="ppaction://hlinksldjump"/>
            <a:extLst>
              <a:ext uri="{FF2B5EF4-FFF2-40B4-BE49-F238E27FC236}">
                <a16:creationId xmlns:a16="http://schemas.microsoft.com/office/drawing/2014/main" id="{9FF89032-7BDB-5326-DED0-BFA3B0FA8077}"/>
              </a:ext>
            </a:extLst>
          </p:cNvPr>
          <p:cNvSpPr txBox="1"/>
          <p:nvPr/>
        </p:nvSpPr>
        <p:spPr>
          <a:xfrm>
            <a:off x="605859" y="1703808"/>
            <a:ext cx="962041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dirty="0">
                <a:latin typeface="Tietoevry Sans 1" pitchFamily="50" charset="0"/>
              </a:rPr>
              <a:t>Journal search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BAA9E8-554A-082A-DD3C-8924024031D8}"/>
              </a:ext>
            </a:extLst>
          </p:cNvPr>
          <p:cNvSpPr txBox="1"/>
          <p:nvPr/>
        </p:nvSpPr>
        <p:spPr>
          <a:xfrm>
            <a:off x="625699" y="2148523"/>
            <a:ext cx="962041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dirty="0">
                <a:latin typeface="Tietoevry Sans 1" pitchFamily="50" charset="0"/>
              </a:rPr>
              <a:t>Manual journal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A58602-93B4-73AA-B6D5-403EC1D8D6A6}"/>
              </a:ext>
            </a:extLst>
          </p:cNvPr>
          <p:cNvSpPr txBox="1"/>
          <p:nvPr/>
        </p:nvSpPr>
        <p:spPr>
          <a:xfrm>
            <a:off x="617937" y="1927805"/>
            <a:ext cx="962041" cy="248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dirty="0">
                <a:latin typeface="Tietoevry Sans 1" pitchFamily="50" charset="0"/>
              </a:rPr>
              <a:t>Transaction search</a:t>
            </a:r>
          </a:p>
        </p:txBody>
      </p:sp>
      <p:pic>
        <p:nvPicPr>
          <p:cNvPr id="92" name="Picture 91">
            <a:hlinkClick r:id="rId15" action="ppaction://hlinksldjump"/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348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E18A2CD-DBCB-6360-AC80-737C1CBCB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445"/>
            <a:ext cx="9144000" cy="4612587"/>
          </a:xfrm>
          <a:prstGeom prst="rect">
            <a:avLst/>
          </a:prstGeom>
        </p:spPr>
      </p:pic>
      <p:pic>
        <p:nvPicPr>
          <p:cNvPr id="52" name="Picture 51">
            <a:hlinkClick r:id="rId3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28" name="TextBox 27">
            <a:hlinkClick r:id="rId7" action="ppaction://hlinksldjump"/>
            <a:extLst>
              <a:ext uri="{FF2B5EF4-FFF2-40B4-BE49-F238E27FC236}">
                <a16:creationId xmlns:a16="http://schemas.microsoft.com/office/drawing/2014/main" id="{9A5C1DB3-450D-607E-940F-044E7000A002}"/>
              </a:ext>
            </a:extLst>
          </p:cNvPr>
          <p:cNvSpPr txBox="1"/>
          <p:nvPr/>
        </p:nvSpPr>
        <p:spPr>
          <a:xfrm>
            <a:off x="311029" y="313340"/>
            <a:ext cx="724870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377686-19B8-23F4-AB1F-6F75481F4E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718" y="898101"/>
            <a:ext cx="8595360" cy="885096"/>
          </a:xfrm>
          <a:prstGeom prst="rect">
            <a:avLst/>
          </a:prstGeom>
        </p:spPr>
      </p:pic>
      <p:pic>
        <p:nvPicPr>
          <p:cNvPr id="31" name="Picture 30">
            <a:hlinkClick r:id="rId9" action="ppaction://hlinksldjump"/>
            <a:extLst>
              <a:ext uri="{FF2B5EF4-FFF2-40B4-BE49-F238E27FC236}">
                <a16:creationId xmlns:a16="http://schemas.microsoft.com/office/drawing/2014/main" id="{F95344A7-418A-A0EE-0780-A2D4DC8FF74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360" y="1152382"/>
            <a:ext cx="106234" cy="11287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A22AD0D-6C54-6A51-18C2-83F1044996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360" y="1361443"/>
            <a:ext cx="106234" cy="11287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F7AE23A-BF33-1D75-A5CE-B468F959E4B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360" y="1570504"/>
            <a:ext cx="106234" cy="112875"/>
          </a:xfrm>
          <a:prstGeom prst="rect">
            <a:avLst/>
          </a:prstGeom>
        </p:spPr>
      </p:pic>
      <p:pic>
        <p:nvPicPr>
          <p:cNvPr id="34" name="Picture 33">
            <a:hlinkClick r:id="rId11" action="ppaction://hlinksldjump"/>
            <a:extLst>
              <a:ext uri="{FF2B5EF4-FFF2-40B4-BE49-F238E27FC236}">
                <a16:creationId xmlns:a16="http://schemas.microsoft.com/office/drawing/2014/main" id="{7E235B51-F955-55C9-05D4-EE3FB50C4F8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6111" y="1171980"/>
            <a:ext cx="161263" cy="11945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BBD220F-AF5A-0EDD-8A36-E1C6C07B2C1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4760" y="1389007"/>
            <a:ext cx="161263" cy="11945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4255F89-1113-1885-2E32-B05BED401BD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6111" y="1602430"/>
            <a:ext cx="161263" cy="119454"/>
          </a:xfrm>
          <a:prstGeom prst="rect">
            <a:avLst/>
          </a:prstGeom>
        </p:spPr>
      </p:pic>
      <p:sp>
        <p:nvSpPr>
          <p:cNvPr id="37" name="TextBox 36">
            <a:hlinkClick r:id="rId13" action="ppaction://hlinksldjump"/>
            <a:extLst>
              <a:ext uri="{FF2B5EF4-FFF2-40B4-BE49-F238E27FC236}">
                <a16:creationId xmlns:a16="http://schemas.microsoft.com/office/drawing/2014/main" id="{97EF4B90-B156-DD90-6360-4F0EE72534B3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sp>
        <p:nvSpPr>
          <p:cNvPr id="38" name="TextBox 37">
            <a:hlinkClick r:id="rId7" action="ppaction://hlinksldjump"/>
            <a:extLst>
              <a:ext uri="{FF2B5EF4-FFF2-40B4-BE49-F238E27FC236}">
                <a16:creationId xmlns:a16="http://schemas.microsoft.com/office/drawing/2014/main" id="{69AEFCD3-3939-8E19-9294-0D791995168C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05C940-7DC5-A8EE-E3DB-242AB47FC39B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" name="TextBox 1">
            <a:hlinkClick r:id="rId14" action="ppaction://hlinksldjump"/>
            <a:extLst>
              <a:ext uri="{FF2B5EF4-FFF2-40B4-BE49-F238E27FC236}">
                <a16:creationId xmlns:a16="http://schemas.microsoft.com/office/drawing/2014/main" id="{6BA5F733-AB8B-8D06-1D38-74326631A592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A618F1-9D48-173C-186D-BAB5CE93B30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54400" y="583353"/>
            <a:ext cx="413494" cy="21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32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E18A2CD-DBCB-6360-AC80-737C1CBCB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445"/>
            <a:ext cx="9144000" cy="4612587"/>
          </a:xfrm>
          <a:prstGeom prst="rect">
            <a:avLst/>
          </a:prstGeom>
        </p:spPr>
      </p:pic>
      <p:pic>
        <p:nvPicPr>
          <p:cNvPr id="52" name="Picture 51">
            <a:hlinkClick r:id="rId3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28" name="TextBox 27">
            <a:hlinkClick r:id="rId7" action="ppaction://hlinksldjump"/>
            <a:extLst>
              <a:ext uri="{FF2B5EF4-FFF2-40B4-BE49-F238E27FC236}">
                <a16:creationId xmlns:a16="http://schemas.microsoft.com/office/drawing/2014/main" id="{9A5C1DB3-450D-607E-940F-044E7000A002}"/>
              </a:ext>
            </a:extLst>
          </p:cNvPr>
          <p:cNvSpPr txBox="1"/>
          <p:nvPr/>
        </p:nvSpPr>
        <p:spPr>
          <a:xfrm>
            <a:off x="311029" y="313340"/>
            <a:ext cx="724870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377686-19B8-23F4-AB1F-6F75481F4E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718" y="1159353"/>
            <a:ext cx="8595360" cy="885096"/>
          </a:xfrm>
          <a:prstGeom prst="rect">
            <a:avLst/>
          </a:prstGeom>
        </p:spPr>
      </p:pic>
      <p:pic>
        <p:nvPicPr>
          <p:cNvPr id="6" name="Picture 5" descr="A screenshot of a phone&#10;&#10;Description automatically generated">
            <a:extLst>
              <a:ext uri="{FF2B5EF4-FFF2-40B4-BE49-F238E27FC236}">
                <a16:creationId xmlns:a16="http://schemas.microsoft.com/office/drawing/2014/main" id="{27566F0A-12C9-2CE1-498D-5461724EC3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331" y="888123"/>
            <a:ext cx="8637340" cy="1644982"/>
          </a:xfrm>
          <a:prstGeom prst="rect">
            <a:avLst/>
          </a:prstGeom>
        </p:spPr>
      </p:pic>
      <p:pic>
        <p:nvPicPr>
          <p:cNvPr id="7" name="Picture 6">
            <a:hlinkClick r:id="rId10" action="ppaction://hlinksldjump"/>
            <a:extLst>
              <a:ext uri="{FF2B5EF4-FFF2-40B4-BE49-F238E27FC236}">
                <a16:creationId xmlns:a16="http://schemas.microsoft.com/office/drawing/2014/main" id="{A3EE5C66-73A5-012F-7495-DC2C2D61E2B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360" y="2391940"/>
            <a:ext cx="106234" cy="112875"/>
          </a:xfrm>
          <a:prstGeom prst="rect">
            <a:avLst/>
          </a:prstGeom>
        </p:spPr>
      </p:pic>
      <p:pic>
        <p:nvPicPr>
          <p:cNvPr id="8" name="Picture 7">
            <a:hlinkClick r:id="rId10" action="ppaction://hlinksldjump"/>
            <a:extLst>
              <a:ext uri="{FF2B5EF4-FFF2-40B4-BE49-F238E27FC236}">
                <a16:creationId xmlns:a16="http://schemas.microsoft.com/office/drawing/2014/main" id="{C93DDB32-02F8-9AE8-1125-B43394F68DD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360" y="2601001"/>
            <a:ext cx="106234" cy="112875"/>
          </a:xfrm>
          <a:prstGeom prst="rect">
            <a:avLst/>
          </a:prstGeom>
        </p:spPr>
      </p:pic>
      <p:pic>
        <p:nvPicPr>
          <p:cNvPr id="9" name="Picture 8">
            <a:hlinkClick r:id="rId12" action="ppaction://hlinksldjump"/>
            <a:extLst>
              <a:ext uri="{FF2B5EF4-FFF2-40B4-BE49-F238E27FC236}">
                <a16:creationId xmlns:a16="http://schemas.microsoft.com/office/drawing/2014/main" id="{4DC5844C-2705-E5BB-57C4-FC56AD17D46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9762" y="1110855"/>
            <a:ext cx="155429" cy="1472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7EC64E-EA40-3EC3-2C0A-F64125215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74760" y="2394835"/>
            <a:ext cx="161263" cy="1194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815C802-1893-959D-A87F-0D02E977333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76111" y="2608258"/>
            <a:ext cx="161263" cy="119454"/>
          </a:xfrm>
          <a:prstGeom prst="rect">
            <a:avLst/>
          </a:prstGeom>
        </p:spPr>
      </p:pic>
      <p:pic>
        <p:nvPicPr>
          <p:cNvPr id="17" name="Picture 16">
            <a:hlinkClick r:id="rId15" action="ppaction://hlinksldjump"/>
            <a:extLst>
              <a:ext uri="{FF2B5EF4-FFF2-40B4-BE49-F238E27FC236}">
                <a16:creationId xmlns:a16="http://schemas.microsoft.com/office/drawing/2014/main" id="{1232EECD-5283-25F5-3F76-E9EA646B471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76111" y="1139320"/>
            <a:ext cx="161263" cy="119454"/>
          </a:xfrm>
          <a:prstGeom prst="rect">
            <a:avLst/>
          </a:prstGeom>
        </p:spPr>
      </p:pic>
      <p:sp>
        <p:nvSpPr>
          <p:cNvPr id="18" name="TextBox 17">
            <a:hlinkClick r:id="rId16" action="ppaction://hlinksldjump"/>
            <a:extLst>
              <a:ext uri="{FF2B5EF4-FFF2-40B4-BE49-F238E27FC236}">
                <a16:creationId xmlns:a16="http://schemas.microsoft.com/office/drawing/2014/main" id="{941EABC1-70CB-3C61-3354-52F9A246F308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sp>
        <p:nvSpPr>
          <p:cNvPr id="19" name="TextBox 18">
            <a:hlinkClick r:id="rId7" action="ppaction://hlinksldjump"/>
            <a:extLst>
              <a:ext uri="{FF2B5EF4-FFF2-40B4-BE49-F238E27FC236}">
                <a16:creationId xmlns:a16="http://schemas.microsoft.com/office/drawing/2014/main" id="{5DF7C82D-9EA3-EB71-18B1-429A1E408725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sp>
        <p:nvSpPr>
          <p:cNvPr id="20" name="TextBox 19">
            <a:hlinkClick r:id="rId12" action="ppaction://hlinksldjump"/>
            <a:extLst>
              <a:ext uri="{FF2B5EF4-FFF2-40B4-BE49-F238E27FC236}">
                <a16:creationId xmlns:a16="http://schemas.microsoft.com/office/drawing/2014/main" id="{60832CFF-767B-505E-97D2-F29F47BB1341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" name="TextBox 1">
            <a:hlinkClick r:id="rId17" action="ppaction://hlinksldjump"/>
            <a:extLst>
              <a:ext uri="{FF2B5EF4-FFF2-40B4-BE49-F238E27FC236}">
                <a16:creationId xmlns:a16="http://schemas.microsoft.com/office/drawing/2014/main" id="{4678F4F5-F4C1-F5EA-A7F0-F6C9D841BE78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F5AB55-A284-5451-C420-D65F369C72F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54400" y="583353"/>
            <a:ext cx="413494" cy="21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665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445"/>
            <a:ext cx="9144000" cy="46125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" y="492418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1865568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4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12" y="579153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9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06809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0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51524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hlinkClick r:id="rId11" action="ppaction://hlinksldjump"/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06133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14" name="TextBox 13">
            <a:hlinkClick r:id="rId12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09143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44065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3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9297" y="1872099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788" y="2219195"/>
            <a:ext cx="137806" cy="137806"/>
          </a:xfrm>
          <a:prstGeom prst="rect">
            <a:avLst/>
          </a:prstGeom>
        </p:spPr>
      </p:pic>
      <p:pic>
        <p:nvPicPr>
          <p:cNvPr id="10" name="Picture 9" descr="A blue background with black text&#10;&#10;Description automatically generated">
            <a:extLst>
              <a:ext uri="{FF2B5EF4-FFF2-40B4-BE49-F238E27FC236}">
                <a16:creationId xmlns:a16="http://schemas.microsoft.com/office/drawing/2014/main" id="{89AA7B5E-143A-CA34-8209-804A299BEE8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96699" y="850847"/>
            <a:ext cx="1890546" cy="758296"/>
          </a:xfrm>
          <a:prstGeom prst="rect">
            <a:avLst/>
          </a:prstGeom>
        </p:spPr>
      </p:pic>
      <p:sp>
        <p:nvSpPr>
          <p:cNvPr id="12" name="TextBox 11">
            <a:hlinkClick r:id="rId9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pic>
        <p:nvPicPr>
          <p:cNvPr id="21" name="Picture 20">
            <a:hlinkClick r:id="rId17" action="ppaction://hlinksldjump"/>
            <a:extLst>
              <a:ext uri="{FF2B5EF4-FFF2-40B4-BE49-F238E27FC236}">
                <a16:creationId xmlns:a16="http://schemas.microsoft.com/office/drawing/2014/main" id="{C987B253-DF7A-0ECC-8538-0ADA1ACF95E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3566" y="577162"/>
            <a:ext cx="533475" cy="20957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10254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218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8721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hlinkClick r:id="rId19" action="ppaction://hlinksldjump"/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44282" y="345416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hlinkClick r:id="rId20" action="ppaction://hlinksldjump"/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44282" y="3766018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21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2145" y="2531585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2528" y="3789644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0312" y="3467597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4954" y="2880941"/>
            <a:ext cx="137807" cy="137807"/>
          </a:xfrm>
          <a:prstGeom prst="rect">
            <a:avLst/>
          </a:prstGeom>
        </p:spPr>
      </p:pic>
      <p:pic>
        <p:nvPicPr>
          <p:cNvPr id="31" name="Picture 30" descr="A close-up of a contact us&#10;&#10;Description automatically generated">
            <a:extLst>
              <a:ext uri="{FF2B5EF4-FFF2-40B4-BE49-F238E27FC236}">
                <a16:creationId xmlns:a16="http://schemas.microsoft.com/office/drawing/2014/main" id="{ED0A18B1-B680-106D-FFBE-FD3E9C67C8C3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96699" y="1756601"/>
            <a:ext cx="1890546" cy="71383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67D2C89-DB81-565E-B397-87B55AD0A566}"/>
              </a:ext>
            </a:extLst>
          </p:cNvPr>
          <p:cNvSpPr txBox="1"/>
          <p:nvPr/>
        </p:nvSpPr>
        <p:spPr>
          <a:xfrm>
            <a:off x="7007041" y="673186"/>
            <a:ext cx="1054524" cy="1553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800" b="1" dirty="0"/>
              <a:t>Owner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064FCC-DED3-5B0A-9732-2694724874D6}"/>
              </a:ext>
            </a:extLst>
          </p:cNvPr>
          <p:cNvSpPr txBox="1"/>
          <p:nvPr/>
        </p:nvSpPr>
        <p:spPr>
          <a:xfrm>
            <a:off x="7013572" y="1601274"/>
            <a:ext cx="1054524" cy="1553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800" b="1" dirty="0"/>
              <a:t>Controller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246170" y="3156782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9931" y="3182433"/>
            <a:ext cx="137806" cy="137806"/>
          </a:xfrm>
          <a:prstGeom prst="rect">
            <a:avLst/>
          </a:prstGeom>
        </p:spPr>
      </p:pic>
      <p:pic>
        <p:nvPicPr>
          <p:cNvPr id="45" name="Picture 44" descr="A screenshot of a computer&#10;&#10;Description automatically generated">
            <a:extLst>
              <a:ext uri="{FF2B5EF4-FFF2-40B4-BE49-F238E27FC236}">
                <a16:creationId xmlns:a16="http://schemas.microsoft.com/office/drawing/2014/main" id="{A767D313-7965-3CE6-B30C-F7E45CBB814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92454" y="835846"/>
            <a:ext cx="5747190" cy="87652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69FC7EA-6B2D-C827-CAFA-90DCD38E5D0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793512" y="893165"/>
            <a:ext cx="146432" cy="12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594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445"/>
            <a:ext cx="9144000" cy="46125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" y="492418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3459225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4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12" y="579153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9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06809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0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51524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hlinkClick r:id="rId11" action="ppaction://hlinksldjump"/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06133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14" name="TextBox 13">
            <a:hlinkClick r:id="rId12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09143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44065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3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9297" y="1872099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788" y="2219195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9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10254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218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8721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44282" y="345416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hlinkClick r:id="rId16" action="ppaction://hlinksldjump"/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44282" y="3766018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7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2145" y="2531585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528" y="3789644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312" y="3467597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954" y="2880941"/>
            <a:ext cx="137807" cy="13780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246170" y="3156782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9931" y="3182433"/>
            <a:ext cx="137806" cy="1378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97FE83-2092-B968-E262-366DD10C4DC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32680" y="937004"/>
            <a:ext cx="7511778" cy="914520"/>
          </a:xfrm>
          <a:prstGeom prst="rect">
            <a:avLst/>
          </a:prstGeom>
        </p:spPr>
      </p:pic>
      <p:pic>
        <p:nvPicPr>
          <p:cNvPr id="13" name="Picture 12">
            <a:hlinkClick r:id="rId24" action="ppaction://hlinksldjump"/>
            <a:extLst>
              <a:ext uri="{FF2B5EF4-FFF2-40B4-BE49-F238E27FC236}">
                <a16:creationId xmlns:a16="http://schemas.microsoft.com/office/drawing/2014/main" id="{225CEC61-2923-4F71-FB35-33CE753975B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54400" y="583353"/>
            <a:ext cx="413494" cy="214044"/>
          </a:xfrm>
          <a:prstGeom prst="rect">
            <a:avLst/>
          </a:prstGeom>
        </p:spPr>
      </p:pic>
      <p:pic>
        <p:nvPicPr>
          <p:cNvPr id="15" name="Picture 14">
            <a:hlinkClick r:id="rId26" action="ppaction://hlinksldjump"/>
            <a:extLst>
              <a:ext uri="{FF2B5EF4-FFF2-40B4-BE49-F238E27FC236}">
                <a16:creationId xmlns:a16="http://schemas.microsoft.com/office/drawing/2014/main" id="{A2A9C9AF-7DC3-45B3-32A0-2302794D0576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60797" y="1224270"/>
            <a:ext cx="161263" cy="119454"/>
          </a:xfrm>
          <a:prstGeom prst="rect">
            <a:avLst/>
          </a:prstGeom>
        </p:spPr>
      </p:pic>
      <p:pic>
        <p:nvPicPr>
          <p:cNvPr id="16" name="Picture 15">
            <a:hlinkClick r:id="rId26" action="ppaction://hlinksldjump"/>
            <a:extLst>
              <a:ext uri="{FF2B5EF4-FFF2-40B4-BE49-F238E27FC236}">
                <a16:creationId xmlns:a16="http://schemas.microsoft.com/office/drawing/2014/main" id="{04A2B218-08AD-2D09-7FB3-830D4F895D9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67893" y="1423604"/>
            <a:ext cx="161263" cy="119454"/>
          </a:xfrm>
          <a:prstGeom prst="rect">
            <a:avLst/>
          </a:prstGeom>
        </p:spPr>
      </p:pic>
      <p:pic>
        <p:nvPicPr>
          <p:cNvPr id="18" name="Picture 17">
            <a:hlinkClick r:id="rId26" action="ppaction://hlinksldjump"/>
            <a:extLst>
              <a:ext uri="{FF2B5EF4-FFF2-40B4-BE49-F238E27FC236}">
                <a16:creationId xmlns:a16="http://schemas.microsoft.com/office/drawing/2014/main" id="{09633102-7461-1FD7-5D06-1712DA81861C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67892" y="1662458"/>
            <a:ext cx="161263" cy="119454"/>
          </a:xfrm>
          <a:prstGeom prst="rect">
            <a:avLst/>
          </a:prstGeom>
        </p:spPr>
      </p:pic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53ADEE-809B-230E-FA28-57BE3A987CF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48670" y="1204855"/>
            <a:ext cx="119454" cy="119454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0BBB82D-0D06-A960-A68B-D7E4E3D1051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48669" y="1413565"/>
            <a:ext cx="119454" cy="119454"/>
          </a:xfrm>
          <a:prstGeom prst="rect">
            <a:avLst/>
          </a:prstGeom>
        </p:spPr>
      </p:pic>
      <p:pic>
        <p:nvPicPr>
          <p:cNvPr id="21" name="Picture 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7DA5ABE-A647-20AF-625E-E7EFF11E81D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47187" y="1669881"/>
            <a:ext cx="119454" cy="11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013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8240"/>
            <a:ext cx="9144000" cy="5191740"/>
          </a:xfrm>
          <a:prstGeom prst="rect">
            <a:avLst/>
          </a:prstGeom>
        </p:spPr>
      </p:pic>
      <p:pic>
        <p:nvPicPr>
          <p:cNvPr id="59" name="Picture 58" descr="A screenshot of a computer&#10;&#10;Description automatically generated">
            <a:extLst>
              <a:ext uri="{FF2B5EF4-FFF2-40B4-BE49-F238E27FC236}">
                <a16:creationId xmlns:a16="http://schemas.microsoft.com/office/drawing/2014/main" id="{7640200B-FFD2-B312-34A5-AC0CA7699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618" y="654648"/>
            <a:ext cx="7609550" cy="44096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5" y="531604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3818453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5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88" y="372262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12" y="618339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10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32933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1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90710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hlinkClick r:id="rId12" action="ppaction://hlinksldjump"/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45319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14" name="TextBox 13">
            <a:hlinkClick r:id="rId13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48329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83251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4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297" y="1898223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788" y="2245319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10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36378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610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9113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hlinkClick r:id="rId17" action="ppaction://hlinksldjump"/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44282" y="3493347"/>
            <a:ext cx="714099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44282" y="3805204"/>
            <a:ext cx="869553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8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2145" y="2557709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528" y="3815768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312" y="3493721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954" y="2907065"/>
            <a:ext cx="137807" cy="13780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246170" y="3195968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931" y="3208557"/>
            <a:ext cx="137806" cy="137806"/>
          </a:xfrm>
          <a:prstGeom prst="rect">
            <a:avLst/>
          </a:prstGeom>
        </p:spPr>
      </p:pic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774D0DA-D9EC-E608-64F8-06859F21441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010258" y="921651"/>
            <a:ext cx="64411" cy="6441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EF0EF1-734D-C94F-E265-8AF6FC7246FD}"/>
              </a:ext>
            </a:extLst>
          </p:cNvPr>
          <p:cNvCxnSpPr/>
          <p:nvPr/>
        </p:nvCxnSpPr>
        <p:spPr>
          <a:xfrm>
            <a:off x="2094262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Picture 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1BEEE78-E282-BD7B-562F-CC26BE0287F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822333" y="921651"/>
            <a:ext cx="64411" cy="64411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C7D6B4F-1A30-CD1F-B749-7ABAAB89D69F}"/>
              </a:ext>
            </a:extLst>
          </p:cNvPr>
          <p:cNvCxnSpPr/>
          <p:nvPr/>
        </p:nvCxnSpPr>
        <p:spPr>
          <a:xfrm>
            <a:off x="2906337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31" descr="A black background with a black square&#10;&#10;Description automatically generated with medium confidence">
            <a:hlinkClick r:id="rId25" action="ppaction://hlinksldjump"/>
            <a:extLst>
              <a:ext uri="{FF2B5EF4-FFF2-40B4-BE49-F238E27FC236}">
                <a16:creationId xmlns:a16="http://schemas.microsoft.com/office/drawing/2014/main" id="{D221E372-1D4E-7E85-B2C5-2C122359189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00168" y="921651"/>
            <a:ext cx="64411" cy="64411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E6701ED-5DF4-2570-D17B-A39863FA4D50}"/>
              </a:ext>
            </a:extLst>
          </p:cNvPr>
          <p:cNvCxnSpPr/>
          <p:nvPr/>
        </p:nvCxnSpPr>
        <p:spPr>
          <a:xfrm>
            <a:off x="4084172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7" name="Picture 3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94961BD-6C46-4D02-B150-05FF10883E8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25306" y="921651"/>
            <a:ext cx="64411" cy="64411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4B4B9B6-61EF-9EC8-32E7-92821580A604}"/>
              </a:ext>
            </a:extLst>
          </p:cNvPr>
          <p:cNvCxnSpPr/>
          <p:nvPr/>
        </p:nvCxnSpPr>
        <p:spPr>
          <a:xfrm>
            <a:off x="4909310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9" name="Picture 3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B1C83D-38C2-C3D8-9B16-F2179EB8A12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04891" y="921651"/>
            <a:ext cx="64411" cy="64411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52AACD6-FDCD-1659-E35A-96D76FE0C59A}"/>
              </a:ext>
            </a:extLst>
          </p:cNvPr>
          <p:cNvCxnSpPr/>
          <p:nvPr/>
        </p:nvCxnSpPr>
        <p:spPr>
          <a:xfrm>
            <a:off x="6088895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Picture 4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73710AF-8894-C7FD-E830-7634D553D89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61801" y="921651"/>
            <a:ext cx="64411" cy="64411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C18B4EC-96A9-6E3E-7FC9-858749D3C71D}"/>
              </a:ext>
            </a:extLst>
          </p:cNvPr>
          <p:cNvCxnSpPr/>
          <p:nvPr/>
        </p:nvCxnSpPr>
        <p:spPr>
          <a:xfrm>
            <a:off x="7145805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Picture 4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8903B37-30A1-7B70-D492-5CF34871250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99117" y="921651"/>
            <a:ext cx="64411" cy="64411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948EF73-3201-DDCF-F395-62A5826D70A4}"/>
              </a:ext>
            </a:extLst>
          </p:cNvPr>
          <p:cNvCxnSpPr/>
          <p:nvPr/>
        </p:nvCxnSpPr>
        <p:spPr>
          <a:xfrm>
            <a:off x="8183121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9" name="Picture 4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D3221F2-B94A-8EB4-0123-887CF6910E6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7" y="1137758"/>
            <a:ext cx="119454" cy="119454"/>
          </a:xfrm>
          <a:prstGeom prst="rect">
            <a:avLst/>
          </a:prstGeom>
        </p:spPr>
      </p:pic>
      <p:pic>
        <p:nvPicPr>
          <p:cNvPr id="50" name="Picture 4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CE051F1-CAE7-9945-0C4D-F08D235E994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6" y="1346468"/>
            <a:ext cx="119454" cy="119454"/>
          </a:xfrm>
          <a:prstGeom prst="rect">
            <a:avLst/>
          </a:prstGeom>
        </p:spPr>
      </p:pic>
      <p:pic>
        <p:nvPicPr>
          <p:cNvPr id="54" name="Picture 5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FB94E42-B0F9-CD77-7156-B460FB22DFC3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7" y="1590376"/>
            <a:ext cx="119454" cy="119454"/>
          </a:xfrm>
          <a:prstGeom prst="rect">
            <a:avLst/>
          </a:prstGeom>
        </p:spPr>
      </p:pic>
      <p:pic>
        <p:nvPicPr>
          <p:cNvPr id="55" name="Picture 5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301CF18-4800-BD31-129C-3C3D0AC2913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6" y="1799086"/>
            <a:ext cx="119454" cy="119454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FEB91AE-2F2C-A868-7A4E-0F6EEC2D5B0D}"/>
              </a:ext>
            </a:extLst>
          </p:cNvPr>
          <p:cNvSpPr txBox="1"/>
          <p:nvPr/>
        </p:nvSpPr>
        <p:spPr>
          <a:xfrm>
            <a:off x="59659" y="4635958"/>
            <a:ext cx="1205835" cy="2461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sv-SE" sz="800" dirty="0">
                <a:hlinkClick r:id="rId27"/>
              </a:rPr>
              <a:t>Blazor DataGrid Demos - Overview | Telerik UI for Blazor</a:t>
            </a:r>
            <a:endParaRPr lang="en-US" sz="800" dirty="0" err="1"/>
          </a:p>
        </p:txBody>
      </p:sp>
      <p:pic>
        <p:nvPicPr>
          <p:cNvPr id="60" name="Picture 5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D4250E1-CF98-F388-CA88-A9BF9CC03AE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7" y="2045703"/>
            <a:ext cx="119454" cy="119454"/>
          </a:xfrm>
          <a:prstGeom prst="rect">
            <a:avLst/>
          </a:prstGeom>
        </p:spPr>
      </p:pic>
      <p:pic>
        <p:nvPicPr>
          <p:cNvPr id="61" name="Picture 6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33CF4A4-E0C8-C24B-0EE5-A99A18B30B4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6" y="2287312"/>
            <a:ext cx="119454" cy="119454"/>
          </a:xfrm>
          <a:prstGeom prst="rect">
            <a:avLst/>
          </a:prstGeom>
        </p:spPr>
      </p:pic>
      <p:pic>
        <p:nvPicPr>
          <p:cNvPr id="62" name="Picture 6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291D56B-8988-2A90-22A4-41C3D6DA356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6" y="2533929"/>
            <a:ext cx="119454" cy="119454"/>
          </a:xfrm>
          <a:prstGeom prst="rect">
            <a:avLst/>
          </a:prstGeom>
        </p:spPr>
      </p:pic>
      <p:pic>
        <p:nvPicPr>
          <p:cNvPr id="63" name="Picture 6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606B94D-EF68-8712-5655-98BF1172E0A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7" y="2761426"/>
            <a:ext cx="119454" cy="119454"/>
          </a:xfrm>
          <a:prstGeom prst="rect">
            <a:avLst/>
          </a:prstGeom>
        </p:spPr>
      </p:pic>
      <p:pic>
        <p:nvPicPr>
          <p:cNvPr id="64" name="Picture 6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E21C222-E454-FC01-72C6-42886A3D045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6" y="3003035"/>
            <a:ext cx="119454" cy="119454"/>
          </a:xfrm>
          <a:prstGeom prst="rect">
            <a:avLst/>
          </a:prstGeom>
        </p:spPr>
      </p:pic>
      <p:pic>
        <p:nvPicPr>
          <p:cNvPr id="65" name="Picture 6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8BB29A8-3009-B09C-02D3-143FE926BF2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5" y="3216753"/>
            <a:ext cx="119454" cy="119454"/>
          </a:xfrm>
          <a:prstGeom prst="rect">
            <a:avLst/>
          </a:prstGeom>
        </p:spPr>
      </p:pic>
      <p:pic>
        <p:nvPicPr>
          <p:cNvPr id="66" name="Picture 6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5FC1895-31B4-2F52-AEB3-49BC6BFD0FF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5" y="3461045"/>
            <a:ext cx="119454" cy="119454"/>
          </a:xfrm>
          <a:prstGeom prst="rect">
            <a:avLst/>
          </a:prstGeom>
        </p:spPr>
      </p:pic>
      <p:pic>
        <p:nvPicPr>
          <p:cNvPr id="67" name="Picture 6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B428AF3-D712-9F34-2B2C-B8B1CAC72BE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5" y="3703716"/>
            <a:ext cx="119454" cy="119454"/>
          </a:xfrm>
          <a:prstGeom prst="rect">
            <a:avLst/>
          </a:prstGeom>
        </p:spPr>
      </p:pic>
      <p:pic>
        <p:nvPicPr>
          <p:cNvPr id="68" name="Picture 6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D7D6FB6-45C8-D7E3-A383-121A253531A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5" y="3928010"/>
            <a:ext cx="119454" cy="119454"/>
          </a:xfrm>
          <a:prstGeom prst="rect">
            <a:avLst/>
          </a:prstGeom>
        </p:spPr>
      </p:pic>
      <p:pic>
        <p:nvPicPr>
          <p:cNvPr id="69" name="Picture 6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3F248B-BA5C-3E0C-6058-0B73793A185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5" y="4163933"/>
            <a:ext cx="119454" cy="119454"/>
          </a:xfrm>
          <a:prstGeom prst="rect">
            <a:avLst/>
          </a:prstGeom>
        </p:spPr>
      </p:pic>
      <p:pic>
        <p:nvPicPr>
          <p:cNvPr id="70" name="Picture 6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11CF9ED-9289-A4DD-9AAE-74DB2609BEE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5" y="4637798"/>
            <a:ext cx="119454" cy="119454"/>
          </a:xfrm>
          <a:prstGeom prst="rect">
            <a:avLst/>
          </a:prstGeom>
        </p:spPr>
      </p:pic>
      <p:pic>
        <p:nvPicPr>
          <p:cNvPr id="71" name="Picture 7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EFBABD-480D-43D8-478B-4B733EA1A09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5" y="4416685"/>
            <a:ext cx="119454" cy="119454"/>
          </a:xfrm>
          <a:prstGeom prst="rect">
            <a:avLst/>
          </a:prstGeom>
        </p:spPr>
      </p:pic>
      <p:pic>
        <p:nvPicPr>
          <p:cNvPr id="72" name="Picture 7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8600BBC-D694-4017-41D9-FF0F36F8537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5" y="4885611"/>
            <a:ext cx="119454" cy="119454"/>
          </a:xfrm>
          <a:prstGeom prst="rect">
            <a:avLst/>
          </a:prstGeom>
        </p:spPr>
      </p:pic>
      <p:pic>
        <p:nvPicPr>
          <p:cNvPr id="73" name="Picture 72">
            <a:hlinkClick r:id="rId28" action="ppaction://hlinksldjump"/>
            <a:extLst>
              <a:ext uri="{FF2B5EF4-FFF2-40B4-BE49-F238E27FC236}">
                <a16:creationId xmlns:a16="http://schemas.microsoft.com/office/drawing/2014/main" id="{EC877049-91C0-33A9-1E3D-5AE5BC92DD2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99593" y="1137758"/>
            <a:ext cx="81788" cy="86901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CEEFCF17-8A7D-6FAC-00B5-6128B62E5AC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91830" y="1353118"/>
            <a:ext cx="81788" cy="86901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175F8EE4-379A-C876-6799-A3E9A1F9804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92611" y="1581525"/>
            <a:ext cx="81788" cy="8690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FA8648CD-1531-D682-812D-92013506B3F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84848" y="1796885"/>
            <a:ext cx="81788" cy="86901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32CB80B8-AE46-7FC1-211C-0A28289D846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81015" y="2046198"/>
            <a:ext cx="81788" cy="86901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5A894ECB-A262-CF68-DAFE-5D8A409ACDEC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73252" y="2282030"/>
            <a:ext cx="81788" cy="86901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F45D4CB3-C598-2966-CEA9-709FE2CE941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77045" y="2534992"/>
            <a:ext cx="81788" cy="86901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03AE7D59-3ECE-E237-9BC6-1813308BE82C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82930" y="2770824"/>
            <a:ext cx="81788" cy="86901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878BD84B-5972-53E0-E804-6347AC406B1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73085" y="2991788"/>
            <a:ext cx="81788" cy="86901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E6CA6BD5-9EA3-94F6-9CA8-CA46A02A943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78970" y="3227620"/>
            <a:ext cx="81788" cy="86901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70A83A17-B764-C66D-B06D-448738F6DC2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74342" y="3462263"/>
            <a:ext cx="81788" cy="86901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C2DEBCC1-17C1-A94B-5FBA-7E4FC175928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73403" y="3698095"/>
            <a:ext cx="81788" cy="86901"/>
          </a:xfrm>
          <a:prstGeom prst="rect">
            <a:avLst/>
          </a:prstGeom>
        </p:spPr>
      </p:pic>
      <p:sp>
        <p:nvSpPr>
          <p:cNvPr id="86" name="Rectangle: Rounded Corners 85">
            <a:hlinkClick r:id="rId30" action="ppaction://hlinksldjump"/>
            <a:extLst>
              <a:ext uri="{FF2B5EF4-FFF2-40B4-BE49-F238E27FC236}">
                <a16:creationId xmlns:a16="http://schemas.microsoft.com/office/drawing/2014/main" id="{ECB6F7D3-C89A-BFD3-D3C3-1DD74A7F4D13}"/>
              </a:ext>
            </a:extLst>
          </p:cNvPr>
          <p:cNvSpPr/>
          <p:nvPr/>
        </p:nvSpPr>
        <p:spPr>
          <a:xfrm>
            <a:off x="8099117" y="719780"/>
            <a:ext cx="752470" cy="9633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1"/>
                </a:solidFill>
              </a:rPr>
              <a:t>Group-Example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4B037F66-7DCE-41AB-119C-F658E3ABE64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82255" y="4404158"/>
            <a:ext cx="81788" cy="86901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0D869E2A-EBAF-F050-CAFC-AC05C743BCF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84843" y="4168570"/>
            <a:ext cx="81788" cy="86901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F91FCC99-7139-700D-107E-AA7062443DE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81015" y="3927856"/>
            <a:ext cx="81788" cy="86901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C18DC6C1-0824-26EA-FD18-2C9DFAC44E3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91830" y="4644872"/>
            <a:ext cx="81788" cy="86901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75D0F0AA-7546-9CA5-5DEE-7F33C64F902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87380" y="4865398"/>
            <a:ext cx="81788" cy="86901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CC33FCEE-4292-7F81-2756-4E4A79769CC3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17465" y="1145388"/>
            <a:ext cx="134122" cy="110173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9F04968C-188E-D9E2-4ECE-4E120061F18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13602" y="1360401"/>
            <a:ext cx="134122" cy="110173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691E6201-6F40-D9E1-41C8-24AA46C34FD3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13602" y="1609890"/>
            <a:ext cx="134122" cy="110173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14D0639F-1DEC-D62E-9A14-5E9E077FA98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19480" y="1807631"/>
            <a:ext cx="134122" cy="110173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9E0A3F02-06AA-292D-4065-A3367754825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15617" y="2022644"/>
            <a:ext cx="134122" cy="110173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8D1442BE-FCAF-FD95-C080-C46ADA70936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14343" y="2287609"/>
            <a:ext cx="134122" cy="110173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56F9EA86-3BE2-C2CF-9025-C8EECBD10CE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10480" y="2544263"/>
            <a:ext cx="134122" cy="110173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16D0E5DA-993C-3F8A-FE7B-D6AE2B1613B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06005" y="2773303"/>
            <a:ext cx="134122" cy="110173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0632DF4F-15B3-EA15-D98D-848BB7404987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06005" y="3015700"/>
            <a:ext cx="134122" cy="110173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57FE6215-B0C3-0EFC-B6A6-F7B7E31CA980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14343" y="3218550"/>
            <a:ext cx="134122" cy="110173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A5B8ADAF-64EE-D9C2-F854-094FD34864EB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10480" y="3474253"/>
            <a:ext cx="134122" cy="110173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22235D18-D046-DD28-65A2-864C6E6E5643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14343" y="3709310"/>
            <a:ext cx="134122" cy="110173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65C29293-2DE1-B5BB-501E-C34BFAFDE77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10480" y="3937971"/>
            <a:ext cx="134122" cy="110173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C079BC50-3AAD-6B4A-B005-C16A8AE368E0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21326" y="4160444"/>
            <a:ext cx="134122" cy="110173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D6FA98C5-A6B2-0402-AC2D-797DF4A4BC17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17463" y="4423225"/>
            <a:ext cx="134122" cy="110173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B8CD2863-CC66-5D98-D9B0-10A7D3064E3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21326" y="4638935"/>
            <a:ext cx="134122" cy="110173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9ACBA96D-7145-2CC0-78D7-87A76DB57990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17463" y="4894892"/>
            <a:ext cx="134122" cy="11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854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8240"/>
            <a:ext cx="9144000" cy="5191740"/>
          </a:xfrm>
          <a:prstGeom prst="rect">
            <a:avLst/>
          </a:prstGeom>
        </p:spPr>
      </p:pic>
      <p:pic>
        <p:nvPicPr>
          <p:cNvPr id="112" name="Picture 111" descr="A screenshot of a computer&#10;&#10;Description automatically generated">
            <a:extLst>
              <a:ext uri="{FF2B5EF4-FFF2-40B4-BE49-F238E27FC236}">
                <a16:creationId xmlns:a16="http://schemas.microsoft.com/office/drawing/2014/main" id="{A872E888-9D59-82E8-E07E-FF3CC39A5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837" y="730036"/>
            <a:ext cx="6308405" cy="317340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5" y="531604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3818453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5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88" y="372262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12" y="618339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10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32933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1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90710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hlinkClick r:id="rId12" action="ppaction://hlinksldjump"/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45319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14" name="TextBox 13">
            <a:hlinkClick r:id="rId13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48329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83251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4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297" y="1898223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788" y="2245319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10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36378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610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9113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hlinkClick r:id="rId17" action="ppaction://hlinksldjump"/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44282" y="3493347"/>
            <a:ext cx="714099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44282" y="3805204"/>
            <a:ext cx="869553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8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2145" y="2557709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528" y="3815768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312" y="3493721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954" y="2907065"/>
            <a:ext cx="137807" cy="13780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246170" y="3195968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931" y="3208557"/>
            <a:ext cx="137806" cy="137806"/>
          </a:xfrm>
          <a:prstGeom prst="rect">
            <a:avLst/>
          </a:prstGeom>
        </p:spPr>
      </p:pic>
      <p:pic>
        <p:nvPicPr>
          <p:cNvPr id="55" name="Picture 5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301CF18-4800-BD31-129C-3C3D0AC2913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8631" y="1072427"/>
            <a:ext cx="71931" cy="71931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FEB91AE-2F2C-A868-7A4E-0F6EEC2D5B0D}"/>
              </a:ext>
            </a:extLst>
          </p:cNvPr>
          <p:cNvSpPr txBox="1"/>
          <p:nvPr/>
        </p:nvSpPr>
        <p:spPr>
          <a:xfrm>
            <a:off x="59659" y="4635958"/>
            <a:ext cx="1205835" cy="2461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sv-SE" sz="800" dirty="0">
                <a:hlinkClick r:id="rId25"/>
              </a:rPr>
              <a:t>Blazor DataGrid Demos - Overview | Telerik UI for Blazor</a:t>
            </a:r>
            <a:endParaRPr lang="en-US" sz="800" dirty="0" err="1"/>
          </a:p>
        </p:txBody>
      </p:sp>
      <p:sp>
        <p:nvSpPr>
          <p:cNvPr id="86" name="Rectangle: Rounded Corners 85">
            <a:hlinkClick r:id="rId26" action="ppaction://hlinksldjump"/>
            <a:extLst>
              <a:ext uri="{FF2B5EF4-FFF2-40B4-BE49-F238E27FC236}">
                <a16:creationId xmlns:a16="http://schemas.microsoft.com/office/drawing/2014/main" id="{ECB6F7D3-C89A-BFD3-D3C3-1DD74A7F4D13}"/>
              </a:ext>
            </a:extLst>
          </p:cNvPr>
          <p:cNvSpPr/>
          <p:nvPr/>
        </p:nvSpPr>
        <p:spPr>
          <a:xfrm>
            <a:off x="8281218" y="570172"/>
            <a:ext cx="752470" cy="9633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1"/>
                </a:solidFill>
              </a:rPr>
              <a:t>Group-Example</a:t>
            </a:r>
          </a:p>
        </p:txBody>
      </p:sp>
      <p:pic>
        <p:nvPicPr>
          <p:cNvPr id="15" name="Picture 1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150DBE1-469A-9EE0-1AD5-4FF17FBCDDCC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520377" y="924979"/>
            <a:ext cx="64412" cy="64412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EECD0744-7EA9-23C1-363B-5327C46CFF43}"/>
              </a:ext>
            </a:extLst>
          </p:cNvPr>
          <p:cNvSpPr txBox="1"/>
          <p:nvPr/>
        </p:nvSpPr>
        <p:spPr>
          <a:xfrm>
            <a:off x="2177491" y="1026590"/>
            <a:ext cx="5144646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 200                            Customer invoice total          Total amount                    D                                    192500   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F36AD7-8C1D-DDCA-9A01-4DAABA12DBFE}"/>
              </a:ext>
            </a:extLst>
          </p:cNvPr>
          <p:cNvSpPr txBox="1"/>
          <p:nvPr/>
        </p:nvSpPr>
        <p:spPr>
          <a:xfrm>
            <a:off x="1975376" y="1594868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         200                            Customer invoice total           Total amount                    C                                    192500 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56118BF-F047-6BA6-F50C-144BB8E89B03}"/>
              </a:ext>
            </a:extLst>
          </p:cNvPr>
          <p:cNvSpPr txBox="1"/>
          <p:nvPr/>
        </p:nvSpPr>
        <p:spPr>
          <a:xfrm>
            <a:off x="2167790" y="1172807"/>
            <a:ext cx="562492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  255             Customer invoice added cost          Total amount                     C                                    191202 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A8799EB-55E3-2A0D-2833-6D6400B657EE}"/>
              </a:ext>
            </a:extLst>
          </p:cNvPr>
          <p:cNvSpPr txBox="1"/>
          <p:nvPr/>
        </p:nvSpPr>
        <p:spPr>
          <a:xfrm>
            <a:off x="2172640" y="1312920"/>
            <a:ext cx="562492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 202                                        Invoice rounding          Total amount                     C                                    420100 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6885AA6-13E0-A584-481C-D469DC47BA2F}"/>
              </a:ext>
            </a:extLst>
          </p:cNvPr>
          <p:cNvSpPr txBox="1"/>
          <p:nvPr/>
        </p:nvSpPr>
        <p:spPr>
          <a:xfrm>
            <a:off x="2177490" y="1457666"/>
            <a:ext cx="562492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720             Customer invoice rent primary          Total amount                    C                                    192500 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0318E03-B593-4A0F-11C7-86E8A20A06B6}"/>
              </a:ext>
            </a:extLst>
          </p:cNvPr>
          <p:cNvSpPr txBox="1"/>
          <p:nvPr/>
        </p:nvSpPr>
        <p:spPr>
          <a:xfrm>
            <a:off x="1975186" y="1734605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USG400                         Remaining current remt       Remaining rent                    C                                     192107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B9BD450-D9AA-5087-3824-E20C226ED468}"/>
              </a:ext>
            </a:extLst>
          </p:cNvPr>
          <p:cNvSpPr txBox="1"/>
          <p:nvPr/>
        </p:nvSpPr>
        <p:spPr>
          <a:xfrm>
            <a:off x="1974996" y="1880500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USG401                 Remaining non current remt                    Non rent                    C                                     192107        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09DF6EF-594C-B02D-DB04-F783F084D237}"/>
              </a:ext>
            </a:extLst>
          </p:cNvPr>
          <p:cNvSpPr txBox="1"/>
          <p:nvPr/>
        </p:nvSpPr>
        <p:spPr>
          <a:xfrm>
            <a:off x="1974996" y="2019512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USG402                    Remaining current interest         Remaining int                    D                                     192407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92674B8-EF5B-B226-C77F-790759D82E0E}"/>
              </a:ext>
            </a:extLst>
          </p:cNvPr>
          <p:cNvSpPr txBox="1"/>
          <p:nvPr/>
        </p:nvSpPr>
        <p:spPr>
          <a:xfrm>
            <a:off x="1974995" y="2172501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Termination                       070                         Purchase option amount     Purchase price                    C                                     192200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90B6D03-922E-7DDE-53E0-7B1F5CF53516}"/>
              </a:ext>
            </a:extLst>
          </p:cNvPr>
          <p:cNvSpPr txBox="1"/>
          <p:nvPr/>
        </p:nvSpPr>
        <p:spPr>
          <a:xfrm>
            <a:off x="1988983" y="2310631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Termination                       070                         Purchase option amount     Purchase price                    D                                     420420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5AC53FF-82BA-C8B5-CD90-BCFF78EF03DA}"/>
              </a:ext>
            </a:extLst>
          </p:cNvPr>
          <p:cNvSpPr txBox="1"/>
          <p:nvPr/>
        </p:nvSpPr>
        <p:spPr>
          <a:xfrm>
            <a:off x="1985215" y="2457336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Termination                       470                            Settlement net amount             Net amount                    D                                     192030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058A632-8DF3-038A-63F0-412C80162EC2}"/>
              </a:ext>
            </a:extLst>
          </p:cNvPr>
          <p:cNvSpPr txBox="1"/>
          <p:nvPr/>
        </p:nvSpPr>
        <p:spPr>
          <a:xfrm>
            <a:off x="1974994" y="2603555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 Termination                       016            Residual value at contract end      Remaining rent                    C                                     192200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680D352-E1BE-F10E-2883-DCD82765248A}"/>
              </a:ext>
            </a:extLst>
          </p:cNvPr>
          <p:cNvSpPr txBox="1"/>
          <p:nvPr/>
        </p:nvSpPr>
        <p:spPr>
          <a:xfrm>
            <a:off x="1985214" y="2748527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Termination                       016            Residual value at contract end      Remaining rent                    D                                     192107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54D12B9-9C9F-C09E-A0DB-4B9B1EA27BBD}"/>
              </a:ext>
            </a:extLst>
          </p:cNvPr>
          <p:cNvSpPr txBox="1"/>
          <p:nvPr/>
        </p:nvSpPr>
        <p:spPr>
          <a:xfrm>
            <a:off x="1985214" y="2888562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Termination                       400                                      Termination value             Term. value                    D                                     192102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E488209-5FBE-E4DB-D37A-FF882A25C933}"/>
              </a:ext>
            </a:extLst>
          </p:cNvPr>
          <p:cNvSpPr txBox="1"/>
          <p:nvPr/>
        </p:nvSpPr>
        <p:spPr>
          <a:xfrm>
            <a:off x="1974993" y="3041493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 Termination             USG400                         Remaining current remt       Remaining rent                    C                                     192107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E8E9A60-4C03-096B-E9D4-6082BACA8FE7}"/>
              </a:ext>
            </a:extLst>
          </p:cNvPr>
          <p:cNvSpPr txBox="1"/>
          <p:nvPr/>
        </p:nvSpPr>
        <p:spPr>
          <a:xfrm>
            <a:off x="1985213" y="3178616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Termination             USG401                 Remaining non current remt                    Non rent                    C                                     192107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E935A85-8B20-F77C-11EF-9272A1924416}"/>
              </a:ext>
            </a:extLst>
          </p:cNvPr>
          <p:cNvSpPr txBox="1"/>
          <p:nvPr/>
        </p:nvSpPr>
        <p:spPr>
          <a:xfrm>
            <a:off x="1974992" y="3331547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 Termination             USG402                    Remaining current interest               Current Int                    D                                     192407</a:t>
            </a:r>
          </a:p>
        </p:txBody>
      </p:sp>
      <p:pic>
        <p:nvPicPr>
          <p:cNvPr id="131" name="Picture 13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007E7CB-4B8E-C9A1-F36F-A3A2D2D2804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7" y="1205351"/>
            <a:ext cx="71931" cy="71931"/>
          </a:xfrm>
          <a:prstGeom prst="rect">
            <a:avLst/>
          </a:prstGeom>
        </p:spPr>
      </p:pic>
      <p:pic>
        <p:nvPicPr>
          <p:cNvPr id="132" name="Picture 13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E7CEBA-3651-B2A5-674A-30BB987E30B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7" y="1352959"/>
            <a:ext cx="71931" cy="71931"/>
          </a:xfrm>
          <a:prstGeom prst="rect">
            <a:avLst/>
          </a:prstGeom>
        </p:spPr>
      </p:pic>
      <p:pic>
        <p:nvPicPr>
          <p:cNvPr id="133" name="Picture 1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6216A3C-81CA-EEC3-2994-32EDC6B8F5E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7" y="1504875"/>
            <a:ext cx="71931" cy="71931"/>
          </a:xfrm>
          <a:prstGeom prst="rect">
            <a:avLst/>
          </a:prstGeom>
        </p:spPr>
      </p:pic>
      <p:pic>
        <p:nvPicPr>
          <p:cNvPr id="134" name="Picture 13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9803E8D-436E-AFDC-5CAA-73680E019EF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7036" y="1649462"/>
            <a:ext cx="71931" cy="71931"/>
          </a:xfrm>
          <a:prstGeom prst="rect">
            <a:avLst/>
          </a:prstGeom>
        </p:spPr>
      </p:pic>
      <p:pic>
        <p:nvPicPr>
          <p:cNvPr id="135" name="Picture 13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F0E411A-79F8-1604-CD80-90275D5BBF9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7457" y="1788935"/>
            <a:ext cx="71931" cy="71931"/>
          </a:xfrm>
          <a:prstGeom prst="rect">
            <a:avLst/>
          </a:prstGeom>
        </p:spPr>
      </p:pic>
      <p:pic>
        <p:nvPicPr>
          <p:cNvPr id="136" name="Picture 13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24040D2-B1FA-B347-5543-AEE39E7D2C2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7" y="1927236"/>
            <a:ext cx="71931" cy="71931"/>
          </a:xfrm>
          <a:prstGeom prst="rect">
            <a:avLst/>
          </a:prstGeom>
        </p:spPr>
      </p:pic>
      <p:pic>
        <p:nvPicPr>
          <p:cNvPr id="137" name="Picture 13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585B064-5BB6-9612-E351-9D18452B662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6" y="2079882"/>
            <a:ext cx="71931" cy="71931"/>
          </a:xfrm>
          <a:prstGeom prst="rect">
            <a:avLst/>
          </a:prstGeom>
        </p:spPr>
      </p:pic>
      <p:pic>
        <p:nvPicPr>
          <p:cNvPr id="138" name="Picture 13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D0068E3-262B-7F7C-8B30-BF91DB0FFBD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8718" y="2219823"/>
            <a:ext cx="71931" cy="71931"/>
          </a:xfrm>
          <a:prstGeom prst="rect">
            <a:avLst/>
          </a:prstGeom>
        </p:spPr>
      </p:pic>
      <p:pic>
        <p:nvPicPr>
          <p:cNvPr id="141" name="Picture 14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8591ED2-7716-E865-5F91-38417B8069B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8467" y="2351915"/>
            <a:ext cx="71931" cy="71931"/>
          </a:xfrm>
          <a:prstGeom prst="rect">
            <a:avLst/>
          </a:prstGeom>
        </p:spPr>
      </p:pic>
      <p:pic>
        <p:nvPicPr>
          <p:cNvPr id="142" name="Picture 1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AD81FE8-027C-B5A8-D92B-49A710B7DD5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8717" y="2498620"/>
            <a:ext cx="71931" cy="71931"/>
          </a:xfrm>
          <a:prstGeom prst="rect">
            <a:avLst/>
          </a:prstGeom>
        </p:spPr>
      </p:pic>
      <p:pic>
        <p:nvPicPr>
          <p:cNvPr id="143" name="Picture 14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1C60B51-DF04-C4C6-6173-D0D57E1905C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9176" y="2650979"/>
            <a:ext cx="71931" cy="71931"/>
          </a:xfrm>
          <a:prstGeom prst="rect">
            <a:avLst/>
          </a:prstGeom>
        </p:spPr>
      </p:pic>
      <p:pic>
        <p:nvPicPr>
          <p:cNvPr id="144" name="Picture 14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1C419EB-4656-737E-05D0-E00A64D3305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2695" y="2791014"/>
            <a:ext cx="71931" cy="71931"/>
          </a:xfrm>
          <a:prstGeom prst="rect">
            <a:avLst/>
          </a:prstGeom>
        </p:spPr>
      </p:pic>
      <p:pic>
        <p:nvPicPr>
          <p:cNvPr id="145" name="Picture 14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A82C9E0-AC02-290C-E034-28C00CE9972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7035" y="2935510"/>
            <a:ext cx="71931" cy="71931"/>
          </a:xfrm>
          <a:prstGeom prst="rect">
            <a:avLst/>
          </a:prstGeom>
        </p:spPr>
      </p:pic>
      <p:pic>
        <p:nvPicPr>
          <p:cNvPr id="146" name="Picture 14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0F7F41-1B58-CCA3-73A8-4C27EFBB790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5" y="3075143"/>
            <a:ext cx="71931" cy="71931"/>
          </a:xfrm>
          <a:prstGeom prst="rect">
            <a:avLst/>
          </a:prstGeom>
        </p:spPr>
      </p:pic>
      <p:pic>
        <p:nvPicPr>
          <p:cNvPr id="147" name="Picture 14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D0EE958-A441-F52B-DC31-5C6E5334F67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0939" y="3210651"/>
            <a:ext cx="71931" cy="71931"/>
          </a:xfrm>
          <a:prstGeom prst="rect">
            <a:avLst/>
          </a:prstGeom>
        </p:spPr>
      </p:pic>
      <p:pic>
        <p:nvPicPr>
          <p:cNvPr id="148" name="Picture 14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84398C4-2D52-1968-3E99-21D3442E468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7034" y="3357586"/>
            <a:ext cx="71931" cy="71931"/>
          </a:xfrm>
          <a:prstGeom prst="rect">
            <a:avLst/>
          </a:prstGeom>
        </p:spPr>
      </p:pic>
      <p:pic>
        <p:nvPicPr>
          <p:cNvPr id="165" name="Picture 164" descr="A black background with a black square&#10;&#10;Description automatically generated with medium confidence">
            <a:hlinkClick r:id="rId28" action="ppaction://hlinksldjump"/>
            <a:extLst>
              <a:ext uri="{FF2B5EF4-FFF2-40B4-BE49-F238E27FC236}">
                <a16:creationId xmlns:a16="http://schemas.microsoft.com/office/drawing/2014/main" id="{FCF0EBF3-E093-FEE3-C8B8-1E257B974B8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flipV="1">
            <a:off x="1812587" y="1077305"/>
            <a:ext cx="49756" cy="49756"/>
          </a:xfrm>
          <a:prstGeom prst="rect">
            <a:avLst/>
          </a:prstGeom>
        </p:spPr>
      </p:pic>
      <p:pic>
        <p:nvPicPr>
          <p:cNvPr id="166" name="Picture 16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109EAE1-CF3F-DD5E-32F2-DDAA0EF2E23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348961" y="921049"/>
            <a:ext cx="64412" cy="64412"/>
          </a:xfrm>
          <a:prstGeom prst="rect">
            <a:avLst/>
          </a:prstGeom>
        </p:spPr>
      </p:pic>
      <p:pic>
        <p:nvPicPr>
          <p:cNvPr id="167" name="Picture 166" descr="A black background with a black square&#10;&#10;Description automatically generated with medium confidence">
            <a:hlinkClick r:id="rId30" action="ppaction://hlinksldjump"/>
            <a:extLst>
              <a:ext uri="{FF2B5EF4-FFF2-40B4-BE49-F238E27FC236}">
                <a16:creationId xmlns:a16="http://schemas.microsoft.com/office/drawing/2014/main" id="{CD58E4E0-3C41-D97E-7144-7E35116E3996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286192" y="924328"/>
            <a:ext cx="64412" cy="64412"/>
          </a:xfrm>
          <a:prstGeom prst="rect">
            <a:avLst/>
          </a:prstGeom>
        </p:spPr>
      </p:pic>
      <p:pic>
        <p:nvPicPr>
          <p:cNvPr id="168" name="Picture 16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146462A-7686-A922-135A-56698C3D31F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749814" y="921933"/>
            <a:ext cx="64412" cy="64412"/>
          </a:xfrm>
          <a:prstGeom prst="rect">
            <a:avLst/>
          </a:prstGeom>
        </p:spPr>
      </p:pic>
      <p:pic>
        <p:nvPicPr>
          <p:cNvPr id="169" name="Picture 16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15F1073-C272-D023-9991-A665E601CE2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682895" y="919628"/>
            <a:ext cx="64412" cy="64412"/>
          </a:xfrm>
          <a:prstGeom prst="rect">
            <a:avLst/>
          </a:prstGeom>
        </p:spPr>
      </p:pic>
      <p:pic>
        <p:nvPicPr>
          <p:cNvPr id="170" name="Picture 16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6C6EA6-F94B-1226-DA70-C72A50CD70F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83717" y="930766"/>
            <a:ext cx="64412" cy="64412"/>
          </a:xfrm>
          <a:prstGeom prst="rect">
            <a:avLst/>
          </a:prstGeom>
        </p:spPr>
      </p:pic>
      <p:pic>
        <p:nvPicPr>
          <p:cNvPr id="171" name="Picture 17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2BF8324-AFB3-8491-BC72-AAA0FD77104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52333" y="921322"/>
            <a:ext cx="64412" cy="64412"/>
          </a:xfrm>
          <a:prstGeom prst="rect">
            <a:avLst/>
          </a:prstGeom>
        </p:spPr>
      </p:pic>
      <p:pic>
        <p:nvPicPr>
          <p:cNvPr id="172" name="Picture 17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F5DED57-D8BB-AD71-EB06-B9D2E6D0B84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53155" y="924328"/>
            <a:ext cx="64412" cy="64412"/>
          </a:xfrm>
          <a:prstGeom prst="rect">
            <a:avLst/>
          </a:prstGeom>
        </p:spPr>
      </p:pic>
      <p:pic>
        <p:nvPicPr>
          <p:cNvPr id="173" name="Picture 17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C4338BF-0004-FF85-6AE7-870CBC36C38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68972" y="926564"/>
            <a:ext cx="64412" cy="64412"/>
          </a:xfrm>
          <a:prstGeom prst="rect">
            <a:avLst/>
          </a:prstGeom>
        </p:spPr>
      </p:pic>
      <p:pic>
        <p:nvPicPr>
          <p:cNvPr id="174" name="Picture 17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FCD203-736F-E1EB-1E83-8CAEA1B22B83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40865" y="1205352"/>
            <a:ext cx="73188" cy="73188"/>
          </a:xfrm>
          <a:prstGeom prst="rect">
            <a:avLst/>
          </a:prstGeom>
        </p:spPr>
      </p:pic>
      <p:pic>
        <p:nvPicPr>
          <p:cNvPr id="175" name="Picture 17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D960887-BD7B-C2CE-1249-EAAA8BF24BE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7266" y="1205351"/>
            <a:ext cx="73187" cy="73187"/>
          </a:xfrm>
          <a:prstGeom prst="rect">
            <a:avLst/>
          </a:prstGeom>
        </p:spPr>
      </p:pic>
      <p:pic>
        <p:nvPicPr>
          <p:cNvPr id="176" name="Picture 17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21D9631-A515-D315-3466-6C787B1E1A5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41801" y="1064233"/>
            <a:ext cx="73188" cy="73188"/>
          </a:xfrm>
          <a:prstGeom prst="rect">
            <a:avLst/>
          </a:prstGeom>
        </p:spPr>
      </p:pic>
      <p:pic>
        <p:nvPicPr>
          <p:cNvPr id="177" name="Picture 17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3ED9DC2-19F2-B1EA-F897-0E8B570F1F59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8202" y="1064232"/>
            <a:ext cx="73187" cy="73187"/>
          </a:xfrm>
          <a:prstGeom prst="rect">
            <a:avLst/>
          </a:prstGeom>
        </p:spPr>
      </p:pic>
      <p:pic>
        <p:nvPicPr>
          <p:cNvPr id="178" name="Picture 17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E44A731-2CEF-AC51-A9EB-BA492C596B3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38218" y="1345465"/>
            <a:ext cx="73188" cy="73188"/>
          </a:xfrm>
          <a:prstGeom prst="rect">
            <a:avLst/>
          </a:prstGeom>
        </p:spPr>
      </p:pic>
      <p:pic>
        <p:nvPicPr>
          <p:cNvPr id="179" name="Picture 17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531CD83-F046-A40A-5196-8D0792E4DB21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4619" y="1345464"/>
            <a:ext cx="73187" cy="73187"/>
          </a:xfrm>
          <a:prstGeom prst="rect">
            <a:avLst/>
          </a:prstGeom>
        </p:spPr>
      </p:pic>
      <p:pic>
        <p:nvPicPr>
          <p:cNvPr id="180" name="Picture 17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AE325A0-3FE1-D899-EBBA-BBAE659BB0C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45915" y="1504876"/>
            <a:ext cx="73188" cy="73188"/>
          </a:xfrm>
          <a:prstGeom prst="rect">
            <a:avLst/>
          </a:prstGeom>
        </p:spPr>
      </p:pic>
      <p:pic>
        <p:nvPicPr>
          <p:cNvPr id="181" name="Picture 18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06D05D7-473E-2617-2B26-05442107E05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62316" y="1504875"/>
            <a:ext cx="73187" cy="73187"/>
          </a:xfrm>
          <a:prstGeom prst="rect">
            <a:avLst/>
          </a:prstGeom>
        </p:spPr>
      </p:pic>
      <p:pic>
        <p:nvPicPr>
          <p:cNvPr id="182" name="Picture 18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595762C-55C8-FACA-375E-686EA3D0AB2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45915" y="1645693"/>
            <a:ext cx="73188" cy="73188"/>
          </a:xfrm>
          <a:prstGeom prst="rect">
            <a:avLst/>
          </a:prstGeom>
        </p:spPr>
      </p:pic>
      <p:pic>
        <p:nvPicPr>
          <p:cNvPr id="183" name="Picture 18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74A94F7-C96A-C59C-EA46-0755EAA66466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62316" y="1645692"/>
            <a:ext cx="73187" cy="73187"/>
          </a:xfrm>
          <a:prstGeom prst="rect">
            <a:avLst/>
          </a:prstGeom>
        </p:spPr>
      </p:pic>
      <p:pic>
        <p:nvPicPr>
          <p:cNvPr id="184" name="Picture 18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315A5DE-C2CC-FA5D-AA9E-419DF1FFC1C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43273" y="1790586"/>
            <a:ext cx="73188" cy="73188"/>
          </a:xfrm>
          <a:prstGeom prst="rect">
            <a:avLst/>
          </a:prstGeom>
        </p:spPr>
      </p:pic>
      <p:pic>
        <p:nvPicPr>
          <p:cNvPr id="185" name="Picture 18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CB76EF2-5702-3BC7-9213-625C12D6EDD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9674" y="1790585"/>
            <a:ext cx="73187" cy="73187"/>
          </a:xfrm>
          <a:prstGeom prst="rect">
            <a:avLst/>
          </a:prstGeom>
        </p:spPr>
      </p:pic>
      <p:pic>
        <p:nvPicPr>
          <p:cNvPr id="186" name="Picture 18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E7F60D6-7C8D-4B2A-FF80-21353B5616D8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45915" y="1929755"/>
            <a:ext cx="73188" cy="73188"/>
          </a:xfrm>
          <a:prstGeom prst="rect">
            <a:avLst/>
          </a:prstGeom>
        </p:spPr>
      </p:pic>
      <p:pic>
        <p:nvPicPr>
          <p:cNvPr id="187" name="Picture 18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E81E870-E853-E747-FD4F-B2333527235B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62316" y="1929754"/>
            <a:ext cx="73187" cy="73187"/>
          </a:xfrm>
          <a:prstGeom prst="rect">
            <a:avLst/>
          </a:prstGeom>
        </p:spPr>
      </p:pic>
      <p:pic>
        <p:nvPicPr>
          <p:cNvPr id="188" name="Picture 18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3904D8A-879F-6F57-9DA3-1A0866B22A47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45915" y="2081152"/>
            <a:ext cx="73188" cy="73188"/>
          </a:xfrm>
          <a:prstGeom prst="rect">
            <a:avLst/>
          </a:prstGeom>
        </p:spPr>
      </p:pic>
      <p:pic>
        <p:nvPicPr>
          <p:cNvPr id="189" name="Picture 18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52029D6-496D-8DFE-4509-046113400FC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62316" y="2081151"/>
            <a:ext cx="73187" cy="73187"/>
          </a:xfrm>
          <a:prstGeom prst="rect">
            <a:avLst/>
          </a:prstGeom>
        </p:spPr>
      </p:pic>
      <p:pic>
        <p:nvPicPr>
          <p:cNvPr id="190" name="Picture 18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CBF2569-CB7E-6C10-7719-763D1013CF47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38218" y="2227392"/>
            <a:ext cx="73188" cy="73188"/>
          </a:xfrm>
          <a:prstGeom prst="rect">
            <a:avLst/>
          </a:prstGeom>
        </p:spPr>
      </p:pic>
      <p:pic>
        <p:nvPicPr>
          <p:cNvPr id="191" name="Picture 19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BB3EFF-B4E0-0F67-3A22-23B15EEFD8FA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4619" y="2227391"/>
            <a:ext cx="73187" cy="73187"/>
          </a:xfrm>
          <a:prstGeom prst="rect">
            <a:avLst/>
          </a:prstGeom>
        </p:spPr>
      </p:pic>
      <p:pic>
        <p:nvPicPr>
          <p:cNvPr id="192" name="Picture 19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DF0ACC-1A18-C6A5-E9FA-C9D31EED4D8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36694" y="2353020"/>
            <a:ext cx="73188" cy="73188"/>
          </a:xfrm>
          <a:prstGeom prst="rect">
            <a:avLst/>
          </a:prstGeom>
        </p:spPr>
      </p:pic>
      <p:pic>
        <p:nvPicPr>
          <p:cNvPr id="193" name="Picture 19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3A090D-C4C4-E5D2-F252-DAA348E9250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3095" y="2353019"/>
            <a:ext cx="73187" cy="73187"/>
          </a:xfrm>
          <a:prstGeom prst="rect">
            <a:avLst/>
          </a:prstGeom>
        </p:spPr>
      </p:pic>
      <p:pic>
        <p:nvPicPr>
          <p:cNvPr id="194" name="Picture 19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444A8BE-5E43-FE23-E1FB-A61E819A36B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36694" y="2494367"/>
            <a:ext cx="73188" cy="73188"/>
          </a:xfrm>
          <a:prstGeom prst="rect">
            <a:avLst/>
          </a:prstGeom>
        </p:spPr>
      </p:pic>
      <p:pic>
        <p:nvPicPr>
          <p:cNvPr id="195" name="Picture 19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C09C1EF-3355-B09A-AFAA-13A30A7ABA33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3095" y="2494366"/>
            <a:ext cx="73187" cy="73187"/>
          </a:xfrm>
          <a:prstGeom prst="rect">
            <a:avLst/>
          </a:prstGeom>
        </p:spPr>
      </p:pic>
      <p:pic>
        <p:nvPicPr>
          <p:cNvPr id="196" name="Picture 19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9C4B272-FC2F-1779-99EB-A029112ACF39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33842" y="2647885"/>
            <a:ext cx="73188" cy="73188"/>
          </a:xfrm>
          <a:prstGeom prst="rect">
            <a:avLst/>
          </a:prstGeom>
        </p:spPr>
      </p:pic>
      <p:pic>
        <p:nvPicPr>
          <p:cNvPr id="197" name="Picture 19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9B829FB-74DB-CB22-CB01-2CA56D184ED0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0243" y="2647884"/>
            <a:ext cx="73187" cy="73187"/>
          </a:xfrm>
          <a:prstGeom prst="rect">
            <a:avLst/>
          </a:prstGeom>
        </p:spPr>
      </p:pic>
      <p:pic>
        <p:nvPicPr>
          <p:cNvPr id="198" name="Picture 19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564283A-85F8-2F0A-F877-5AAF762CE263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40865" y="2792777"/>
            <a:ext cx="73188" cy="73188"/>
          </a:xfrm>
          <a:prstGeom prst="rect">
            <a:avLst/>
          </a:prstGeom>
        </p:spPr>
      </p:pic>
      <p:pic>
        <p:nvPicPr>
          <p:cNvPr id="199" name="Picture 19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299EB6-E93C-1228-78F4-D8B7FFB28A4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7266" y="2792776"/>
            <a:ext cx="73187" cy="73187"/>
          </a:xfrm>
          <a:prstGeom prst="rect">
            <a:avLst/>
          </a:prstGeom>
        </p:spPr>
      </p:pic>
      <p:pic>
        <p:nvPicPr>
          <p:cNvPr id="200" name="Picture 19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81C068-3FA8-2568-9AA1-E0BD115A140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42122" y="2935511"/>
            <a:ext cx="73188" cy="73188"/>
          </a:xfrm>
          <a:prstGeom prst="rect">
            <a:avLst/>
          </a:prstGeom>
        </p:spPr>
      </p:pic>
      <p:pic>
        <p:nvPicPr>
          <p:cNvPr id="201" name="Picture 20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B2CB50-0075-CF2D-8AD0-B03D346CA0E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8523" y="2935510"/>
            <a:ext cx="73187" cy="73187"/>
          </a:xfrm>
          <a:prstGeom prst="rect">
            <a:avLst/>
          </a:prstGeom>
        </p:spPr>
      </p:pic>
      <p:pic>
        <p:nvPicPr>
          <p:cNvPr id="202" name="Picture 20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4C7A9A2-3D62-8805-95DC-29A4AACD9F9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33842" y="3074705"/>
            <a:ext cx="73188" cy="73188"/>
          </a:xfrm>
          <a:prstGeom prst="rect">
            <a:avLst/>
          </a:prstGeom>
        </p:spPr>
      </p:pic>
      <p:pic>
        <p:nvPicPr>
          <p:cNvPr id="203" name="Picture 20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571433E-E7E5-5D69-D1AE-C945D97B6AA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0243" y="3074704"/>
            <a:ext cx="73187" cy="73187"/>
          </a:xfrm>
          <a:prstGeom prst="rect">
            <a:avLst/>
          </a:prstGeom>
        </p:spPr>
      </p:pic>
      <p:pic>
        <p:nvPicPr>
          <p:cNvPr id="204" name="Picture 20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6585EFA-6C6E-4ABC-C1F5-BE7EC3D9828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33842" y="3208821"/>
            <a:ext cx="73188" cy="73188"/>
          </a:xfrm>
          <a:prstGeom prst="rect">
            <a:avLst/>
          </a:prstGeom>
        </p:spPr>
      </p:pic>
      <p:pic>
        <p:nvPicPr>
          <p:cNvPr id="205" name="Picture 20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452400-1C37-C228-C2BB-6F8FB4D43F2E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0243" y="3208820"/>
            <a:ext cx="73187" cy="73187"/>
          </a:xfrm>
          <a:prstGeom prst="rect">
            <a:avLst/>
          </a:prstGeom>
        </p:spPr>
      </p:pic>
      <p:pic>
        <p:nvPicPr>
          <p:cNvPr id="206" name="Picture 20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E81BB74-1AEB-936E-8602-58DC1A069C9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33842" y="3356331"/>
            <a:ext cx="73188" cy="73188"/>
          </a:xfrm>
          <a:prstGeom prst="rect">
            <a:avLst/>
          </a:prstGeom>
        </p:spPr>
      </p:pic>
      <p:pic>
        <p:nvPicPr>
          <p:cNvPr id="207" name="Picture 20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B91C0FA-9BA0-B32C-B15C-C4997865F65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0243" y="3356330"/>
            <a:ext cx="73187" cy="7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33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8240"/>
            <a:ext cx="9144000" cy="5191740"/>
          </a:xfrm>
          <a:prstGeom prst="rect">
            <a:avLst/>
          </a:prstGeom>
        </p:spPr>
      </p:pic>
      <p:pic>
        <p:nvPicPr>
          <p:cNvPr id="112" name="Picture 111" descr="A screenshot of a computer&#10;&#10;Description automatically generated">
            <a:extLst>
              <a:ext uri="{FF2B5EF4-FFF2-40B4-BE49-F238E27FC236}">
                <a16:creationId xmlns:a16="http://schemas.microsoft.com/office/drawing/2014/main" id="{A872E888-9D59-82E8-E07E-FF3CC39A5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837" y="730036"/>
            <a:ext cx="6308405" cy="317340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5" y="531604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3818453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5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88" y="372262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12" y="618339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10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32933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1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90710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hlinkClick r:id="rId12" action="ppaction://hlinksldjump"/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45319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14" name="TextBox 13">
            <a:hlinkClick r:id="rId13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48329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83251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4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297" y="1898223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788" y="2245319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10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36378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610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9113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hlinkClick r:id="rId17" action="ppaction://hlinksldjump"/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44282" y="3493347"/>
            <a:ext cx="714099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44282" y="3805204"/>
            <a:ext cx="869553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8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2145" y="2557709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528" y="3815768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312" y="3493721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954" y="2907065"/>
            <a:ext cx="137807" cy="13780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246170" y="3195968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931" y="3208557"/>
            <a:ext cx="137806" cy="137806"/>
          </a:xfrm>
          <a:prstGeom prst="rect">
            <a:avLst/>
          </a:prstGeom>
        </p:spPr>
      </p:pic>
      <p:pic>
        <p:nvPicPr>
          <p:cNvPr id="55" name="Picture 5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301CF18-4800-BD31-129C-3C3D0AC2913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8631" y="1072427"/>
            <a:ext cx="71931" cy="71931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FEB91AE-2F2C-A868-7A4E-0F6EEC2D5B0D}"/>
              </a:ext>
            </a:extLst>
          </p:cNvPr>
          <p:cNvSpPr txBox="1"/>
          <p:nvPr/>
        </p:nvSpPr>
        <p:spPr>
          <a:xfrm>
            <a:off x="59659" y="4635958"/>
            <a:ext cx="1205835" cy="2461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sv-SE" sz="800" dirty="0">
                <a:hlinkClick r:id="rId25"/>
              </a:rPr>
              <a:t>Blazor DataGrid Demos - Overview | Telerik UI for Blazor</a:t>
            </a:r>
            <a:endParaRPr lang="en-US" sz="800" dirty="0" err="1"/>
          </a:p>
        </p:txBody>
      </p:sp>
      <p:sp>
        <p:nvSpPr>
          <p:cNvPr id="86" name="Rectangle: Rounded Corners 85">
            <a:hlinkClick r:id="rId26" action="ppaction://hlinksldjump"/>
            <a:extLst>
              <a:ext uri="{FF2B5EF4-FFF2-40B4-BE49-F238E27FC236}">
                <a16:creationId xmlns:a16="http://schemas.microsoft.com/office/drawing/2014/main" id="{ECB6F7D3-C89A-BFD3-D3C3-1DD74A7F4D13}"/>
              </a:ext>
            </a:extLst>
          </p:cNvPr>
          <p:cNvSpPr/>
          <p:nvPr/>
        </p:nvSpPr>
        <p:spPr>
          <a:xfrm>
            <a:off x="8281218" y="570172"/>
            <a:ext cx="752470" cy="9633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1"/>
                </a:solidFill>
              </a:rPr>
              <a:t>Group-Example</a:t>
            </a:r>
          </a:p>
        </p:txBody>
      </p:sp>
      <p:pic>
        <p:nvPicPr>
          <p:cNvPr id="15" name="Picture 1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150DBE1-469A-9EE0-1AD5-4FF17FBCDDCC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520377" y="924979"/>
            <a:ext cx="64412" cy="64412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EECD0744-7EA9-23C1-363B-5327C46CFF43}"/>
              </a:ext>
            </a:extLst>
          </p:cNvPr>
          <p:cNvSpPr txBox="1"/>
          <p:nvPr/>
        </p:nvSpPr>
        <p:spPr>
          <a:xfrm>
            <a:off x="2177491" y="1026590"/>
            <a:ext cx="5144646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 200                            Customer invoice total          Total amount                    D                                    192500   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F36AD7-8C1D-DDCA-9A01-4DAABA12DBFE}"/>
              </a:ext>
            </a:extLst>
          </p:cNvPr>
          <p:cNvSpPr txBox="1"/>
          <p:nvPr/>
        </p:nvSpPr>
        <p:spPr>
          <a:xfrm>
            <a:off x="1975376" y="1594868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         200                            Customer invoice total           Total amount                    C                                    192500 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56118BF-F047-6BA6-F50C-144BB8E89B03}"/>
              </a:ext>
            </a:extLst>
          </p:cNvPr>
          <p:cNvSpPr txBox="1"/>
          <p:nvPr/>
        </p:nvSpPr>
        <p:spPr>
          <a:xfrm>
            <a:off x="2167790" y="1172807"/>
            <a:ext cx="562492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  255             Customer invoice added cost          Total amount                     C                                    191202 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A8799EB-55E3-2A0D-2833-6D6400B657EE}"/>
              </a:ext>
            </a:extLst>
          </p:cNvPr>
          <p:cNvSpPr txBox="1"/>
          <p:nvPr/>
        </p:nvSpPr>
        <p:spPr>
          <a:xfrm>
            <a:off x="2172640" y="1312920"/>
            <a:ext cx="562492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 202                                        Invoice rounding          Total amount                     C                                    420100 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6885AA6-13E0-A584-481C-D469DC47BA2F}"/>
              </a:ext>
            </a:extLst>
          </p:cNvPr>
          <p:cNvSpPr txBox="1"/>
          <p:nvPr/>
        </p:nvSpPr>
        <p:spPr>
          <a:xfrm>
            <a:off x="2177490" y="1457666"/>
            <a:ext cx="562492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720             Customer invoice rent primary          Total amount                    C                                    192500 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0318E03-B593-4A0F-11C7-86E8A20A06B6}"/>
              </a:ext>
            </a:extLst>
          </p:cNvPr>
          <p:cNvSpPr txBox="1"/>
          <p:nvPr/>
        </p:nvSpPr>
        <p:spPr>
          <a:xfrm>
            <a:off x="1975186" y="1734605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USG400                         Remaining current remt       Remaining rent                    C                                     192107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B9BD450-D9AA-5087-3824-E20C226ED468}"/>
              </a:ext>
            </a:extLst>
          </p:cNvPr>
          <p:cNvSpPr txBox="1"/>
          <p:nvPr/>
        </p:nvSpPr>
        <p:spPr>
          <a:xfrm>
            <a:off x="1974996" y="1880500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USG401                 Remaining non current remt                    Non rent                    C                                     192107        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09DF6EF-594C-B02D-DB04-F783F084D237}"/>
              </a:ext>
            </a:extLst>
          </p:cNvPr>
          <p:cNvSpPr txBox="1"/>
          <p:nvPr/>
        </p:nvSpPr>
        <p:spPr>
          <a:xfrm>
            <a:off x="1974996" y="2019512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USG402                    Remaining current interest         Remaining int                    D                                     192407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92674B8-EF5B-B226-C77F-790759D82E0E}"/>
              </a:ext>
            </a:extLst>
          </p:cNvPr>
          <p:cNvSpPr txBox="1"/>
          <p:nvPr/>
        </p:nvSpPr>
        <p:spPr>
          <a:xfrm>
            <a:off x="1974995" y="2172501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Termination                       070                         Purchase option amount     Purchase price                    C                                     192200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90B6D03-922E-7DDE-53E0-7B1F5CF53516}"/>
              </a:ext>
            </a:extLst>
          </p:cNvPr>
          <p:cNvSpPr txBox="1"/>
          <p:nvPr/>
        </p:nvSpPr>
        <p:spPr>
          <a:xfrm>
            <a:off x="1988983" y="2310631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Termination                       070                         Purchase option amount     Purchase price                    D                                     420420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5AC53FF-82BA-C8B5-CD90-BCFF78EF03DA}"/>
              </a:ext>
            </a:extLst>
          </p:cNvPr>
          <p:cNvSpPr txBox="1"/>
          <p:nvPr/>
        </p:nvSpPr>
        <p:spPr>
          <a:xfrm>
            <a:off x="1985215" y="2457336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Termination                       470                            Settlement net amount             Net amount                    D                                     192030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058A632-8DF3-038A-63F0-412C80162EC2}"/>
              </a:ext>
            </a:extLst>
          </p:cNvPr>
          <p:cNvSpPr txBox="1"/>
          <p:nvPr/>
        </p:nvSpPr>
        <p:spPr>
          <a:xfrm>
            <a:off x="1974994" y="2603555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 Termination                       016            Residual value at contract end      Remaining rent                    C                                     192200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680D352-E1BE-F10E-2883-DCD82765248A}"/>
              </a:ext>
            </a:extLst>
          </p:cNvPr>
          <p:cNvSpPr txBox="1"/>
          <p:nvPr/>
        </p:nvSpPr>
        <p:spPr>
          <a:xfrm>
            <a:off x="1985214" y="2748527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Termination                       016            Residual value at contract end      Remaining rent                    D                                     192107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54D12B9-9C9F-C09E-A0DB-4B9B1EA27BBD}"/>
              </a:ext>
            </a:extLst>
          </p:cNvPr>
          <p:cNvSpPr txBox="1"/>
          <p:nvPr/>
        </p:nvSpPr>
        <p:spPr>
          <a:xfrm>
            <a:off x="1985214" y="2888562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Termination                       400                                      Termination value             Term. value                    D                                     192102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E488209-5FBE-E4DB-D37A-FF882A25C933}"/>
              </a:ext>
            </a:extLst>
          </p:cNvPr>
          <p:cNvSpPr txBox="1"/>
          <p:nvPr/>
        </p:nvSpPr>
        <p:spPr>
          <a:xfrm>
            <a:off x="1974993" y="3041493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 Termination             USG400                         Remaining current remt       Remaining rent                    C                                     192107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E8E9A60-4C03-096B-E9D4-6082BACA8FE7}"/>
              </a:ext>
            </a:extLst>
          </p:cNvPr>
          <p:cNvSpPr txBox="1"/>
          <p:nvPr/>
        </p:nvSpPr>
        <p:spPr>
          <a:xfrm>
            <a:off x="1985213" y="3178616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Termination             USG401                 Remaining non current remt                    Non rent                    C                                     192107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E935A85-8B20-F77C-11EF-9272A1924416}"/>
              </a:ext>
            </a:extLst>
          </p:cNvPr>
          <p:cNvSpPr txBox="1"/>
          <p:nvPr/>
        </p:nvSpPr>
        <p:spPr>
          <a:xfrm>
            <a:off x="1974992" y="3331547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 Termination             USG402                    Remaining current interest               Current Int                    D                                     192407</a:t>
            </a:r>
          </a:p>
        </p:txBody>
      </p:sp>
      <p:pic>
        <p:nvPicPr>
          <p:cNvPr id="131" name="Picture 13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007E7CB-4B8E-C9A1-F36F-A3A2D2D2804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7" y="1205351"/>
            <a:ext cx="71931" cy="71931"/>
          </a:xfrm>
          <a:prstGeom prst="rect">
            <a:avLst/>
          </a:prstGeom>
        </p:spPr>
      </p:pic>
      <p:pic>
        <p:nvPicPr>
          <p:cNvPr id="132" name="Picture 13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E7CEBA-3651-B2A5-674A-30BB987E30B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7" y="1352959"/>
            <a:ext cx="71931" cy="71931"/>
          </a:xfrm>
          <a:prstGeom prst="rect">
            <a:avLst/>
          </a:prstGeom>
        </p:spPr>
      </p:pic>
      <p:pic>
        <p:nvPicPr>
          <p:cNvPr id="133" name="Picture 1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6216A3C-81CA-EEC3-2994-32EDC6B8F5E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7" y="1504875"/>
            <a:ext cx="71931" cy="71931"/>
          </a:xfrm>
          <a:prstGeom prst="rect">
            <a:avLst/>
          </a:prstGeom>
        </p:spPr>
      </p:pic>
      <p:pic>
        <p:nvPicPr>
          <p:cNvPr id="134" name="Picture 13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9803E8D-436E-AFDC-5CAA-73680E019EF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7036" y="1649462"/>
            <a:ext cx="71931" cy="71931"/>
          </a:xfrm>
          <a:prstGeom prst="rect">
            <a:avLst/>
          </a:prstGeom>
        </p:spPr>
      </p:pic>
      <p:pic>
        <p:nvPicPr>
          <p:cNvPr id="135" name="Picture 13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F0E411A-79F8-1604-CD80-90275D5BBF9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7457" y="1788935"/>
            <a:ext cx="71931" cy="71931"/>
          </a:xfrm>
          <a:prstGeom prst="rect">
            <a:avLst/>
          </a:prstGeom>
        </p:spPr>
      </p:pic>
      <p:pic>
        <p:nvPicPr>
          <p:cNvPr id="136" name="Picture 13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24040D2-B1FA-B347-5543-AEE39E7D2C2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7" y="1927236"/>
            <a:ext cx="71931" cy="71931"/>
          </a:xfrm>
          <a:prstGeom prst="rect">
            <a:avLst/>
          </a:prstGeom>
        </p:spPr>
      </p:pic>
      <p:pic>
        <p:nvPicPr>
          <p:cNvPr id="137" name="Picture 13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585B064-5BB6-9612-E351-9D18452B662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6" y="2079882"/>
            <a:ext cx="71931" cy="71931"/>
          </a:xfrm>
          <a:prstGeom prst="rect">
            <a:avLst/>
          </a:prstGeom>
        </p:spPr>
      </p:pic>
      <p:pic>
        <p:nvPicPr>
          <p:cNvPr id="138" name="Picture 13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D0068E3-262B-7F7C-8B30-BF91DB0FFBD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8718" y="2219823"/>
            <a:ext cx="71931" cy="71931"/>
          </a:xfrm>
          <a:prstGeom prst="rect">
            <a:avLst/>
          </a:prstGeom>
        </p:spPr>
      </p:pic>
      <p:pic>
        <p:nvPicPr>
          <p:cNvPr id="141" name="Picture 14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8591ED2-7716-E865-5F91-38417B8069B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8467" y="2351915"/>
            <a:ext cx="71931" cy="71931"/>
          </a:xfrm>
          <a:prstGeom prst="rect">
            <a:avLst/>
          </a:prstGeom>
        </p:spPr>
      </p:pic>
      <p:pic>
        <p:nvPicPr>
          <p:cNvPr id="142" name="Picture 1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AD81FE8-027C-B5A8-D92B-49A710B7DD5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8717" y="2498620"/>
            <a:ext cx="71931" cy="71931"/>
          </a:xfrm>
          <a:prstGeom prst="rect">
            <a:avLst/>
          </a:prstGeom>
        </p:spPr>
      </p:pic>
      <p:pic>
        <p:nvPicPr>
          <p:cNvPr id="143" name="Picture 14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1C60B51-DF04-C4C6-6173-D0D57E1905C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9176" y="2650979"/>
            <a:ext cx="71931" cy="71931"/>
          </a:xfrm>
          <a:prstGeom prst="rect">
            <a:avLst/>
          </a:prstGeom>
        </p:spPr>
      </p:pic>
      <p:pic>
        <p:nvPicPr>
          <p:cNvPr id="144" name="Picture 14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1C419EB-4656-737E-05D0-E00A64D3305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2695" y="2791014"/>
            <a:ext cx="71931" cy="71931"/>
          </a:xfrm>
          <a:prstGeom prst="rect">
            <a:avLst/>
          </a:prstGeom>
        </p:spPr>
      </p:pic>
      <p:pic>
        <p:nvPicPr>
          <p:cNvPr id="145" name="Picture 14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A82C9E0-AC02-290C-E034-28C00CE9972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7035" y="2935510"/>
            <a:ext cx="71931" cy="71931"/>
          </a:xfrm>
          <a:prstGeom prst="rect">
            <a:avLst/>
          </a:prstGeom>
        </p:spPr>
      </p:pic>
      <p:pic>
        <p:nvPicPr>
          <p:cNvPr id="146" name="Picture 14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0F7F41-1B58-CCA3-73A8-4C27EFBB790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5" y="3075143"/>
            <a:ext cx="71931" cy="71931"/>
          </a:xfrm>
          <a:prstGeom prst="rect">
            <a:avLst/>
          </a:prstGeom>
        </p:spPr>
      </p:pic>
      <p:pic>
        <p:nvPicPr>
          <p:cNvPr id="147" name="Picture 14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D0EE958-A441-F52B-DC31-5C6E5334F67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0939" y="3210651"/>
            <a:ext cx="71931" cy="71931"/>
          </a:xfrm>
          <a:prstGeom prst="rect">
            <a:avLst/>
          </a:prstGeom>
        </p:spPr>
      </p:pic>
      <p:pic>
        <p:nvPicPr>
          <p:cNvPr id="148" name="Picture 14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84398C4-2D52-1968-3E99-21D3442E468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7034" y="3357586"/>
            <a:ext cx="71931" cy="71931"/>
          </a:xfrm>
          <a:prstGeom prst="rect">
            <a:avLst/>
          </a:prstGeom>
        </p:spPr>
      </p:pic>
      <p:pic>
        <p:nvPicPr>
          <p:cNvPr id="165" name="Picture 164" descr="A black background with a black square&#10;&#10;Description automatically generated with medium confidence">
            <a:hlinkClick r:id="rId28" action="ppaction://hlinksldjump"/>
            <a:extLst>
              <a:ext uri="{FF2B5EF4-FFF2-40B4-BE49-F238E27FC236}">
                <a16:creationId xmlns:a16="http://schemas.microsoft.com/office/drawing/2014/main" id="{FCF0EBF3-E093-FEE3-C8B8-1E257B974B8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flipV="1">
            <a:off x="1812587" y="1077305"/>
            <a:ext cx="49756" cy="49756"/>
          </a:xfrm>
          <a:prstGeom prst="rect">
            <a:avLst/>
          </a:prstGeom>
        </p:spPr>
      </p:pic>
      <p:pic>
        <p:nvPicPr>
          <p:cNvPr id="166" name="Picture 16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109EAE1-CF3F-DD5E-32F2-DDAA0EF2E23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348961" y="921049"/>
            <a:ext cx="64412" cy="64412"/>
          </a:xfrm>
          <a:prstGeom prst="rect">
            <a:avLst/>
          </a:prstGeom>
        </p:spPr>
      </p:pic>
      <p:pic>
        <p:nvPicPr>
          <p:cNvPr id="167" name="Picture 16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D58E4E0-3C41-D97E-7144-7E35116E3996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286192" y="924328"/>
            <a:ext cx="64412" cy="64412"/>
          </a:xfrm>
          <a:prstGeom prst="rect">
            <a:avLst/>
          </a:prstGeom>
        </p:spPr>
      </p:pic>
      <p:pic>
        <p:nvPicPr>
          <p:cNvPr id="168" name="Picture 16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146462A-7686-A922-135A-56698C3D31F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749814" y="921933"/>
            <a:ext cx="64412" cy="64412"/>
          </a:xfrm>
          <a:prstGeom prst="rect">
            <a:avLst/>
          </a:prstGeom>
        </p:spPr>
      </p:pic>
      <p:pic>
        <p:nvPicPr>
          <p:cNvPr id="169" name="Picture 16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15F1073-C272-D023-9991-A665E601CE2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682895" y="919628"/>
            <a:ext cx="64412" cy="64412"/>
          </a:xfrm>
          <a:prstGeom prst="rect">
            <a:avLst/>
          </a:prstGeom>
        </p:spPr>
      </p:pic>
      <p:pic>
        <p:nvPicPr>
          <p:cNvPr id="170" name="Picture 16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6C6EA6-F94B-1226-DA70-C72A50CD70F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83717" y="930766"/>
            <a:ext cx="64412" cy="64412"/>
          </a:xfrm>
          <a:prstGeom prst="rect">
            <a:avLst/>
          </a:prstGeom>
        </p:spPr>
      </p:pic>
      <p:pic>
        <p:nvPicPr>
          <p:cNvPr id="171" name="Picture 17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2BF8324-AFB3-8491-BC72-AAA0FD77104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52333" y="921322"/>
            <a:ext cx="64412" cy="64412"/>
          </a:xfrm>
          <a:prstGeom prst="rect">
            <a:avLst/>
          </a:prstGeom>
        </p:spPr>
      </p:pic>
      <p:pic>
        <p:nvPicPr>
          <p:cNvPr id="172" name="Picture 17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F5DED57-D8BB-AD71-EB06-B9D2E6D0B84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53155" y="924328"/>
            <a:ext cx="64412" cy="64412"/>
          </a:xfrm>
          <a:prstGeom prst="rect">
            <a:avLst/>
          </a:prstGeom>
        </p:spPr>
      </p:pic>
      <p:pic>
        <p:nvPicPr>
          <p:cNvPr id="173" name="Picture 17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C4338BF-0004-FF85-6AE7-870CBC36C38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68972" y="926564"/>
            <a:ext cx="64412" cy="64412"/>
          </a:xfrm>
          <a:prstGeom prst="rect">
            <a:avLst/>
          </a:prstGeom>
        </p:spPr>
      </p:pic>
      <p:pic>
        <p:nvPicPr>
          <p:cNvPr id="174" name="Picture 17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FCD203-736F-E1EB-1E83-8CAEA1B22B8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40865" y="1205352"/>
            <a:ext cx="73188" cy="73188"/>
          </a:xfrm>
          <a:prstGeom prst="rect">
            <a:avLst/>
          </a:prstGeom>
        </p:spPr>
      </p:pic>
      <p:pic>
        <p:nvPicPr>
          <p:cNvPr id="175" name="Picture 17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D960887-BD7B-C2CE-1249-EAAA8BF24BE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57266" y="1205351"/>
            <a:ext cx="73187" cy="73187"/>
          </a:xfrm>
          <a:prstGeom prst="rect">
            <a:avLst/>
          </a:prstGeom>
        </p:spPr>
      </p:pic>
      <p:pic>
        <p:nvPicPr>
          <p:cNvPr id="176" name="Picture 17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21D9631-A515-D315-3466-6C787B1E1A5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41801" y="1064233"/>
            <a:ext cx="73188" cy="73188"/>
          </a:xfrm>
          <a:prstGeom prst="rect">
            <a:avLst/>
          </a:prstGeom>
        </p:spPr>
      </p:pic>
      <p:pic>
        <p:nvPicPr>
          <p:cNvPr id="177" name="Picture 17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3ED9DC2-19F2-B1EA-F897-0E8B570F1F59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58202" y="1064232"/>
            <a:ext cx="73187" cy="73187"/>
          </a:xfrm>
          <a:prstGeom prst="rect">
            <a:avLst/>
          </a:prstGeom>
        </p:spPr>
      </p:pic>
      <p:pic>
        <p:nvPicPr>
          <p:cNvPr id="178" name="Picture 17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E44A731-2CEF-AC51-A9EB-BA492C596B35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38218" y="1345465"/>
            <a:ext cx="73188" cy="73188"/>
          </a:xfrm>
          <a:prstGeom prst="rect">
            <a:avLst/>
          </a:prstGeom>
        </p:spPr>
      </p:pic>
      <p:pic>
        <p:nvPicPr>
          <p:cNvPr id="179" name="Picture 17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531CD83-F046-A40A-5196-8D0792E4DB2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54619" y="1345464"/>
            <a:ext cx="73187" cy="73187"/>
          </a:xfrm>
          <a:prstGeom prst="rect">
            <a:avLst/>
          </a:prstGeom>
        </p:spPr>
      </p:pic>
      <p:pic>
        <p:nvPicPr>
          <p:cNvPr id="180" name="Picture 17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AE325A0-3FE1-D899-EBBA-BBAE659BB0C5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45915" y="1504876"/>
            <a:ext cx="73188" cy="73188"/>
          </a:xfrm>
          <a:prstGeom prst="rect">
            <a:avLst/>
          </a:prstGeom>
        </p:spPr>
      </p:pic>
      <p:pic>
        <p:nvPicPr>
          <p:cNvPr id="181" name="Picture 18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06D05D7-473E-2617-2B26-05442107E05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62316" y="1504875"/>
            <a:ext cx="73187" cy="73187"/>
          </a:xfrm>
          <a:prstGeom prst="rect">
            <a:avLst/>
          </a:prstGeom>
        </p:spPr>
      </p:pic>
      <p:pic>
        <p:nvPicPr>
          <p:cNvPr id="182" name="Picture 18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595762C-55C8-FACA-375E-686EA3D0AB2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45915" y="1645693"/>
            <a:ext cx="73188" cy="73188"/>
          </a:xfrm>
          <a:prstGeom prst="rect">
            <a:avLst/>
          </a:prstGeom>
        </p:spPr>
      </p:pic>
      <p:pic>
        <p:nvPicPr>
          <p:cNvPr id="183" name="Picture 18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74A94F7-C96A-C59C-EA46-0755EAA6646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62316" y="1645692"/>
            <a:ext cx="73187" cy="73187"/>
          </a:xfrm>
          <a:prstGeom prst="rect">
            <a:avLst/>
          </a:prstGeom>
        </p:spPr>
      </p:pic>
      <p:pic>
        <p:nvPicPr>
          <p:cNvPr id="184" name="Picture 18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315A5DE-C2CC-FA5D-AA9E-419DF1FFC1CC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43273" y="1790586"/>
            <a:ext cx="73188" cy="73188"/>
          </a:xfrm>
          <a:prstGeom prst="rect">
            <a:avLst/>
          </a:prstGeom>
        </p:spPr>
      </p:pic>
      <p:pic>
        <p:nvPicPr>
          <p:cNvPr id="185" name="Picture 18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CB76EF2-5702-3BC7-9213-625C12D6EDD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59674" y="1790585"/>
            <a:ext cx="73187" cy="73187"/>
          </a:xfrm>
          <a:prstGeom prst="rect">
            <a:avLst/>
          </a:prstGeom>
        </p:spPr>
      </p:pic>
      <p:pic>
        <p:nvPicPr>
          <p:cNvPr id="186" name="Picture 18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E7F60D6-7C8D-4B2A-FF80-21353B5616D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45915" y="1929755"/>
            <a:ext cx="73188" cy="73188"/>
          </a:xfrm>
          <a:prstGeom prst="rect">
            <a:avLst/>
          </a:prstGeom>
        </p:spPr>
      </p:pic>
      <p:pic>
        <p:nvPicPr>
          <p:cNvPr id="187" name="Picture 18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E81E870-E853-E747-FD4F-B2333527235B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62316" y="1929754"/>
            <a:ext cx="73187" cy="73187"/>
          </a:xfrm>
          <a:prstGeom prst="rect">
            <a:avLst/>
          </a:prstGeom>
        </p:spPr>
      </p:pic>
      <p:pic>
        <p:nvPicPr>
          <p:cNvPr id="188" name="Picture 18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3904D8A-879F-6F57-9DA3-1A0866B22A4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45915" y="2081152"/>
            <a:ext cx="73188" cy="73188"/>
          </a:xfrm>
          <a:prstGeom prst="rect">
            <a:avLst/>
          </a:prstGeom>
        </p:spPr>
      </p:pic>
      <p:pic>
        <p:nvPicPr>
          <p:cNvPr id="189" name="Picture 18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52029D6-496D-8DFE-4509-046113400FC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62316" y="2081151"/>
            <a:ext cx="73187" cy="73187"/>
          </a:xfrm>
          <a:prstGeom prst="rect">
            <a:avLst/>
          </a:prstGeom>
        </p:spPr>
      </p:pic>
      <p:pic>
        <p:nvPicPr>
          <p:cNvPr id="190" name="Picture 18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CBF2569-CB7E-6C10-7719-763D1013CF4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38218" y="2227392"/>
            <a:ext cx="73188" cy="73188"/>
          </a:xfrm>
          <a:prstGeom prst="rect">
            <a:avLst/>
          </a:prstGeom>
        </p:spPr>
      </p:pic>
      <p:pic>
        <p:nvPicPr>
          <p:cNvPr id="191" name="Picture 19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BB3EFF-B4E0-0F67-3A22-23B15EEFD8F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54619" y="2227391"/>
            <a:ext cx="73187" cy="73187"/>
          </a:xfrm>
          <a:prstGeom prst="rect">
            <a:avLst/>
          </a:prstGeom>
        </p:spPr>
      </p:pic>
      <p:pic>
        <p:nvPicPr>
          <p:cNvPr id="192" name="Picture 19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DF0ACC-1A18-C6A5-E9FA-C9D31EED4D82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36694" y="2353020"/>
            <a:ext cx="73188" cy="73188"/>
          </a:xfrm>
          <a:prstGeom prst="rect">
            <a:avLst/>
          </a:prstGeom>
        </p:spPr>
      </p:pic>
      <p:pic>
        <p:nvPicPr>
          <p:cNvPr id="193" name="Picture 19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3A090D-C4C4-E5D2-F252-DAA348E9250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53095" y="2353019"/>
            <a:ext cx="73187" cy="73187"/>
          </a:xfrm>
          <a:prstGeom prst="rect">
            <a:avLst/>
          </a:prstGeom>
        </p:spPr>
      </p:pic>
      <p:pic>
        <p:nvPicPr>
          <p:cNvPr id="194" name="Picture 19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444A8BE-5E43-FE23-E1FB-A61E819A36B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36694" y="2494367"/>
            <a:ext cx="73188" cy="73188"/>
          </a:xfrm>
          <a:prstGeom prst="rect">
            <a:avLst/>
          </a:prstGeom>
        </p:spPr>
      </p:pic>
      <p:pic>
        <p:nvPicPr>
          <p:cNvPr id="195" name="Picture 19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C09C1EF-3355-B09A-AFAA-13A30A7ABA33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53095" y="2494366"/>
            <a:ext cx="73187" cy="73187"/>
          </a:xfrm>
          <a:prstGeom prst="rect">
            <a:avLst/>
          </a:prstGeom>
        </p:spPr>
      </p:pic>
      <p:pic>
        <p:nvPicPr>
          <p:cNvPr id="196" name="Picture 19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9C4B272-FC2F-1779-99EB-A029112ACF3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33842" y="2647885"/>
            <a:ext cx="73188" cy="73188"/>
          </a:xfrm>
          <a:prstGeom prst="rect">
            <a:avLst/>
          </a:prstGeom>
        </p:spPr>
      </p:pic>
      <p:pic>
        <p:nvPicPr>
          <p:cNvPr id="197" name="Picture 19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9B829FB-74DB-CB22-CB01-2CA56D184ED0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50243" y="2647884"/>
            <a:ext cx="73187" cy="73187"/>
          </a:xfrm>
          <a:prstGeom prst="rect">
            <a:avLst/>
          </a:prstGeom>
        </p:spPr>
      </p:pic>
      <p:pic>
        <p:nvPicPr>
          <p:cNvPr id="198" name="Picture 19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564283A-85F8-2F0A-F877-5AAF762CE26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40865" y="2792777"/>
            <a:ext cx="73188" cy="73188"/>
          </a:xfrm>
          <a:prstGeom prst="rect">
            <a:avLst/>
          </a:prstGeom>
        </p:spPr>
      </p:pic>
      <p:pic>
        <p:nvPicPr>
          <p:cNvPr id="199" name="Picture 19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299EB6-E93C-1228-78F4-D8B7FFB28A4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57266" y="2792776"/>
            <a:ext cx="73187" cy="73187"/>
          </a:xfrm>
          <a:prstGeom prst="rect">
            <a:avLst/>
          </a:prstGeom>
        </p:spPr>
      </p:pic>
      <p:pic>
        <p:nvPicPr>
          <p:cNvPr id="200" name="Picture 19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81C068-3FA8-2568-9AA1-E0BD115A1405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42122" y="2935511"/>
            <a:ext cx="73188" cy="73188"/>
          </a:xfrm>
          <a:prstGeom prst="rect">
            <a:avLst/>
          </a:prstGeom>
        </p:spPr>
      </p:pic>
      <p:pic>
        <p:nvPicPr>
          <p:cNvPr id="201" name="Picture 20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B2CB50-0075-CF2D-8AD0-B03D346CA0E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58523" y="2935510"/>
            <a:ext cx="73187" cy="73187"/>
          </a:xfrm>
          <a:prstGeom prst="rect">
            <a:avLst/>
          </a:prstGeom>
        </p:spPr>
      </p:pic>
      <p:pic>
        <p:nvPicPr>
          <p:cNvPr id="202" name="Picture 20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4C7A9A2-3D62-8805-95DC-29A4AACD9F9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33842" y="3074705"/>
            <a:ext cx="73188" cy="73188"/>
          </a:xfrm>
          <a:prstGeom prst="rect">
            <a:avLst/>
          </a:prstGeom>
        </p:spPr>
      </p:pic>
      <p:pic>
        <p:nvPicPr>
          <p:cNvPr id="203" name="Picture 20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571433E-E7E5-5D69-D1AE-C945D97B6AA8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50243" y="3074704"/>
            <a:ext cx="73187" cy="73187"/>
          </a:xfrm>
          <a:prstGeom prst="rect">
            <a:avLst/>
          </a:prstGeom>
        </p:spPr>
      </p:pic>
      <p:pic>
        <p:nvPicPr>
          <p:cNvPr id="204" name="Picture 20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6585EFA-6C6E-4ABC-C1F5-BE7EC3D9828F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33842" y="3208821"/>
            <a:ext cx="73188" cy="73188"/>
          </a:xfrm>
          <a:prstGeom prst="rect">
            <a:avLst/>
          </a:prstGeom>
        </p:spPr>
      </p:pic>
      <p:pic>
        <p:nvPicPr>
          <p:cNvPr id="205" name="Picture 20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452400-1C37-C228-C2BB-6F8FB4D43F2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50243" y="3208820"/>
            <a:ext cx="73187" cy="73187"/>
          </a:xfrm>
          <a:prstGeom prst="rect">
            <a:avLst/>
          </a:prstGeom>
        </p:spPr>
      </p:pic>
      <p:pic>
        <p:nvPicPr>
          <p:cNvPr id="206" name="Picture 20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E81BB74-1AEB-936E-8602-58DC1A069C91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33842" y="3356331"/>
            <a:ext cx="73188" cy="73188"/>
          </a:xfrm>
          <a:prstGeom prst="rect">
            <a:avLst/>
          </a:prstGeom>
        </p:spPr>
      </p:pic>
      <p:pic>
        <p:nvPicPr>
          <p:cNvPr id="207" name="Picture 20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B91C0FA-9BA0-B32C-B15C-C4997865F658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50243" y="3356330"/>
            <a:ext cx="73187" cy="73187"/>
          </a:xfrm>
          <a:prstGeom prst="rect">
            <a:avLst/>
          </a:prstGeom>
        </p:spPr>
      </p:pic>
      <p:pic>
        <p:nvPicPr>
          <p:cNvPr id="208" name="Picture 207" descr="A screenshot of a screen&#10;&#10;Description automatically generated">
            <a:extLst>
              <a:ext uri="{FF2B5EF4-FFF2-40B4-BE49-F238E27FC236}">
                <a16:creationId xmlns:a16="http://schemas.microsoft.com/office/drawing/2014/main" id="{120657AE-30F8-5F61-CDDC-30A708DE25E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238683" y="1020755"/>
            <a:ext cx="1109299" cy="1260998"/>
          </a:xfrm>
          <a:prstGeom prst="rect">
            <a:avLst/>
          </a:prstGeom>
        </p:spPr>
      </p:pic>
      <p:pic>
        <p:nvPicPr>
          <p:cNvPr id="209" name="Picture 208">
            <a:hlinkClick r:id="rId33" action="ppaction://hlinksldjump"/>
            <a:extLst>
              <a:ext uri="{FF2B5EF4-FFF2-40B4-BE49-F238E27FC236}">
                <a16:creationId xmlns:a16="http://schemas.microsoft.com/office/drawing/2014/main" id="{E7D82F24-2E24-EE74-E50E-D81C7CE5175A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814226" y="2079427"/>
            <a:ext cx="495374" cy="160328"/>
          </a:xfrm>
          <a:prstGeom prst="rect">
            <a:avLst/>
          </a:prstGeom>
        </p:spPr>
      </p:pic>
      <p:pic>
        <p:nvPicPr>
          <p:cNvPr id="210" name="Picture 209">
            <a:hlinkClick r:id="rId35" action="ppaction://hlinksldjump"/>
            <a:extLst>
              <a:ext uri="{FF2B5EF4-FFF2-40B4-BE49-F238E27FC236}">
                <a16:creationId xmlns:a16="http://schemas.microsoft.com/office/drawing/2014/main" id="{A9A42B8A-5877-55E6-DD29-BD2606F82847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286192" y="1180154"/>
            <a:ext cx="1023408" cy="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48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8240"/>
            <a:ext cx="9144000" cy="5191740"/>
          </a:xfrm>
          <a:prstGeom prst="rect">
            <a:avLst/>
          </a:prstGeom>
        </p:spPr>
      </p:pic>
      <p:pic>
        <p:nvPicPr>
          <p:cNvPr id="112" name="Picture 111" descr="A screenshot of a computer&#10;&#10;Description automatically generated">
            <a:extLst>
              <a:ext uri="{FF2B5EF4-FFF2-40B4-BE49-F238E27FC236}">
                <a16:creationId xmlns:a16="http://schemas.microsoft.com/office/drawing/2014/main" id="{A872E888-9D59-82E8-E07E-FF3CC39A5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837" y="730036"/>
            <a:ext cx="6308405" cy="317340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5" y="531604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3818453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5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88" y="372262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12" y="618339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10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32933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1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90710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hlinkClick r:id="rId12" action="ppaction://hlinksldjump"/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45319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14" name="TextBox 13">
            <a:hlinkClick r:id="rId13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48329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83251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4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297" y="1898223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788" y="2245319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10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36378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610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9113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hlinkClick r:id="rId17" action="ppaction://hlinksldjump"/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44282" y="3493347"/>
            <a:ext cx="714099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hlinkClick r:id="rId18" action="ppaction://hlinksldjump"/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44282" y="3805204"/>
            <a:ext cx="869553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9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2145" y="2557709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528" y="3815768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312" y="3493721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954" y="2907065"/>
            <a:ext cx="137807" cy="13780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246170" y="3195968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931" y="3208557"/>
            <a:ext cx="137806" cy="137806"/>
          </a:xfrm>
          <a:prstGeom prst="rect">
            <a:avLst/>
          </a:prstGeom>
        </p:spPr>
      </p:pic>
      <p:pic>
        <p:nvPicPr>
          <p:cNvPr id="55" name="Picture 5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301CF18-4800-BD31-129C-3C3D0AC2913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8631" y="1072427"/>
            <a:ext cx="71931" cy="71931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FEB91AE-2F2C-A868-7A4E-0F6EEC2D5B0D}"/>
              </a:ext>
            </a:extLst>
          </p:cNvPr>
          <p:cNvSpPr txBox="1"/>
          <p:nvPr/>
        </p:nvSpPr>
        <p:spPr>
          <a:xfrm>
            <a:off x="59659" y="4635958"/>
            <a:ext cx="1205835" cy="2461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sv-SE" sz="800" dirty="0">
                <a:hlinkClick r:id="rId26"/>
              </a:rPr>
              <a:t>Blazor DataGrid Demos - Overview | Telerik UI for Blazor</a:t>
            </a:r>
            <a:endParaRPr lang="en-US" sz="800" dirty="0" err="1"/>
          </a:p>
        </p:txBody>
      </p:sp>
      <p:sp>
        <p:nvSpPr>
          <p:cNvPr id="86" name="Rectangle: Rounded Corners 85">
            <a:hlinkClick r:id="rId27" action="ppaction://hlinksldjump"/>
            <a:extLst>
              <a:ext uri="{FF2B5EF4-FFF2-40B4-BE49-F238E27FC236}">
                <a16:creationId xmlns:a16="http://schemas.microsoft.com/office/drawing/2014/main" id="{ECB6F7D3-C89A-BFD3-D3C3-1DD74A7F4D13}"/>
              </a:ext>
            </a:extLst>
          </p:cNvPr>
          <p:cNvSpPr/>
          <p:nvPr/>
        </p:nvSpPr>
        <p:spPr>
          <a:xfrm>
            <a:off x="8281218" y="570172"/>
            <a:ext cx="752470" cy="9633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1"/>
                </a:solidFill>
              </a:rPr>
              <a:t>Group-Example</a:t>
            </a:r>
          </a:p>
        </p:txBody>
      </p:sp>
      <p:pic>
        <p:nvPicPr>
          <p:cNvPr id="15" name="Picture 1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150DBE1-469A-9EE0-1AD5-4FF17FBCDDC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520377" y="924979"/>
            <a:ext cx="64412" cy="64412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EECD0744-7EA9-23C1-363B-5327C46CFF43}"/>
              </a:ext>
            </a:extLst>
          </p:cNvPr>
          <p:cNvSpPr txBox="1"/>
          <p:nvPr/>
        </p:nvSpPr>
        <p:spPr>
          <a:xfrm>
            <a:off x="2177491" y="1026590"/>
            <a:ext cx="5144646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 200                            Customer invoice total          Total amount                    D                                    192500   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F36AD7-8C1D-DDCA-9A01-4DAABA12DBFE}"/>
              </a:ext>
            </a:extLst>
          </p:cNvPr>
          <p:cNvSpPr txBox="1"/>
          <p:nvPr/>
        </p:nvSpPr>
        <p:spPr>
          <a:xfrm>
            <a:off x="1975376" y="1594868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         200                            Customer invoice total           Total amount                    C                                    192500 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56118BF-F047-6BA6-F50C-144BB8E89B03}"/>
              </a:ext>
            </a:extLst>
          </p:cNvPr>
          <p:cNvSpPr txBox="1"/>
          <p:nvPr/>
        </p:nvSpPr>
        <p:spPr>
          <a:xfrm>
            <a:off x="2167790" y="1172807"/>
            <a:ext cx="562492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  255             Customer invoice added cost          Total amount                     C                                    191202 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A8799EB-55E3-2A0D-2833-6D6400B657EE}"/>
              </a:ext>
            </a:extLst>
          </p:cNvPr>
          <p:cNvSpPr txBox="1"/>
          <p:nvPr/>
        </p:nvSpPr>
        <p:spPr>
          <a:xfrm>
            <a:off x="2172640" y="1312920"/>
            <a:ext cx="562492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 202                                        Invoice rounding          Total amount                     C                                    420100 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6885AA6-13E0-A584-481C-D469DC47BA2F}"/>
              </a:ext>
            </a:extLst>
          </p:cNvPr>
          <p:cNvSpPr txBox="1"/>
          <p:nvPr/>
        </p:nvSpPr>
        <p:spPr>
          <a:xfrm>
            <a:off x="2177490" y="1457666"/>
            <a:ext cx="562492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720             Customer invoice rent primary          Total amount                    C                                    192500 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0318E03-B593-4A0F-11C7-86E8A20A06B6}"/>
              </a:ext>
            </a:extLst>
          </p:cNvPr>
          <p:cNvSpPr txBox="1"/>
          <p:nvPr/>
        </p:nvSpPr>
        <p:spPr>
          <a:xfrm>
            <a:off x="1975186" y="1734605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USG400                         Remaining current remt       Remaining rent                    C                                     192107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B9BD450-D9AA-5087-3824-E20C226ED468}"/>
              </a:ext>
            </a:extLst>
          </p:cNvPr>
          <p:cNvSpPr txBox="1"/>
          <p:nvPr/>
        </p:nvSpPr>
        <p:spPr>
          <a:xfrm>
            <a:off x="1974996" y="1880500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USG401                 Remaining non current remt                    Non rent                    C                                     192107        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09DF6EF-594C-B02D-DB04-F783F084D237}"/>
              </a:ext>
            </a:extLst>
          </p:cNvPr>
          <p:cNvSpPr txBox="1"/>
          <p:nvPr/>
        </p:nvSpPr>
        <p:spPr>
          <a:xfrm>
            <a:off x="1974996" y="2019512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USG402                    Remaining current interest         Remaining int                    D                                     192407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92674B8-EF5B-B226-C77F-790759D82E0E}"/>
              </a:ext>
            </a:extLst>
          </p:cNvPr>
          <p:cNvSpPr txBox="1"/>
          <p:nvPr/>
        </p:nvSpPr>
        <p:spPr>
          <a:xfrm>
            <a:off x="1974995" y="2172501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Termination                       070                         Purchase option amount     Purchase price                    C                                     192200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90B6D03-922E-7DDE-53E0-7B1F5CF53516}"/>
              </a:ext>
            </a:extLst>
          </p:cNvPr>
          <p:cNvSpPr txBox="1"/>
          <p:nvPr/>
        </p:nvSpPr>
        <p:spPr>
          <a:xfrm>
            <a:off x="1988983" y="2310631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Termination                       070                         Purchase option amount     Purchase price                    D                                     420420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5AC53FF-82BA-C8B5-CD90-BCFF78EF03DA}"/>
              </a:ext>
            </a:extLst>
          </p:cNvPr>
          <p:cNvSpPr txBox="1"/>
          <p:nvPr/>
        </p:nvSpPr>
        <p:spPr>
          <a:xfrm>
            <a:off x="1985215" y="2457336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Termination                       470                            Settlement net amount             Net amount                    D                                     192030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058A632-8DF3-038A-63F0-412C80162EC2}"/>
              </a:ext>
            </a:extLst>
          </p:cNvPr>
          <p:cNvSpPr txBox="1"/>
          <p:nvPr/>
        </p:nvSpPr>
        <p:spPr>
          <a:xfrm>
            <a:off x="1974994" y="2603555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 Termination                       016            Residual value at contract end      Remaining rent                    C                                     192200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680D352-E1BE-F10E-2883-DCD82765248A}"/>
              </a:ext>
            </a:extLst>
          </p:cNvPr>
          <p:cNvSpPr txBox="1"/>
          <p:nvPr/>
        </p:nvSpPr>
        <p:spPr>
          <a:xfrm>
            <a:off x="1985214" y="2748527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Termination                       016            Residual value at contract end      Remaining rent                    D                                     192107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54D12B9-9C9F-C09E-A0DB-4B9B1EA27BBD}"/>
              </a:ext>
            </a:extLst>
          </p:cNvPr>
          <p:cNvSpPr txBox="1"/>
          <p:nvPr/>
        </p:nvSpPr>
        <p:spPr>
          <a:xfrm>
            <a:off x="1985214" y="2888562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Termination                       400                                      Termination value             Term. value                    D                                     192102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E488209-5FBE-E4DB-D37A-FF882A25C933}"/>
              </a:ext>
            </a:extLst>
          </p:cNvPr>
          <p:cNvSpPr txBox="1"/>
          <p:nvPr/>
        </p:nvSpPr>
        <p:spPr>
          <a:xfrm>
            <a:off x="1974993" y="3041493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 Termination             USG400                         Remaining current remt       Remaining rent                    C                                     192107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E8E9A60-4C03-096B-E9D4-6082BACA8FE7}"/>
              </a:ext>
            </a:extLst>
          </p:cNvPr>
          <p:cNvSpPr txBox="1"/>
          <p:nvPr/>
        </p:nvSpPr>
        <p:spPr>
          <a:xfrm>
            <a:off x="1985213" y="3178616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Termination             USG401                 Remaining non current remt                    Non rent                    C                                     192107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E935A85-8B20-F77C-11EF-9272A1924416}"/>
              </a:ext>
            </a:extLst>
          </p:cNvPr>
          <p:cNvSpPr txBox="1"/>
          <p:nvPr/>
        </p:nvSpPr>
        <p:spPr>
          <a:xfrm>
            <a:off x="1974992" y="3331547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 Termination             USG402                    Remaining current interest               Current Int                    D                                     192407</a:t>
            </a:r>
          </a:p>
        </p:txBody>
      </p:sp>
      <p:pic>
        <p:nvPicPr>
          <p:cNvPr id="131" name="Picture 13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007E7CB-4B8E-C9A1-F36F-A3A2D2D2804E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21937" y="1205351"/>
            <a:ext cx="71931" cy="71931"/>
          </a:xfrm>
          <a:prstGeom prst="rect">
            <a:avLst/>
          </a:prstGeom>
        </p:spPr>
      </p:pic>
      <p:pic>
        <p:nvPicPr>
          <p:cNvPr id="132" name="Picture 13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E7CEBA-3651-B2A5-674A-30BB987E30B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21937" y="1352959"/>
            <a:ext cx="71931" cy="71931"/>
          </a:xfrm>
          <a:prstGeom prst="rect">
            <a:avLst/>
          </a:prstGeom>
        </p:spPr>
      </p:pic>
      <p:pic>
        <p:nvPicPr>
          <p:cNvPr id="133" name="Picture 1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6216A3C-81CA-EEC3-2994-32EDC6B8F5E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21937" y="1504875"/>
            <a:ext cx="71931" cy="71931"/>
          </a:xfrm>
          <a:prstGeom prst="rect">
            <a:avLst/>
          </a:prstGeom>
        </p:spPr>
      </p:pic>
      <p:pic>
        <p:nvPicPr>
          <p:cNvPr id="134" name="Picture 13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9803E8D-436E-AFDC-5CAA-73680E019EF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7036" y="1649462"/>
            <a:ext cx="71931" cy="71931"/>
          </a:xfrm>
          <a:prstGeom prst="rect">
            <a:avLst/>
          </a:prstGeom>
        </p:spPr>
      </p:pic>
      <p:pic>
        <p:nvPicPr>
          <p:cNvPr id="135" name="Picture 13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F0E411A-79F8-1604-CD80-90275D5BBF9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7457" y="1788935"/>
            <a:ext cx="71931" cy="71931"/>
          </a:xfrm>
          <a:prstGeom prst="rect">
            <a:avLst/>
          </a:prstGeom>
        </p:spPr>
      </p:pic>
      <p:pic>
        <p:nvPicPr>
          <p:cNvPr id="136" name="Picture 13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24040D2-B1FA-B347-5543-AEE39E7D2C2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21937" y="1927236"/>
            <a:ext cx="71931" cy="71931"/>
          </a:xfrm>
          <a:prstGeom prst="rect">
            <a:avLst/>
          </a:prstGeom>
        </p:spPr>
      </p:pic>
      <p:pic>
        <p:nvPicPr>
          <p:cNvPr id="137" name="Picture 13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585B064-5BB6-9612-E351-9D18452B662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21936" y="2079882"/>
            <a:ext cx="71931" cy="71931"/>
          </a:xfrm>
          <a:prstGeom prst="rect">
            <a:avLst/>
          </a:prstGeom>
        </p:spPr>
      </p:pic>
      <p:pic>
        <p:nvPicPr>
          <p:cNvPr id="138" name="Picture 13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D0068E3-262B-7F7C-8B30-BF91DB0FFBD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8718" y="2219823"/>
            <a:ext cx="71931" cy="71931"/>
          </a:xfrm>
          <a:prstGeom prst="rect">
            <a:avLst/>
          </a:prstGeom>
        </p:spPr>
      </p:pic>
      <p:pic>
        <p:nvPicPr>
          <p:cNvPr id="141" name="Picture 14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8591ED2-7716-E865-5F91-38417B8069B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28467" y="2351915"/>
            <a:ext cx="71931" cy="71931"/>
          </a:xfrm>
          <a:prstGeom prst="rect">
            <a:avLst/>
          </a:prstGeom>
        </p:spPr>
      </p:pic>
      <p:pic>
        <p:nvPicPr>
          <p:cNvPr id="142" name="Picture 1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AD81FE8-027C-B5A8-D92B-49A710B7DD5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8717" y="2498620"/>
            <a:ext cx="71931" cy="71931"/>
          </a:xfrm>
          <a:prstGeom prst="rect">
            <a:avLst/>
          </a:prstGeom>
        </p:spPr>
      </p:pic>
      <p:pic>
        <p:nvPicPr>
          <p:cNvPr id="143" name="Picture 14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1C60B51-DF04-C4C6-6173-D0D57E1905C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9176" y="2650979"/>
            <a:ext cx="71931" cy="71931"/>
          </a:xfrm>
          <a:prstGeom prst="rect">
            <a:avLst/>
          </a:prstGeom>
        </p:spPr>
      </p:pic>
      <p:pic>
        <p:nvPicPr>
          <p:cNvPr id="144" name="Picture 14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1C419EB-4656-737E-05D0-E00A64D3305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22695" y="2791014"/>
            <a:ext cx="71931" cy="71931"/>
          </a:xfrm>
          <a:prstGeom prst="rect">
            <a:avLst/>
          </a:prstGeom>
        </p:spPr>
      </p:pic>
      <p:pic>
        <p:nvPicPr>
          <p:cNvPr id="145" name="Picture 14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A82C9E0-AC02-290C-E034-28C00CE9972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7035" y="2935510"/>
            <a:ext cx="71931" cy="71931"/>
          </a:xfrm>
          <a:prstGeom prst="rect">
            <a:avLst/>
          </a:prstGeom>
        </p:spPr>
      </p:pic>
      <p:pic>
        <p:nvPicPr>
          <p:cNvPr id="146" name="Picture 14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0F7F41-1B58-CCA3-73A8-4C27EFBB790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21935" y="3075143"/>
            <a:ext cx="71931" cy="71931"/>
          </a:xfrm>
          <a:prstGeom prst="rect">
            <a:avLst/>
          </a:prstGeom>
        </p:spPr>
      </p:pic>
      <p:pic>
        <p:nvPicPr>
          <p:cNvPr id="147" name="Picture 14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D0EE958-A441-F52B-DC31-5C6E5334F67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20939" y="3210651"/>
            <a:ext cx="71931" cy="71931"/>
          </a:xfrm>
          <a:prstGeom prst="rect">
            <a:avLst/>
          </a:prstGeom>
        </p:spPr>
      </p:pic>
      <p:pic>
        <p:nvPicPr>
          <p:cNvPr id="148" name="Picture 14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84398C4-2D52-1968-3E99-21D3442E468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7034" y="3357586"/>
            <a:ext cx="71931" cy="71931"/>
          </a:xfrm>
          <a:prstGeom prst="rect">
            <a:avLst/>
          </a:prstGeom>
        </p:spPr>
      </p:pic>
      <p:pic>
        <p:nvPicPr>
          <p:cNvPr id="165" name="Picture 164" descr="A black background with a black square&#10;&#10;Description automatically generated with medium confidence">
            <a:hlinkClick r:id="rId29" action="ppaction://hlinksldjump"/>
            <a:extLst>
              <a:ext uri="{FF2B5EF4-FFF2-40B4-BE49-F238E27FC236}">
                <a16:creationId xmlns:a16="http://schemas.microsoft.com/office/drawing/2014/main" id="{FCF0EBF3-E093-FEE3-C8B8-1E257B974B85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flipV="1">
            <a:off x="1812587" y="1077305"/>
            <a:ext cx="49756" cy="49756"/>
          </a:xfrm>
          <a:prstGeom prst="rect">
            <a:avLst/>
          </a:prstGeom>
        </p:spPr>
      </p:pic>
      <p:pic>
        <p:nvPicPr>
          <p:cNvPr id="166" name="Picture 16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109EAE1-CF3F-DD5E-32F2-DDAA0EF2E23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348961" y="921049"/>
            <a:ext cx="64412" cy="64412"/>
          </a:xfrm>
          <a:prstGeom prst="rect">
            <a:avLst/>
          </a:prstGeom>
        </p:spPr>
      </p:pic>
      <p:pic>
        <p:nvPicPr>
          <p:cNvPr id="167" name="Picture 16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D58E4E0-3C41-D97E-7144-7E35116E399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286192" y="924328"/>
            <a:ext cx="64412" cy="64412"/>
          </a:xfrm>
          <a:prstGeom prst="rect">
            <a:avLst/>
          </a:prstGeom>
        </p:spPr>
      </p:pic>
      <p:pic>
        <p:nvPicPr>
          <p:cNvPr id="168" name="Picture 16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146462A-7686-A922-135A-56698C3D31F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749814" y="921933"/>
            <a:ext cx="64412" cy="64412"/>
          </a:xfrm>
          <a:prstGeom prst="rect">
            <a:avLst/>
          </a:prstGeom>
        </p:spPr>
      </p:pic>
      <p:pic>
        <p:nvPicPr>
          <p:cNvPr id="169" name="Picture 16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15F1073-C272-D023-9991-A665E601CE2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682895" y="919628"/>
            <a:ext cx="64412" cy="64412"/>
          </a:xfrm>
          <a:prstGeom prst="rect">
            <a:avLst/>
          </a:prstGeom>
        </p:spPr>
      </p:pic>
      <p:pic>
        <p:nvPicPr>
          <p:cNvPr id="170" name="Picture 16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6C6EA6-F94B-1226-DA70-C72A50CD70F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183717" y="930766"/>
            <a:ext cx="64412" cy="64412"/>
          </a:xfrm>
          <a:prstGeom prst="rect">
            <a:avLst/>
          </a:prstGeom>
        </p:spPr>
      </p:pic>
      <p:pic>
        <p:nvPicPr>
          <p:cNvPr id="171" name="Picture 17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2BF8324-AFB3-8491-BC72-AAA0FD77104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652333" y="921322"/>
            <a:ext cx="64412" cy="64412"/>
          </a:xfrm>
          <a:prstGeom prst="rect">
            <a:avLst/>
          </a:prstGeom>
        </p:spPr>
      </p:pic>
      <p:pic>
        <p:nvPicPr>
          <p:cNvPr id="172" name="Picture 17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F5DED57-D8BB-AD71-EB06-B9D2E6D0B84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153155" y="924328"/>
            <a:ext cx="64412" cy="64412"/>
          </a:xfrm>
          <a:prstGeom prst="rect">
            <a:avLst/>
          </a:prstGeom>
        </p:spPr>
      </p:pic>
      <p:pic>
        <p:nvPicPr>
          <p:cNvPr id="173" name="Picture 17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C4338BF-0004-FF85-6AE7-870CBC36C38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568972" y="926564"/>
            <a:ext cx="64412" cy="64412"/>
          </a:xfrm>
          <a:prstGeom prst="rect">
            <a:avLst/>
          </a:prstGeom>
        </p:spPr>
      </p:pic>
      <p:pic>
        <p:nvPicPr>
          <p:cNvPr id="174" name="Picture 17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FCD203-736F-E1EB-1E83-8CAEA1B22B83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40865" y="1205352"/>
            <a:ext cx="73188" cy="73188"/>
          </a:xfrm>
          <a:prstGeom prst="rect">
            <a:avLst/>
          </a:prstGeom>
        </p:spPr>
      </p:pic>
      <p:pic>
        <p:nvPicPr>
          <p:cNvPr id="175" name="Picture 17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D960887-BD7B-C2CE-1249-EAAA8BF24BE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7266" y="1205351"/>
            <a:ext cx="73187" cy="73187"/>
          </a:xfrm>
          <a:prstGeom prst="rect">
            <a:avLst/>
          </a:prstGeom>
        </p:spPr>
      </p:pic>
      <p:pic>
        <p:nvPicPr>
          <p:cNvPr id="176" name="Picture 17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21D9631-A515-D315-3466-6C787B1E1A5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41801" y="1064233"/>
            <a:ext cx="73188" cy="73188"/>
          </a:xfrm>
          <a:prstGeom prst="rect">
            <a:avLst/>
          </a:prstGeom>
        </p:spPr>
      </p:pic>
      <p:pic>
        <p:nvPicPr>
          <p:cNvPr id="177" name="Picture 17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3ED9DC2-19F2-B1EA-F897-0E8B570F1F59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8202" y="1064232"/>
            <a:ext cx="73187" cy="73187"/>
          </a:xfrm>
          <a:prstGeom prst="rect">
            <a:avLst/>
          </a:prstGeom>
        </p:spPr>
      </p:pic>
      <p:pic>
        <p:nvPicPr>
          <p:cNvPr id="178" name="Picture 17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E44A731-2CEF-AC51-A9EB-BA492C596B3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38218" y="1345465"/>
            <a:ext cx="73188" cy="73188"/>
          </a:xfrm>
          <a:prstGeom prst="rect">
            <a:avLst/>
          </a:prstGeom>
        </p:spPr>
      </p:pic>
      <p:pic>
        <p:nvPicPr>
          <p:cNvPr id="179" name="Picture 17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531CD83-F046-A40A-5196-8D0792E4DB21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4619" y="1345464"/>
            <a:ext cx="73187" cy="73187"/>
          </a:xfrm>
          <a:prstGeom prst="rect">
            <a:avLst/>
          </a:prstGeom>
        </p:spPr>
      </p:pic>
      <p:pic>
        <p:nvPicPr>
          <p:cNvPr id="180" name="Picture 17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AE325A0-3FE1-D899-EBBA-BBAE659BB0C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45915" y="1504876"/>
            <a:ext cx="73188" cy="73188"/>
          </a:xfrm>
          <a:prstGeom prst="rect">
            <a:avLst/>
          </a:prstGeom>
        </p:spPr>
      </p:pic>
      <p:pic>
        <p:nvPicPr>
          <p:cNvPr id="181" name="Picture 18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06D05D7-473E-2617-2B26-05442107E05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62316" y="1504875"/>
            <a:ext cx="73187" cy="73187"/>
          </a:xfrm>
          <a:prstGeom prst="rect">
            <a:avLst/>
          </a:prstGeom>
        </p:spPr>
      </p:pic>
      <p:pic>
        <p:nvPicPr>
          <p:cNvPr id="182" name="Picture 18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595762C-55C8-FACA-375E-686EA3D0AB2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45915" y="1645693"/>
            <a:ext cx="73188" cy="73188"/>
          </a:xfrm>
          <a:prstGeom prst="rect">
            <a:avLst/>
          </a:prstGeom>
        </p:spPr>
      </p:pic>
      <p:pic>
        <p:nvPicPr>
          <p:cNvPr id="183" name="Picture 18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74A94F7-C96A-C59C-EA46-0755EAA66466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62316" y="1645692"/>
            <a:ext cx="73187" cy="73187"/>
          </a:xfrm>
          <a:prstGeom prst="rect">
            <a:avLst/>
          </a:prstGeom>
        </p:spPr>
      </p:pic>
      <p:pic>
        <p:nvPicPr>
          <p:cNvPr id="184" name="Picture 18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315A5DE-C2CC-FA5D-AA9E-419DF1FFC1C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43273" y="1790586"/>
            <a:ext cx="73188" cy="73188"/>
          </a:xfrm>
          <a:prstGeom prst="rect">
            <a:avLst/>
          </a:prstGeom>
        </p:spPr>
      </p:pic>
      <p:pic>
        <p:nvPicPr>
          <p:cNvPr id="185" name="Picture 18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CB76EF2-5702-3BC7-9213-625C12D6EDD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9674" y="1790585"/>
            <a:ext cx="73187" cy="73187"/>
          </a:xfrm>
          <a:prstGeom prst="rect">
            <a:avLst/>
          </a:prstGeom>
        </p:spPr>
      </p:pic>
      <p:pic>
        <p:nvPicPr>
          <p:cNvPr id="186" name="Picture 18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E7F60D6-7C8D-4B2A-FF80-21353B5616D8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45915" y="1929755"/>
            <a:ext cx="73188" cy="73188"/>
          </a:xfrm>
          <a:prstGeom prst="rect">
            <a:avLst/>
          </a:prstGeom>
        </p:spPr>
      </p:pic>
      <p:pic>
        <p:nvPicPr>
          <p:cNvPr id="187" name="Picture 18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E81E870-E853-E747-FD4F-B2333527235B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62316" y="1929754"/>
            <a:ext cx="73187" cy="73187"/>
          </a:xfrm>
          <a:prstGeom prst="rect">
            <a:avLst/>
          </a:prstGeom>
        </p:spPr>
      </p:pic>
      <p:pic>
        <p:nvPicPr>
          <p:cNvPr id="188" name="Picture 18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3904D8A-879F-6F57-9DA3-1A0866B22A47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45915" y="2081152"/>
            <a:ext cx="73188" cy="73188"/>
          </a:xfrm>
          <a:prstGeom prst="rect">
            <a:avLst/>
          </a:prstGeom>
        </p:spPr>
      </p:pic>
      <p:pic>
        <p:nvPicPr>
          <p:cNvPr id="189" name="Picture 18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52029D6-496D-8DFE-4509-046113400FC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62316" y="2081151"/>
            <a:ext cx="73187" cy="73187"/>
          </a:xfrm>
          <a:prstGeom prst="rect">
            <a:avLst/>
          </a:prstGeom>
        </p:spPr>
      </p:pic>
      <p:pic>
        <p:nvPicPr>
          <p:cNvPr id="190" name="Picture 18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CBF2569-CB7E-6C10-7719-763D1013CF47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38218" y="2227392"/>
            <a:ext cx="73188" cy="73188"/>
          </a:xfrm>
          <a:prstGeom prst="rect">
            <a:avLst/>
          </a:prstGeom>
        </p:spPr>
      </p:pic>
      <p:pic>
        <p:nvPicPr>
          <p:cNvPr id="191" name="Picture 19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BB3EFF-B4E0-0F67-3A22-23B15EEFD8FA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4619" y="2227391"/>
            <a:ext cx="73187" cy="73187"/>
          </a:xfrm>
          <a:prstGeom prst="rect">
            <a:avLst/>
          </a:prstGeom>
        </p:spPr>
      </p:pic>
      <p:pic>
        <p:nvPicPr>
          <p:cNvPr id="192" name="Picture 19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DF0ACC-1A18-C6A5-E9FA-C9D31EED4D8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36694" y="2353020"/>
            <a:ext cx="73188" cy="73188"/>
          </a:xfrm>
          <a:prstGeom prst="rect">
            <a:avLst/>
          </a:prstGeom>
        </p:spPr>
      </p:pic>
      <p:pic>
        <p:nvPicPr>
          <p:cNvPr id="193" name="Picture 19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3A090D-C4C4-E5D2-F252-DAA348E9250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3095" y="2353019"/>
            <a:ext cx="73187" cy="73187"/>
          </a:xfrm>
          <a:prstGeom prst="rect">
            <a:avLst/>
          </a:prstGeom>
        </p:spPr>
      </p:pic>
      <p:pic>
        <p:nvPicPr>
          <p:cNvPr id="194" name="Picture 19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444A8BE-5E43-FE23-E1FB-A61E819A36B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36694" y="2494367"/>
            <a:ext cx="73188" cy="73188"/>
          </a:xfrm>
          <a:prstGeom prst="rect">
            <a:avLst/>
          </a:prstGeom>
        </p:spPr>
      </p:pic>
      <p:pic>
        <p:nvPicPr>
          <p:cNvPr id="195" name="Picture 19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C09C1EF-3355-B09A-AFAA-13A30A7ABA33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3095" y="2494366"/>
            <a:ext cx="73187" cy="73187"/>
          </a:xfrm>
          <a:prstGeom prst="rect">
            <a:avLst/>
          </a:prstGeom>
        </p:spPr>
      </p:pic>
      <p:pic>
        <p:nvPicPr>
          <p:cNvPr id="196" name="Picture 19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9C4B272-FC2F-1779-99EB-A029112ACF39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33842" y="2647885"/>
            <a:ext cx="73188" cy="73188"/>
          </a:xfrm>
          <a:prstGeom prst="rect">
            <a:avLst/>
          </a:prstGeom>
        </p:spPr>
      </p:pic>
      <p:pic>
        <p:nvPicPr>
          <p:cNvPr id="197" name="Picture 19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9B829FB-74DB-CB22-CB01-2CA56D184ED0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0243" y="2647884"/>
            <a:ext cx="73187" cy="73187"/>
          </a:xfrm>
          <a:prstGeom prst="rect">
            <a:avLst/>
          </a:prstGeom>
        </p:spPr>
      </p:pic>
      <p:pic>
        <p:nvPicPr>
          <p:cNvPr id="198" name="Picture 19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564283A-85F8-2F0A-F877-5AAF762CE263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40865" y="2792777"/>
            <a:ext cx="73188" cy="73188"/>
          </a:xfrm>
          <a:prstGeom prst="rect">
            <a:avLst/>
          </a:prstGeom>
        </p:spPr>
      </p:pic>
      <p:pic>
        <p:nvPicPr>
          <p:cNvPr id="199" name="Picture 19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299EB6-E93C-1228-78F4-D8B7FFB28A4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7266" y="2792776"/>
            <a:ext cx="73187" cy="73187"/>
          </a:xfrm>
          <a:prstGeom prst="rect">
            <a:avLst/>
          </a:prstGeom>
        </p:spPr>
      </p:pic>
      <p:pic>
        <p:nvPicPr>
          <p:cNvPr id="200" name="Picture 19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81C068-3FA8-2568-9AA1-E0BD115A140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42122" y="2935511"/>
            <a:ext cx="73188" cy="73188"/>
          </a:xfrm>
          <a:prstGeom prst="rect">
            <a:avLst/>
          </a:prstGeom>
        </p:spPr>
      </p:pic>
      <p:pic>
        <p:nvPicPr>
          <p:cNvPr id="201" name="Picture 20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B2CB50-0075-CF2D-8AD0-B03D346CA0E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8523" y="2935510"/>
            <a:ext cx="73187" cy="73187"/>
          </a:xfrm>
          <a:prstGeom prst="rect">
            <a:avLst/>
          </a:prstGeom>
        </p:spPr>
      </p:pic>
      <p:pic>
        <p:nvPicPr>
          <p:cNvPr id="202" name="Picture 20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4C7A9A2-3D62-8805-95DC-29A4AACD9F9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33842" y="3074705"/>
            <a:ext cx="73188" cy="73188"/>
          </a:xfrm>
          <a:prstGeom prst="rect">
            <a:avLst/>
          </a:prstGeom>
        </p:spPr>
      </p:pic>
      <p:pic>
        <p:nvPicPr>
          <p:cNvPr id="203" name="Picture 20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571433E-E7E5-5D69-D1AE-C945D97B6AA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0243" y="3074704"/>
            <a:ext cx="73187" cy="73187"/>
          </a:xfrm>
          <a:prstGeom prst="rect">
            <a:avLst/>
          </a:prstGeom>
        </p:spPr>
      </p:pic>
      <p:pic>
        <p:nvPicPr>
          <p:cNvPr id="204" name="Picture 20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6585EFA-6C6E-4ABC-C1F5-BE7EC3D9828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33842" y="3208821"/>
            <a:ext cx="73188" cy="73188"/>
          </a:xfrm>
          <a:prstGeom prst="rect">
            <a:avLst/>
          </a:prstGeom>
        </p:spPr>
      </p:pic>
      <p:pic>
        <p:nvPicPr>
          <p:cNvPr id="205" name="Picture 20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452400-1C37-C228-C2BB-6F8FB4D43F2E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0243" y="3208820"/>
            <a:ext cx="73187" cy="73187"/>
          </a:xfrm>
          <a:prstGeom prst="rect">
            <a:avLst/>
          </a:prstGeom>
        </p:spPr>
      </p:pic>
      <p:pic>
        <p:nvPicPr>
          <p:cNvPr id="206" name="Picture 20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E81BB74-1AEB-936E-8602-58DC1A069C9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33842" y="3356331"/>
            <a:ext cx="73188" cy="73188"/>
          </a:xfrm>
          <a:prstGeom prst="rect">
            <a:avLst/>
          </a:prstGeom>
        </p:spPr>
      </p:pic>
      <p:pic>
        <p:nvPicPr>
          <p:cNvPr id="207" name="Picture 20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B91C0FA-9BA0-B32C-B15C-C4997865F65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0243" y="3356330"/>
            <a:ext cx="73187" cy="73187"/>
          </a:xfrm>
          <a:prstGeom prst="rect">
            <a:avLst/>
          </a:prstGeom>
        </p:spPr>
      </p:pic>
      <p:pic>
        <p:nvPicPr>
          <p:cNvPr id="208" name="Picture 207" descr="A screenshot of a screen&#10;&#10;Description automatically generated">
            <a:extLst>
              <a:ext uri="{FF2B5EF4-FFF2-40B4-BE49-F238E27FC236}">
                <a16:creationId xmlns:a16="http://schemas.microsoft.com/office/drawing/2014/main" id="{120657AE-30F8-5F61-CDDC-30A708DE25E2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238683" y="1020755"/>
            <a:ext cx="1109299" cy="1260998"/>
          </a:xfrm>
          <a:prstGeom prst="rect">
            <a:avLst/>
          </a:prstGeom>
        </p:spPr>
      </p:pic>
      <p:pic>
        <p:nvPicPr>
          <p:cNvPr id="209" name="Picture 208">
            <a:hlinkClick r:id="rId18" action="ppaction://hlinksldjump"/>
            <a:extLst>
              <a:ext uri="{FF2B5EF4-FFF2-40B4-BE49-F238E27FC236}">
                <a16:creationId xmlns:a16="http://schemas.microsoft.com/office/drawing/2014/main" id="{E7D82F24-2E24-EE74-E50E-D81C7CE5175A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814226" y="2079427"/>
            <a:ext cx="495374" cy="160328"/>
          </a:xfrm>
          <a:prstGeom prst="rect">
            <a:avLst/>
          </a:prstGeom>
        </p:spPr>
      </p:pic>
      <p:pic>
        <p:nvPicPr>
          <p:cNvPr id="210" name="Picture 209">
            <a:hlinkClick r:id="rId35" action="ppaction://hlinksldjump"/>
            <a:extLst>
              <a:ext uri="{FF2B5EF4-FFF2-40B4-BE49-F238E27FC236}">
                <a16:creationId xmlns:a16="http://schemas.microsoft.com/office/drawing/2014/main" id="{A9A42B8A-5877-55E6-DD29-BD2606F82847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286192" y="1180154"/>
            <a:ext cx="1023408" cy="159000"/>
          </a:xfrm>
          <a:prstGeom prst="rect">
            <a:avLst/>
          </a:prstGeom>
        </p:spPr>
      </p:pic>
      <p:pic>
        <p:nvPicPr>
          <p:cNvPr id="4" name="Picture 3">
            <a:hlinkClick r:id="rId37" action="ppaction://hlinksldjump"/>
            <a:extLst>
              <a:ext uri="{FF2B5EF4-FFF2-40B4-BE49-F238E27FC236}">
                <a16:creationId xmlns:a16="http://schemas.microsoft.com/office/drawing/2014/main" id="{E929C369-757B-4FFF-1AB9-2A9327DAC0FF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290233" y="1314641"/>
            <a:ext cx="1006198" cy="80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41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8240"/>
            <a:ext cx="9144000" cy="5191740"/>
          </a:xfrm>
          <a:prstGeom prst="rect">
            <a:avLst/>
          </a:prstGeom>
        </p:spPr>
      </p:pic>
      <p:pic>
        <p:nvPicPr>
          <p:cNvPr id="13" name="Picture 12" descr="A screenshot of a calendar&#10;&#10;Description automatically generated">
            <a:extLst>
              <a:ext uri="{FF2B5EF4-FFF2-40B4-BE49-F238E27FC236}">
                <a16:creationId xmlns:a16="http://schemas.microsoft.com/office/drawing/2014/main" id="{482DFC64-CD78-4A89-B717-AED4C934A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837" y="739410"/>
            <a:ext cx="6305018" cy="326952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5" y="531604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3818453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5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88" y="372262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12" y="618339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10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32933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1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90710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hlinkClick r:id="rId12" action="ppaction://hlinksldjump"/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45319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14" name="TextBox 13">
            <a:hlinkClick r:id="rId13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48329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83251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4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297" y="1898223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788" y="2245319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10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36378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610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9113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hlinkClick r:id="rId17" action="ppaction://hlinksldjump"/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44282" y="3493347"/>
            <a:ext cx="714099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44282" y="3805204"/>
            <a:ext cx="869553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8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2145" y="2557709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528" y="3815768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312" y="3493721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954" y="2907065"/>
            <a:ext cx="137807" cy="13780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246170" y="3195968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931" y="3208557"/>
            <a:ext cx="137806" cy="137806"/>
          </a:xfrm>
          <a:prstGeom prst="rect">
            <a:avLst/>
          </a:prstGeom>
        </p:spPr>
      </p:pic>
      <p:pic>
        <p:nvPicPr>
          <p:cNvPr id="55" name="Picture 5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301CF18-4800-BD31-129C-3C3D0AC2913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8631" y="1072427"/>
            <a:ext cx="71931" cy="71931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FEB91AE-2F2C-A868-7A4E-0F6EEC2D5B0D}"/>
              </a:ext>
            </a:extLst>
          </p:cNvPr>
          <p:cNvSpPr txBox="1"/>
          <p:nvPr/>
        </p:nvSpPr>
        <p:spPr>
          <a:xfrm>
            <a:off x="59659" y="4635958"/>
            <a:ext cx="1205835" cy="2461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sv-SE" sz="800" dirty="0">
                <a:hlinkClick r:id="rId25"/>
              </a:rPr>
              <a:t>Blazor DataGrid Demos - Overview | Telerik UI for Blazor</a:t>
            </a:r>
            <a:endParaRPr lang="en-US" sz="800" dirty="0" err="1"/>
          </a:p>
        </p:txBody>
      </p:sp>
      <p:sp>
        <p:nvSpPr>
          <p:cNvPr id="86" name="Rectangle: Rounded Corners 85">
            <a:hlinkClick r:id="rId26" action="ppaction://hlinksldjump"/>
            <a:extLst>
              <a:ext uri="{FF2B5EF4-FFF2-40B4-BE49-F238E27FC236}">
                <a16:creationId xmlns:a16="http://schemas.microsoft.com/office/drawing/2014/main" id="{ECB6F7D3-C89A-BFD3-D3C3-1DD74A7F4D13}"/>
              </a:ext>
            </a:extLst>
          </p:cNvPr>
          <p:cNvSpPr/>
          <p:nvPr/>
        </p:nvSpPr>
        <p:spPr>
          <a:xfrm>
            <a:off x="8281218" y="570172"/>
            <a:ext cx="752470" cy="9633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1"/>
                </a:solidFill>
              </a:rPr>
              <a:t>Group-Example</a:t>
            </a:r>
          </a:p>
        </p:txBody>
      </p:sp>
      <p:pic>
        <p:nvPicPr>
          <p:cNvPr id="15" name="Picture 1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150DBE1-469A-9EE0-1AD5-4FF17FBCDDCC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520377" y="924979"/>
            <a:ext cx="64412" cy="64412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EECD0744-7EA9-23C1-363B-5327C46CFF43}"/>
              </a:ext>
            </a:extLst>
          </p:cNvPr>
          <p:cNvSpPr txBox="1"/>
          <p:nvPr/>
        </p:nvSpPr>
        <p:spPr>
          <a:xfrm>
            <a:off x="2177491" y="1026590"/>
            <a:ext cx="5144646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 200                            Customer invoice total          Total amount                    D                                    192500   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F36AD7-8C1D-DDCA-9A01-4DAABA12DBFE}"/>
              </a:ext>
            </a:extLst>
          </p:cNvPr>
          <p:cNvSpPr txBox="1"/>
          <p:nvPr/>
        </p:nvSpPr>
        <p:spPr>
          <a:xfrm>
            <a:off x="1975376" y="2274132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         200                            Customer invoice total           Total amount                    C                                    192500 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56118BF-F047-6BA6-F50C-144BB8E89B03}"/>
              </a:ext>
            </a:extLst>
          </p:cNvPr>
          <p:cNvSpPr txBox="1"/>
          <p:nvPr/>
        </p:nvSpPr>
        <p:spPr>
          <a:xfrm>
            <a:off x="2167790" y="1845539"/>
            <a:ext cx="562492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  255             Customer invoice added cost          Total amount                     C                                    191202 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A8799EB-55E3-2A0D-2833-6D6400B657EE}"/>
              </a:ext>
            </a:extLst>
          </p:cNvPr>
          <p:cNvSpPr txBox="1"/>
          <p:nvPr/>
        </p:nvSpPr>
        <p:spPr>
          <a:xfrm>
            <a:off x="2172640" y="1985652"/>
            <a:ext cx="562492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 202                                        Invoice rounding          Total amount                     C                                    420100 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6885AA6-13E0-A584-481C-D469DC47BA2F}"/>
              </a:ext>
            </a:extLst>
          </p:cNvPr>
          <p:cNvSpPr txBox="1"/>
          <p:nvPr/>
        </p:nvSpPr>
        <p:spPr>
          <a:xfrm>
            <a:off x="2177490" y="2130398"/>
            <a:ext cx="562492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720             Customer invoice rent primary          Total amount                    C                                    192500 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0318E03-B593-4A0F-11C7-86E8A20A06B6}"/>
              </a:ext>
            </a:extLst>
          </p:cNvPr>
          <p:cNvSpPr txBox="1"/>
          <p:nvPr/>
        </p:nvSpPr>
        <p:spPr>
          <a:xfrm>
            <a:off x="1975186" y="2413869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USG400                         Remaining current remt       Remaining rent                    C                                     192107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B9BD450-D9AA-5087-3824-E20C226ED468}"/>
              </a:ext>
            </a:extLst>
          </p:cNvPr>
          <p:cNvSpPr txBox="1"/>
          <p:nvPr/>
        </p:nvSpPr>
        <p:spPr>
          <a:xfrm>
            <a:off x="1974996" y="2559764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USG401                 Remaining non current remt                    Non rent                    C                                     192107        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09DF6EF-594C-B02D-DB04-F783F084D237}"/>
              </a:ext>
            </a:extLst>
          </p:cNvPr>
          <p:cNvSpPr txBox="1"/>
          <p:nvPr/>
        </p:nvSpPr>
        <p:spPr>
          <a:xfrm>
            <a:off x="1974996" y="2698776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USG402                    Remaining current interest         Remaining int                    D                                     192407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92674B8-EF5B-B226-C77F-790759D82E0E}"/>
              </a:ext>
            </a:extLst>
          </p:cNvPr>
          <p:cNvSpPr txBox="1"/>
          <p:nvPr/>
        </p:nvSpPr>
        <p:spPr>
          <a:xfrm>
            <a:off x="1974995" y="2851765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Termination                       070                         Purchase option amount     Purchase price                    C                                     192200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90B6D03-922E-7DDE-53E0-7B1F5CF53516}"/>
              </a:ext>
            </a:extLst>
          </p:cNvPr>
          <p:cNvSpPr txBox="1"/>
          <p:nvPr/>
        </p:nvSpPr>
        <p:spPr>
          <a:xfrm>
            <a:off x="1988983" y="2989895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Termination                       070                         Purchase option amount     Purchase price                    D                                     420420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5AC53FF-82BA-C8B5-CD90-BCFF78EF03DA}"/>
              </a:ext>
            </a:extLst>
          </p:cNvPr>
          <p:cNvSpPr txBox="1"/>
          <p:nvPr/>
        </p:nvSpPr>
        <p:spPr>
          <a:xfrm>
            <a:off x="1985215" y="3136600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Termination                       470                            Settlement net amount             Net amount                    D                                     192030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058A632-8DF3-038A-63F0-412C80162EC2}"/>
              </a:ext>
            </a:extLst>
          </p:cNvPr>
          <p:cNvSpPr txBox="1"/>
          <p:nvPr/>
        </p:nvSpPr>
        <p:spPr>
          <a:xfrm>
            <a:off x="1974994" y="3282819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 Termination                       016            Residual value at contract end      Remaining rent                    C                                     192200</a:t>
            </a:r>
          </a:p>
        </p:txBody>
      </p:sp>
      <p:pic>
        <p:nvPicPr>
          <p:cNvPr id="136" name="Picture 13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24040D2-B1FA-B347-5543-AEE39E7D2C2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7" y="1927236"/>
            <a:ext cx="71931" cy="71931"/>
          </a:xfrm>
          <a:prstGeom prst="rect">
            <a:avLst/>
          </a:prstGeom>
        </p:spPr>
      </p:pic>
      <p:pic>
        <p:nvPicPr>
          <p:cNvPr id="137" name="Picture 13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585B064-5BB6-9612-E351-9D18452B662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6" y="2079882"/>
            <a:ext cx="71931" cy="71931"/>
          </a:xfrm>
          <a:prstGeom prst="rect">
            <a:avLst/>
          </a:prstGeom>
        </p:spPr>
      </p:pic>
      <p:pic>
        <p:nvPicPr>
          <p:cNvPr id="138" name="Picture 13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D0068E3-262B-7F7C-8B30-BF91DB0FFBD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8718" y="2219823"/>
            <a:ext cx="71931" cy="71931"/>
          </a:xfrm>
          <a:prstGeom prst="rect">
            <a:avLst/>
          </a:prstGeom>
        </p:spPr>
      </p:pic>
      <p:pic>
        <p:nvPicPr>
          <p:cNvPr id="141" name="Picture 14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8591ED2-7716-E865-5F91-38417B8069B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8467" y="2351915"/>
            <a:ext cx="71931" cy="71931"/>
          </a:xfrm>
          <a:prstGeom prst="rect">
            <a:avLst/>
          </a:prstGeom>
        </p:spPr>
      </p:pic>
      <p:pic>
        <p:nvPicPr>
          <p:cNvPr id="142" name="Picture 1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AD81FE8-027C-B5A8-D92B-49A710B7DD5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8717" y="2498620"/>
            <a:ext cx="71931" cy="71931"/>
          </a:xfrm>
          <a:prstGeom prst="rect">
            <a:avLst/>
          </a:prstGeom>
        </p:spPr>
      </p:pic>
      <p:pic>
        <p:nvPicPr>
          <p:cNvPr id="143" name="Picture 14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1C60B51-DF04-C4C6-6173-D0D57E1905C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9176" y="2650979"/>
            <a:ext cx="71931" cy="71931"/>
          </a:xfrm>
          <a:prstGeom prst="rect">
            <a:avLst/>
          </a:prstGeom>
        </p:spPr>
      </p:pic>
      <p:pic>
        <p:nvPicPr>
          <p:cNvPr id="144" name="Picture 14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1C419EB-4656-737E-05D0-E00A64D3305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2695" y="2791014"/>
            <a:ext cx="71931" cy="71931"/>
          </a:xfrm>
          <a:prstGeom prst="rect">
            <a:avLst/>
          </a:prstGeom>
        </p:spPr>
      </p:pic>
      <p:pic>
        <p:nvPicPr>
          <p:cNvPr id="145" name="Picture 14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A82C9E0-AC02-290C-E034-28C00CE9972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7035" y="2935510"/>
            <a:ext cx="71931" cy="71931"/>
          </a:xfrm>
          <a:prstGeom prst="rect">
            <a:avLst/>
          </a:prstGeom>
        </p:spPr>
      </p:pic>
      <p:pic>
        <p:nvPicPr>
          <p:cNvPr id="146" name="Picture 14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0F7F41-1B58-CCA3-73A8-4C27EFBB790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5" y="3075143"/>
            <a:ext cx="71931" cy="71931"/>
          </a:xfrm>
          <a:prstGeom prst="rect">
            <a:avLst/>
          </a:prstGeom>
        </p:spPr>
      </p:pic>
      <p:pic>
        <p:nvPicPr>
          <p:cNvPr id="147" name="Picture 14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D0EE958-A441-F52B-DC31-5C6E5334F67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0939" y="3210651"/>
            <a:ext cx="71931" cy="71931"/>
          </a:xfrm>
          <a:prstGeom prst="rect">
            <a:avLst/>
          </a:prstGeom>
        </p:spPr>
      </p:pic>
      <p:pic>
        <p:nvPicPr>
          <p:cNvPr id="148" name="Picture 14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84398C4-2D52-1968-3E99-21D3442E468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7034" y="3357586"/>
            <a:ext cx="71931" cy="71931"/>
          </a:xfrm>
          <a:prstGeom prst="rect">
            <a:avLst/>
          </a:prstGeom>
        </p:spPr>
      </p:pic>
      <p:pic>
        <p:nvPicPr>
          <p:cNvPr id="166" name="Picture 16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109EAE1-CF3F-DD5E-32F2-DDAA0EF2E23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348961" y="921049"/>
            <a:ext cx="64412" cy="64412"/>
          </a:xfrm>
          <a:prstGeom prst="rect">
            <a:avLst/>
          </a:prstGeom>
        </p:spPr>
      </p:pic>
      <p:pic>
        <p:nvPicPr>
          <p:cNvPr id="167" name="Picture 16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D58E4E0-3C41-D97E-7144-7E35116E3996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286192" y="924328"/>
            <a:ext cx="64412" cy="64412"/>
          </a:xfrm>
          <a:prstGeom prst="rect">
            <a:avLst/>
          </a:prstGeom>
        </p:spPr>
      </p:pic>
      <p:pic>
        <p:nvPicPr>
          <p:cNvPr id="168" name="Picture 16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146462A-7686-A922-135A-56698C3D31F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749814" y="921933"/>
            <a:ext cx="64412" cy="64412"/>
          </a:xfrm>
          <a:prstGeom prst="rect">
            <a:avLst/>
          </a:prstGeom>
        </p:spPr>
      </p:pic>
      <p:pic>
        <p:nvPicPr>
          <p:cNvPr id="169" name="Picture 16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15F1073-C272-D023-9991-A665E601CE2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682895" y="919628"/>
            <a:ext cx="64412" cy="64412"/>
          </a:xfrm>
          <a:prstGeom prst="rect">
            <a:avLst/>
          </a:prstGeom>
        </p:spPr>
      </p:pic>
      <p:pic>
        <p:nvPicPr>
          <p:cNvPr id="170" name="Picture 16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6C6EA6-F94B-1226-DA70-C72A50CD70F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83717" y="930766"/>
            <a:ext cx="64412" cy="64412"/>
          </a:xfrm>
          <a:prstGeom prst="rect">
            <a:avLst/>
          </a:prstGeom>
        </p:spPr>
      </p:pic>
      <p:pic>
        <p:nvPicPr>
          <p:cNvPr id="171" name="Picture 17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2BF8324-AFB3-8491-BC72-AAA0FD77104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52333" y="921322"/>
            <a:ext cx="64412" cy="64412"/>
          </a:xfrm>
          <a:prstGeom prst="rect">
            <a:avLst/>
          </a:prstGeom>
        </p:spPr>
      </p:pic>
      <p:pic>
        <p:nvPicPr>
          <p:cNvPr id="172" name="Picture 17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F5DED57-D8BB-AD71-EB06-B9D2E6D0B84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53155" y="924328"/>
            <a:ext cx="64412" cy="64412"/>
          </a:xfrm>
          <a:prstGeom prst="rect">
            <a:avLst/>
          </a:prstGeom>
        </p:spPr>
      </p:pic>
      <p:pic>
        <p:nvPicPr>
          <p:cNvPr id="173" name="Picture 17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C4338BF-0004-FF85-6AE7-870CBC36C38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68972" y="926564"/>
            <a:ext cx="64412" cy="64412"/>
          </a:xfrm>
          <a:prstGeom prst="rect">
            <a:avLst/>
          </a:prstGeom>
        </p:spPr>
      </p:pic>
      <p:pic>
        <p:nvPicPr>
          <p:cNvPr id="176" name="Picture 17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21D9631-A515-D315-3466-6C787B1E1A5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41801" y="1064233"/>
            <a:ext cx="73188" cy="73188"/>
          </a:xfrm>
          <a:prstGeom prst="rect">
            <a:avLst/>
          </a:prstGeom>
        </p:spPr>
      </p:pic>
      <p:pic>
        <p:nvPicPr>
          <p:cNvPr id="177" name="Picture 17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3ED9DC2-19F2-B1EA-F897-0E8B570F1F5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58202" y="1064232"/>
            <a:ext cx="73187" cy="73187"/>
          </a:xfrm>
          <a:prstGeom prst="rect">
            <a:avLst/>
          </a:prstGeom>
        </p:spPr>
      </p:pic>
      <p:pic>
        <p:nvPicPr>
          <p:cNvPr id="186" name="Picture 18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E7F60D6-7C8D-4B2A-FF80-21353B5616D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45915" y="1929755"/>
            <a:ext cx="73188" cy="73188"/>
          </a:xfrm>
          <a:prstGeom prst="rect">
            <a:avLst/>
          </a:prstGeom>
        </p:spPr>
      </p:pic>
      <p:pic>
        <p:nvPicPr>
          <p:cNvPr id="187" name="Picture 18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E81E870-E853-E747-FD4F-B2333527235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62316" y="1929754"/>
            <a:ext cx="73187" cy="73187"/>
          </a:xfrm>
          <a:prstGeom prst="rect">
            <a:avLst/>
          </a:prstGeom>
        </p:spPr>
      </p:pic>
      <p:pic>
        <p:nvPicPr>
          <p:cNvPr id="188" name="Picture 18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3904D8A-879F-6F57-9DA3-1A0866B22A47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45915" y="2081152"/>
            <a:ext cx="73188" cy="73188"/>
          </a:xfrm>
          <a:prstGeom prst="rect">
            <a:avLst/>
          </a:prstGeom>
        </p:spPr>
      </p:pic>
      <p:pic>
        <p:nvPicPr>
          <p:cNvPr id="189" name="Picture 18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52029D6-496D-8DFE-4509-046113400FC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62316" y="2081151"/>
            <a:ext cx="73187" cy="73187"/>
          </a:xfrm>
          <a:prstGeom prst="rect">
            <a:avLst/>
          </a:prstGeom>
        </p:spPr>
      </p:pic>
      <p:pic>
        <p:nvPicPr>
          <p:cNvPr id="190" name="Picture 18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CBF2569-CB7E-6C10-7719-763D1013CF47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38218" y="2227392"/>
            <a:ext cx="73188" cy="73188"/>
          </a:xfrm>
          <a:prstGeom prst="rect">
            <a:avLst/>
          </a:prstGeom>
        </p:spPr>
      </p:pic>
      <p:pic>
        <p:nvPicPr>
          <p:cNvPr id="191" name="Picture 19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BB3EFF-B4E0-0F67-3A22-23B15EEFD8FA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54619" y="2227391"/>
            <a:ext cx="73187" cy="73187"/>
          </a:xfrm>
          <a:prstGeom prst="rect">
            <a:avLst/>
          </a:prstGeom>
        </p:spPr>
      </p:pic>
      <p:pic>
        <p:nvPicPr>
          <p:cNvPr id="192" name="Picture 19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DF0ACC-1A18-C6A5-E9FA-C9D31EED4D8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36694" y="2353020"/>
            <a:ext cx="73188" cy="73188"/>
          </a:xfrm>
          <a:prstGeom prst="rect">
            <a:avLst/>
          </a:prstGeom>
        </p:spPr>
      </p:pic>
      <p:pic>
        <p:nvPicPr>
          <p:cNvPr id="193" name="Picture 19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3A090D-C4C4-E5D2-F252-DAA348E9250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53095" y="2353019"/>
            <a:ext cx="73187" cy="73187"/>
          </a:xfrm>
          <a:prstGeom prst="rect">
            <a:avLst/>
          </a:prstGeom>
        </p:spPr>
      </p:pic>
      <p:pic>
        <p:nvPicPr>
          <p:cNvPr id="194" name="Picture 19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444A8BE-5E43-FE23-E1FB-A61E819A36B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36694" y="2494367"/>
            <a:ext cx="73188" cy="73188"/>
          </a:xfrm>
          <a:prstGeom prst="rect">
            <a:avLst/>
          </a:prstGeom>
        </p:spPr>
      </p:pic>
      <p:pic>
        <p:nvPicPr>
          <p:cNvPr id="195" name="Picture 19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C09C1EF-3355-B09A-AFAA-13A30A7ABA3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53095" y="2494366"/>
            <a:ext cx="73187" cy="73187"/>
          </a:xfrm>
          <a:prstGeom prst="rect">
            <a:avLst/>
          </a:prstGeom>
        </p:spPr>
      </p:pic>
      <p:pic>
        <p:nvPicPr>
          <p:cNvPr id="196" name="Picture 19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9C4B272-FC2F-1779-99EB-A029112ACF3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33842" y="2647885"/>
            <a:ext cx="73188" cy="73188"/>
          </a:xfrm>
          <a:prstGeom prst="rect">
            <a:avLst/>
          </a:prstGeom>
        </p:spPr>
      </p:pic>
      <p:pic>
        <p:nvPicPr>
          <p:cNvPr id="197" name="Picture 19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9B829FB-74DB-CB22-CB01-2CA56D184ED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50243" y="2647884"/>
            <a:ext cx="73187" cy="73187"/>
          </a:xfrm>
          <a:prstGeom prst="rect">
            <a:avLst/>
          </a:prstGeom>
        </p:spPr>
      </p:pic>
      <p:pic>
        <p:nvPicPr>
          <p:cNvPr id="198" name="Picture 19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564283A-85F8-2F0A-F877-5AAF762CE26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40865" y="2792777"/>
            <a:ext cx="73188" cy="73188"/>
          </a:xfrm>
          <a:prstGeom prst="rect">
            <a:avLst/>
          </a:prstGeom>
        </p:spPr>
      </p:pic>
      <p:pic>
        <p:nvPicPr>
          <p:cNvPr id="199" name="Picture 19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299EB6-E93C-1228-78F4-D8B7FFB28A4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57266" y="2792776"/>
            <a:ext cx="73187" cy="73187"/>
          </a:xfrm>
          <a:prstGeom prst="rect">
            <a:avLst/>
          </a:prstGeom>
        </p:spPr>
      </p:pic>
      <p:pic>
        <p:nvPicPr>
          <p:cNvPr id="200" name="Picture 19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81C068-3FA8-2568-9AA1-E0BD115A1405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42122" y="2935511"/>
            <a:ext cx="73188" cy="73188"/>
          </a:xfrm>
          <a:prstGeom prst="rect">
            <a:avLst/>
          </a:prstGeom>
        </p:spPr>
      </p:pic>
      <p:pic>
        <p:nvPicPr>
          <p:cNvPr id="201" name="Picture 20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B2CB50-0075-CF2D-8AD0-B03D346CA0E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58523" y="2935510"/>
            <a:ext cx="73187" cy="73187"/>
          </a:xfrm>
          <a:prstGeom prst="rect">
            <a:avLst/>
          </a:prstGeom>
        </p:spPr>
      </p:pic>
      <p:pic>
        <p:nvPicPr>
          <p:cNvPr id="202" name="Picture 20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4C7A9A2-3D62-8805-95DC-29A4AACD9F9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33842" y="3074705"/>
            <a:ext cx="73188" cy="73188"/>
          </a:xfrm>
          <a:prstGeom prst="rect">
            <a:avLst/>
          </a:prstGeom>
        </p:spPr>
      </p:pic>
      <p:pic>
        <p:nvPicPr>
          <p:cNvPr id="203" name="Picture 20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571433E-E7E5-5D69-D1AE-C945D97B6AA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50243" y="3074704"/>
            <a:ext cx="73187" cy="73187"/>
          </a:xfrm>
          <a:prstGeom prst="rect">
            <a:avLst/>
          </a:prstGeom>
        </p:spPr>
      </p:pic>
      <p:pic>
        <p:nvPicPr>
          <p:cNvPr id="204" name="Picture 20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6585EFA-6C6E-4ABC-C1F5-BE7EC3D9828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33842" y="3208821"/>
            <a:ext cx="73188" cy="73188"/>
          </a:xfrm>
          <a:prstGeom prst="rect">
            <a:avLst/>
          </a:prstGeom>
        </p:spPr>
      </p:pic>
      <p:pic>
        <p:nvPicPr>
          <p:cNvPr id="205" name="Picture 20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452400-1C37-C228-C2BB-6F8FB4D43F2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50243" y="3208820"/>
            <a:ext cx="73187" cy="73187"/>
          </a:xfrm>
          <a:prstGeom prst="rect">
            <a:avLst/>
          </a:prstGeom>
        </p:spPr>
      </p:pic>
      <p:pic>
        <p:nvPicPr>
          <p:cNvPr id="206" name="Picture 20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E81BB74-1AEB-936E-8602-58DC1A069C9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33842" y="3356331"/>
            <a:ext cx="73188" cy="73188"/>
          </a:xfrm>
          <a:prstGeom prst="rect">
            <a:avLst/>
          </a:prstGeom>
        </p:spPr>
      </p:pic>
      <p:pic>
        <p:nvPicPr>
          <p:cNvPr id="207" name="Picture 20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B91C0FA-9BA0-B32C-B15C-C4997865F65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50243" y="3356330"/>
            <a:ext cx="73187" cy="7318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EF0714B-CCC8-4175-C078-8CA6EFC317A5}"/>
              </a:ext>
            </a:extLst>
          </p:cNvPr>
          <p:cNvSpPr txBox="1"/>
          <p:nvPr/>
        </p:nvSpPr>
        <p:spPr>
          <a:xfrm>
            <a:off x="1985214" y="3421253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Termination                       016            Residual value at contract end      Remaining rent                    D                                     192107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238B79-76DB-58A4-E0EE-49DB3A0538F5}"/>
              </a:ext>
            </a:extLst>
          </p:cNvPr>
          <p:cNvSpPr txBox="1"/>
          <p:nvPr/>
        </p:nvSpPr>
        <p:spPr>
          <a:xfrm>
            <a:off x="1985214" y="3561288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Termination                       400                                      Termination value             Term. value                    D                                     192102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F2B0CA-F665-311A-E096-6AF94EE52AB7}"/>
              </a:ext>
            </a:extLst>
          </p:cNvPr>
          <p:cNvSpPr txBox="1"/>
          <p:nvPr/>
        </p:nvSpPr>
        <p:spPr>
          <a:xfrm>
            <a:off x="1974993" y="3714219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 Termination             USG400                         Remaining current remt       Remaining rent                    C                                     192107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1927C2-3D3D-8779-445E-6A7B04228D35}"/>
              </a:ext>
            </a:extLst>
          </p:cNvPr>
          <p:cNvSpPr txBox="1"/>
          <p:nvPr/>
        </p:nvSpPr>
        <p:spPr>
          <a:xfrm>
            <a:off x="1985213" y="3851342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Termination             USG401                 Remaining non current remt                    Non rent                    C                                     192107</a:t>
            </a:r>
          </a:p>
        </p:txBody>
      </p:sp>
      <p:pic>
        <p:nvPicPr>
          <p:cNvPr id="31" name="Picture 3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31408C3-183B-151F-7D8F-8619EF26673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7561" y="3474467"/>
            <a:ext cx="71931" cy="71931"/>
          </a:xfrm>
          <a:prstGeom prst="rect">
            <a:avLst/>
          </a:prstGeom>
        </p:spPr>
      </p:pic>
      <p:pic>
        <p:nvPicPr>
          <p:cNvPr id="32" name="Picture 3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1677B91-B1B9-B331-E5AC-22C4E832EC1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7561" y="3622075"/>
            <a:ext cx="71931" cy="71931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F6AAB2B-D163-5706-F149-24AEB6DADE0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36489" y="3474468"/>
            <a:ext cx="73188" cy="73188"/>
          </a:xfrm>
          <a:prstGeom prst="rect">
            <a:avLst/>
          </a:prstGeom>
        </p:spPr>
      </p:pic>
      <p:pic>
        <p:nvPicPr>
          <p:cNvPr id="37" name="Picture 3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BA84868-A5DB-2FA6-43D7-792CF79AE4E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52890" y="3474467"/>
            <a:ext cx="73187" cy="73187"/>
          </a:xfrm>
          <a:prstGeom prst="rect">
            <a:avLst/>
          </a:prstGeom>
        </p:spPr>
      </p:pic>
      <p:pic>
        <p:nvPicPr>
          <p:cNvPr id="38" name="Picture 3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38F5A1E-C313-7DB0-E0F6-E26AE07D83C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33842" y="3614581"/>
            <a:ext cx="73188" cy="73188"/>
          </a:xfrm>
          <a:prstGeom prst="rect">
            <a:avLst/>
          </a:prstGeom>
        </p:spPr>
      </p:pic>
      <p:pic>
        <p:nvPicPr>
          <p:cNvPr id="39" name="Picture 3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83DE768-1B23-D71F-CD36-504F0780746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50243" y="3614580"/>
            <a:ext cx="73187" cy="73187"/>
          </a:xfrm>
          <a:prstGeom prst="rect">
            <a:avLst/>
          </a:prstGeom>
        </p:spPr>
      </p:pic>
      <p:pic>
        <p:nvPicPr>
          <p:cNvPr id="40" name="Picture 3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1CC6741-2B6B-4F82-584C-7653A015385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4584" y="3757885"/>
            <a:ext cx="71931" cy="71931"/>
          </a:xfrm>
          <a:prstGeom prst="rect">
            <a:avLst/>
          </a:prstGeom>
        </p:spPr>
      </p:pic>
      <p:pic>
        <p:nvPicPr>
          <p:cNvPr id="44" name="Picture 4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D166149-1B72-D36F-BBC4-4FFC8A2D5A8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4584" y="3905493"/>
            <a:ext cx="71931" cy="71931"/>
          </a:xfrm>
          <a:prstGeom prst="rect">
            <a:avLst/>
          </a:prstGeom>
        </p:spPr>
      </p:pic>
      <p:pic>
        <p:nvPicPr>
          <p:cNvPr id="45" name="Picture 4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4DDE3CD-CABE-079E-FBB1-2006E8ED680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43512" y="3757886"/>
            <a:ext cx="73188" cy="73188"/>
          </a:xfrm>
          <a:prstGeom prst="rect">
            <a:avLst/>
          </a:prstGeom>
        </p:spPr>
      </p:pic>
      <p:pic>
        <p:nvPicPr>
          <p:cNvPr id="46" name="Picture 4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F8A6439-9337-FA1D-6AC5-22F315A8ADCC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59913" y="3757885"/>
            <a:ext cx="73187" cy="73187"/>
          </a:xfrm>
          <a:prstGeom prst="rect">
            <a:avLst/>
          </a:prstGeom>
        </p:spPr>
      </p:pic>
      <p:pic>
        <p:nvPicPr>
          <p:cNvPr id="47" name="Picture 4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3507F50-0DD0-414A-ABD8-86719717FE9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40865" y="3897999"/>
            <a:ext cx="73188" cy="73188"/>
          </a:xfrm>
          <a:prstGeom prst="rect">
            <a:avLst/>
          </a:prstGeom>
        </p:spPr>
      </p:pic>
      <p:pic>
        <p:nvPicPr>
          <p:cNvPr id="49" name="Picture 4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808A816-37CC-387B-746B-6D3FF2241FA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57266" y="3897998"/>
            <a:ext cx="73187" cy="73187"/>
          </a:xfrm>
          <a:prstGeom prst="rect">
            <a:avLst/>
          </a:prstGeom>
        </p:spPr>
      </p:pic>
      <p:pic>
        <p:nvPicPr>
          <p:cNvPr id="59" name="Picture 58" descr="A black background with a black square&#10;&#10;Description automatically generated with medium confidence">
            <a:hlinkClick r:id="rId30" action="ppaction://hlinksldjump"/>
            <a:extLst>
              <a:ext uri="{FF2B5EF4-FFF2-40B4-BE49-F238E27FC236}">
                <a16:creationId xmlns:a16="http://schemas.microsoft.com/office/drawing/2014/main" id="{A561E5C1-D311-9CA2-6E0F-8E62A37AA007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14442" y="1077965"/>
            <a:ext cx="45719" cy="45719"/>
          </a:xfrm>
          <a:prstGeom prst="rect">
            <a:avLst/>
          </a:prstGeom>
        </p:spPr>
      </p:pic>
      <p:pic>
        <p:nvPicPr>
          <p:cNvPr id="61" name="Picture 60" descr="A screenshot of a phone&#10;&#10;Description automatically generated">
            <a:extLst>
              <a:ext uri="{FF2B5EF4-FFF2-40B4-BE49-F238E27FC236}">
                <a16:creationId xmlns:a16="http://schemas.microsoft.com/office/drawing/2014/main" id="{65C68231-02F5-73D5-457C-F4FAC151897F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194349" y="1215598"/>
            <a:ext cx="3021574" cy="56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24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8240"/>
            <a:ext cx="9144000" cy="5191740"/>
          </a:xfrm>
          <a:prstGeom prst="rect">
            <a:avLst/>
          </a:prstGeom>
        </p:spPr>
      </p:pic>
      <p:pic>
        <p:nvPicPr>
          <p:cNvPr id="13" name="Picture 12" descr="A screenshot of a calendar&#10;&#10;Description automatically generated">
            <a:extLst>
              <a:ext uri="{FF2B5EF4-FFF2-40B4-BE49-F238E27FC236}">
                <a16:creationId xmlns:a16="http://schemas.microsoft.com/office/drawing/2014/main" id="{482DFC64-CD78-4A89-B717-AED4C934A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837" y="739410"/>
            <a:ext cx="6305018" cy="326952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5" y="531604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3818453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5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88" y="372262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12" y="618339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10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32933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1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90710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hlinkClick r:id="rId12" action="ppaction://hlinksldjump"/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45319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14" name="TextBox 13">
            <a:hlinkClick r:id="rId13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48329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83251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4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297" y="1898223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788" y="2245319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10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36378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610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9113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hlinkClick r:id="rId17" action="ppaction://hlinksldjump"/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44282" y="3493347"/>
            <a:ext cx="714099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44282" y="3805204"/>
            <a:ext cx="869553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8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2145" y="2557709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528" y="3815768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312" y="3493721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954" y="2907065"/>
            <a:ext cx="137807" cy="13780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246170" y="3195968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931" y="3208557"/>
            <a:ext cx="137806" cy="137806"/>
          </a:xfrm>
          <a:prstGeom prst="rect">
            <a:avLst/>
          </a:prstGeom>
        </p:spPr>
      </p:pic>
      <p:pic>
        <p:nvPicPr>
          <p:cNvPr id="55" name="Picture 5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301CF18-4800-BD31-129C-3C3D0AC2913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8631" y="1072427"/>
            <a:ext cx="71931" cy="71931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FEB91AE-2F2C-A868-7A4E-0F6EEC2D5B0D}"/>
              </a:ext>
            </a:extLst>
          </p:cNvPr>
          <p:cNvSpPr txBox="1"/>
          <p:nvPr/>
        </p:nvSpPr>
        <p:spPr>
          <a:xfrm>
            <a:off x="59659" y="4635958"/>
            <a:ext cx="1205835" cy="2461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sv-SE" sz="800" dirty="0">
                <a:hlinkClick r:id="rId25"/>
              </a:rPr>
              <a:t>Blazor DataGrid Demos - Overview | Telerik UI for Blazor</a:t>
            </a:r>
            <a:endParaRPr lang="en-US" sz="800" dirty="0" err="1"/>
          </a:p>
        </p:txBody>
      </p:sp>
      <p:sp>
        <p:nvSpPr>
          <p:cNvPr id="86" name="Rectangle: Rounded Corners 85">
            <a:hlinkClick r:id="rId26" action="ppaction://hlinksldjump"/>
            <a:extLst>
              <a:ext uri="{FF2B5EF4-FFF2-40B4-BE49-F238E27FC236}">
                <a16:creationId xmlns:a16="http://schemas.microsoft.com/office/drawing/2014/main" id="{ECB6F7D3-C89A-BFD3-D3C3-1DD74A7F4D13}"/>
              </a:ext>
            </a:extLst>
          </p:cNvPr>
          <p:cNvSpPr/>
          <p:nvPr/>
        </p:nvSpPr>
        <p:spPr>
          <a:xfrm>
            <a:off x="8281218" y="570172"/>
            <a:ext cx="752470" cy="9633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1"/>
                </a:solidFill>
              </a:rPr>
              <a:t>Group-Example</a:t>
            </a:r>
          </a:p>
        </p:txBody>
      </p:sp>
      <p:pic>
        <p:nvPicPr>
          <p:cNvPr id="15" name="Picture 1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150DBE1-469A-9EE0-1AD5-4FF17FBCDDCC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520377" y="924979"/>
            <a:ext cx="64412" cy="64412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EECD0744-7EA9-23C1-363B-5327C46CFF43}"/>
              </a:ext>
            </a:extLst>
          </p:cNvPr>
          <p:cNvSpPr txBox="1"/>
          <p:nvPr/>
        </p:nvSpPr>
        <p:spPr>
          <a:xfrm>
            <a:off x="2177491" y="1026590"/>
            <a:ext cx="5144646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 200                            Customer invoice total          Total amount                    D                                    192500   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F36AD7-8C1D-DDCA-9A01-4DAABA12DBFE}"/>
              </a:ext>
            </a:extLst>
          </p:cNvPr>
          <p:cNvSpPr txBox="1"/>
          <p:nvPr/>
        </p:nvSpPr>
        <p:spPr>
          <a:xfrm>
            <a:off x="1975376" y="1594868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         200                            Customer invoice total           Total amount                    C                                    192500 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56118BF-F047-6BA6-F50C-144BB8E89B03}"/>
              </a:ext>
            </a:extLst>
          </p:cNvPr>
          <p:cNvSpPr txBox="1"/>
          <p:nvPr/>
        </p:nvSpPr>
        <p:spPr>
          <a:xfrm>
            <a:off x="2167790" y="1172807"/>
            <a:ext cx="562492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  255             Customer invoice added cost          Total amount                     C                                    191202 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A8799EB-55E3-2A0D-2833-6D6400B657EE}"/>
              </a:ext>
            </a:extLst>
          </p:cNvPr>
          <p:cNvSpPr txBox="1"/>
          <p:nvPr/>
        </p:nvSpPr>
        <p:spPr>
          <a:xfrm>
            <a:off x="2172640" y="1312920"/>
            <a:ext cx="562492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 202                                        Invoice rounding          Total amount                     C                                    420100 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6885AA6-13E0-A584-481C-D469DC47BA2F}"/>
              </a:ext>
            </a:extLst>
          </p:cNvPr>
          <p:cNvSpPr txBox="1"/>
          <p:nvPr/>
        </p:nvSpPr>
        <p:spPr>
          <a:xfrm>
            <a:off x="2177490" y="1457666"/>
            <a:ext cx="562492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720             Customer invoice rent primary          Total amount                    C                                    192500 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0318E03-B593-4A0F-11C7-86E8A20A06B6}"/>
              </a:ext>
            </a:extLst>
          </p:cNvPr>
          <p:cNvSpPr txBox="1"/>
          <p:nvPr/>
        </p:nvSpPr>
        <p:spPr>
          <a:xfrm>
            <a:off x="1975186" y="1734605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USG400                         Remaining current remt       Remaining rent                    C                                     192107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B9BD450-D9AA-5087-3824-E20C226ED468}"/>
              </a:ext>
            </a:extLst>
          </p:cNvPr>
          <p:cNvSpPr txBox="1"/>
          <p:nvPr/>
        </p:nvSpPr>
        <p:spPr>
          <a:xfrm>
            <a:off x="1974996" y="1880500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USG401                 Remaining non current remt                    Non rent                    C                                     192107        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09DF6EF-594C-B02D-DB04-F783F084D237}"/>
              </a:ext>
            </a:extLst>
          </p:cNvPr>
          <p:cNvSpPr txBox="1"/>
          <p:nvPr/>
        </p:nvSpPr>
        <p:spPr>
          <a:xfrm>
            <a:off x="1974996" y="2019512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USG402                    Remaining current interest         Remaining int                    D                                     192407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92674B8-EF5B-B226-C77F-790759D82E0E}"/>
              </a:ext>
            </a:extLst>
          </p:cNvPr>
          <p:cNvSpPr txBox="1"/>
          <p:nvPr/>
        </p:nvSpPr>
        <p:spPr>
          <a:xfrm>
            <a:off x="1974995" y="2172501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Termination                       070                         Purchase option amount     Purchase price                    C                                     192200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90B6D03-922E-7DDE-53E0-7B1F5CF53516}"/>
              </a:ext>
            </a:extLst>
          </p:cNvPr>
          <p:cNvSpPr txBox="1"/>
          <p:nvPr/>
        </p:nvSpPr>
        <p:spPr>
          <a:xfrm>
            <a:off x="1988983" y="2310631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Termination                       070                         Purchase option amount     Purchase price                    D                                     420420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5AC53FF-82BA-C8B5-CD90-BCFF78EF03DA}"/>
              </a:ext>
            </a:extLst>
          </p:cNvPr>
          <p:cNvSpPr txBox="1"/>
          <p:nvPr/>
        </p:nvSpPr>
        <p:spPr>
          <a:xfrm>
            <a:off x="1985215" y="2457336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Termination                       470                            Settlement net amount             Net amount                    D                                     192030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058A632-8DF3-038A-63F0-412C80162EC2}"/>
              </a:ext>
            </a:extLst>
          </p:cNvPr>
          <p:cNvSpPr txBox="1"/>
          <p:nvPr/>
        </p:nvSpPr>
        <p:spPr>
          <a:xfrm>
            <a:off x="1974994" y="2603555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 Termination                       016            Residual value at contract end      Remaining rent                    C                                     192200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680D352-E1BE-F10E-2883-DCD82765248A}"/>
              </a:ext>
            </a:extLst>
          </p:cNvPr>
          <p:cNvSpPr txBox="1"/>
          <p:nvPr/>
        </p:nvSpPr>
        <p:spPr>
          <a:xfrm>
            <a:off x="1985214" y="2748527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Termination                       016            Residual value at contract end      Remaining rent                    D                                     192107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54D12B9-9C9F-C09E-A0DB-4B9B1EA27BBD}"/>
              </a:ext>
            </a:extLst>
          </p:cNvPr>
          <p:cNvSpPr txBox="1"/>
          <p:nvPr/>
        </p:nvSpPr>
        <p:spPr>
          <a:xfrm>
            <a:off x="1985214" y="2888562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Termination                       400                                      Termination value             Term. value                    D                                     192102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E488209-5FBE-E4DB-D37A-FF882A25C933}"/>
              </a:ext>
            </a:extLst>
          </p:cNvPr>
          <p:cNvSpPr txBox="1"/>
          <p:nvPr/>
        </p:nvSpPr>
        <p:spPr>
          <a:xfrm>
            <a:off x="1974993" y="3041493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 Termination             USG400                         Remaining current remt       Remaining rent                    C                                     192107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E8E9A60-4C03-096B-E9D4-6082BACA8FE7}"/>
              </a:ext>
            </a:extLst>
          </p:cNvPr>
          <p:cNvSpPr txBox="1"/>
          <p:nvPr/>
        </p:nvSpPr>
        <p:spPr>
          <a:xfrm>
            <a:off x="1985213" y="3178616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Termination             USG401                 Remaining non current remt                    Non rent                    C                                     192107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E935A85-8B20-F77C-11EF-9272A1924416}"/>
              </a:ext>
            </a:extLst>
          </p:cNvPr>
          <p:cNvSpPr txBox="1"/>
          <p:nvPr/>
        </p:nvSpPr>
        <p:spPr>
          <a:xfrm>
            <a:off x="1974992" y="3331547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 Termination             USG402                    Remaining current interest               Current Int                    D                                     192407</a:t>
            </a:r>
          </a:p>
        </p:txBody>
      </p:sp>
      <p:pic>
        <p:nvPicPr>
          <p:cNvPr id="131" name="Picture 13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007E7CB-4B8E-C9A1-F36F-A3A2D2D2804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7" y="1205351"/>
            <a:ext cx="71931" cy="71931"/>
          </a:xfrm>
          <a:prstGeom prst="rect">
            <a:avLst/>
          </a:prstGeom>
        </p:spPr>
      </p:pic>
      <p:pic>
        <p:nvPicPr>
          <p:cNvPr id="132" name="Picture 13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E7CEBA-3651-B2A5-674A-30BB987E30B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7" y="1352959"/>
            <a:ext cx="71931" cy="71931"/>
          </a:xfrm>
          <a:prstGeom prst="rect">
            <a:avLst/>
          </a:prstGeom>
        </p:spPr>
      </p:pic>
      <p:pic>
        <p:nvPicPr>
          <p:cNvPr id="133" name="Picture 1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6216A3C-81CA-EEC3-2994-32EDC6B8F5E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7" y="1504875"/>
            <a:ext cx="71931" cy="71931"/>
          </a:xfrm>
          <a:prstGeom prst="rect">
            <a:avLst/>
          </a:prstGeom>
        </p:spPr>
      </p:pic>
      <p:pic>
        <p:nvPicPr>
          <p:cNvPr id="134" name="Picture 13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9803E8D-436E-AFDC-5CAA-73680E019EF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7036" y="1649462"/>
            <a:ext cx="71931" cy="71931"/>
          </a:xfrm>
          <a:prstGeom prst="rect">
            <a:avLst/>
          </a:prstGeom>
        </p:spPr>
      </p:pic>
      <p:pic>
        <p:nvPicPr>
          <p:cNvPr id="135" name="Picture 13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F0E411A-79F8-1604-CD80-90275D5BBF9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7457" y="1788935"/>
            <a:ext cx="71931" cy="71931"/>
          </a:xfrm>
          <a:prstGeom prst="rect">
            <a:avLst/>
          </a:prstGeom>
        </p:spPr>
      </p:pic>
      <p:pic>
        <p:nvPicPr>
          <p:cNvPr id="136" name="Picture 13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24040D2-B1FA-B347-5543-AEE39E7D2C2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7" y="1927236"/>
            <a:ext cx="71931" cy="71931"/>
          </a:xfrm>
          <a:prstGeom prst="rect">
            <a:avLst/>
          </a:prstGeom>
        </p:spPr>
      </p:pic>
      <p:pic>
        <p:nvPicPr>
          <p:cNvPr id="137" name="Picture 13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585B064-5BB6-9612-E351-9D18452B662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6" y="2079882"/>
            <a:ext cx="71931" cy="71931"/>
          </a:xfrm>
          <a:prstGeom prst="rect">
            <a:avLst/>
          </a:prstGeom>
        </p:spPr>
      </p:pic>
      <p:pic>
        <p:nvPicPr>
          <p:cNvPr id="138" name="Picture 13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D0068E3-262B-7F7C-8B30-BF91DB0FFBD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8718" y="2219823"/>
            <a:ext cx="71931" cy="71931"/>
          </a:xfrm>
          <a:prstGeom prst="rect">
            <a:avLst/>
          </a:prstGeom>
        </p:spPr>
      </p:pic>
      <p:pic>
        <p:nvPicPr>
          <p:cNvPr id="141" name="Picture 14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8591ED2-7716-E865-5F91-38417B8069B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8467" y="2351915"/>
            <a:ext cx="71931" cy="71931"/>
          </a:xfrm>
          <a:prstGeom prst="rect">
            <a:avLst/>
          </a:prstGeom>
        </p:spPr>
      </p:pic>
      <p:pic>
        <p:nvPicPr>
          <p:cNvPr id="142" name="Picture 1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AD81FE8-027C-B5A8-D92B-49A710B7DD5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8717" y="2498620"/>
            <a:ext cx="71931" cy="71931"/>
          </a:xfrm>
          <a:prstGeom prst="rect">
            <a:avLst/>
          </a:prstGeom>
        </p:spPr>
      </p:pic>
      <p:pic>
        <p:nvPicPr>
          <p:cNvPr id="143" name="Picture 14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1C60B51-DF04-C4C6-6173-D0D57E1905C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9176" y="2650979"/>
            <a:ext cx="71931" cy="71931"/>
          </a:xfrm>
          <a:prstGeom prst="rect">
            <a:avLst/>
          </a:prstGeom>
        </p:spPr>
      </p:pic>
      <p:pic>
        <p:nvPicPr>
          <p:cNvPr id="144" name="Picture 14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1C419EB-4656-737E-05D0-E00A64D3305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2695" y="2791014"/>
            <a:ext cx="71931" cy="71931"/>
          </a:xfrm>
          <a:prstGeom prst="rect">
            <a:avLst/>
          </a:prstGeom>
        </p:spPr>
      </p:pic>
      <p:pic>
        <p:nvPicPr>
          <p:cNvPr id="145" name="Picture 14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A82C9E0-AC02-290C-E034-28C00CE9972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7035" y="2935510"/>
            <a:ext cx="71931" cy="71931"/>
          </a:xfrm>
          <a:prstGeom prst="rect">
            <a:avLst/>
          </a:prstGeom>
        </p:spPr>
      </p:pic>
      <p:pic>
        <p:nvPicPr>
          <p:cNvPr id="146" name="Picture 14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0F7F41-1B58-CCA3-73A8-4C27EFBB790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1935" y="3075143"/>
            <a:ext cx="71931" cy="71931"/>
          </a:xfrm>
          <a:prstGeom prst="rect">
            <a:avLst/>
          </a:prstGeom>
        </p:spPr>
      </p:pic>
      <p:pic>
        <p:nvPicPr>
          <p:cNvPr id="147" name="Picture 14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D0EE958-A441-F52B-DC31-5C6E5334F67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0939" y="3210651"/>
            <a:ext cx="71931" cy="71931"/>
          </a:xfrm>
          <a:prstGeom prst="rect">
            <a:avLst/>
          </a:prstGeom>
        </p:spPr>
      </p:pic>
      <p:pic>
        <p:nvPicPr>
          <p:cNvPr id="148" name="Picture 14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84398C4-2D52-1968-3E99-21D3442E468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7034" y="3357586"/>
            <a:ext cx="71931" cy="71931"/>
          </a:xfrm>
          <a:prstGeom prst="rect">
            <a:avLst/>
          </a:prstGeom>
        </p:spPr>
      </p:pic>
      <p:pic>
        <p:nvPicPr>
          <p:cNvPr id="165" name="Picture 16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CF0EBF3-E093-FEE3-C8B8-1E257B974B85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flipV="1">
            <a:off x="1812587" y="1077305"/>
            <a:ext cx="49756" cy="49756"/>
          </a:xfrm>
          <a:prstGeom prst="rect">
            <a:avLst/>
          </a:prstGeom>
        </p:spPr>
      </p:pic>
      <p:pic>
        <p:nvPicPr>
          <p:cNvPr id="166" name="Picture 16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109EAE1-CF3F-DD5E-32F2-DDAA0EF2E23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348961" y="921049"/>
            <a:ext cx="64412" cy="64412"/>
          </a:xfrm>
          <a:prstGeom prst="rect">
            <a:avLst/>
          </a:prstGeom>
        </p:spPr>
      </p:pic>
      <p:pic>
        <p:nvPicPr>
          <p:cNvPr id="167" name="Picture 16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D58E4E0-3C41-D97E-7144-7E35116E3996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286192" y="924328"/>
            <a:ext cx="64412" cy="64412"/>
          </a:xfrm>
          <a:prstGeom prst="rect">
            <a:avLst/>
          </a:prstGeom>
        </p:spPr>
      </p:pic>
      <p:pic>
        <p:nvPicPr>
          <p:cNvPr id="168" name="Picture 16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146462A-7686-A922-135A-56698C3D31F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749814" y="921933"/>
            <a:ext cx="64412" cy="64412"/>
          </a:xfrm>
          <a:prstGeom prst="rect">
            <a:avLst/>
          </a:prstGeom>
        </p:spPr>
      </p:pic>
      <p:pic>
        <p:nvPicPr>
          <p:cNvPr id="169" name="Picture 16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15F1073-C272-D023-9991-A665E601CE2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682895" y="919628"/>
            <a:ext cx="64412" cy="64412"/>
          </a:xfrm>
          <a:prstGeom prst="rect">
            <a:avLst/>
          </a:prstGeom>
        </p:spPr>
      </p:pic>
      <p:pic>
        <p:nvPicPr>
          <p:cNvPr id="170" name="Picture 16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6C6EA6-F94B-1226-DA70-C72A50CD70F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83717" y="930766"/>
            <a:ext cx="64412" cy="64412"/>
          </a:xfrm>
          <a:prstGeom prst="rect">
            <a:avLst/>
          </a:prstGeom>
        </p:spPr>
      </p:pic>
      <p:pic>
        <p:nvPicPr>
          <p:cNvPr id="171" name="Picture 17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2BF8324-AFB3-8491-BC72-AAA0FD77104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52333" y="921322"/>
            <a:ext cx="64412" cy="64412"/>
          </a:xfrm>
          <a:prstGeom prst="rect">
            <a:avLst/>
          </a:prstGeom>
        </p:spPr>
      </p:pic>
      <p:pic>
        <p:nvPicPr>
          <p:cNvPr id="172" name="Picture 17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F5DED57-D8BB-AD71-EB06-B9D2E6D0B84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53155" y="924328"/>
            <a:ext cx="64412" cy="64412"/>
          </a:xfrm>
          <a:prstGeom prst="rect">
            <a:avLst/>
          </a:prstGeom>
        </p:spPr>
      </p:pic>
      <p:pic>
        <p:nvPicPr>
          <p:cNvPr id="173" name="Picture 17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C4338BF-0004-FF85-6AE7-870CBC36C38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68972" y="926564"/>
            <a:ext cx="64412" cy="64412"/>
          </a:xfrm>
          <a:prstGeom prst="rect">
            <a:avLst/>
          </a:prstGeom>
        </p:spPr>
      </p:pic>
      <p:pic>
        <p:nvPicPr>
          <p:cNvPr id="174" name="Picture 17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FCD203-736F-E1EB-1E83-8CAEA1B22B8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40865" y="1205352"/>
            <a:ext cx="73188" cy="73188"/>
          </a:xfrm>
          <a:prstGeom prst="rect">
            <a:avLst/>
          </a:prstGeom>
        </p:spPr>
      </p:pic>
      <p:pic>
        <p:nvPicPr>
          <p:cNvPr id="175" name="Picture 17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D960887-BD7B-C2CE-1249-EAAA8BF24BE2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57266" y="1205351"/>
            <a:ext cx="73187" cy="73187"/>
          </a:xfrm>
          <a:prstGeom prst="rect">
            <a:avLst/>
          </a:prstGeom>
        </p:spPr>
      </p:pic>
      <p:pic>
        <p:nvPicPr>
          <p:cNvPr id="176" name="Picture 17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21D9631-A515-D315-3466-6C787B1E1A5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41801" y="1064233"/>
            <a:ext cx="73188" cy="73188"/>
          </a:xfrm>
          <a:prstGeom prst="rect">
            <a:avLst/>
          </a:prstGeom>
        </p:spPr>
      </p:pic>
      <p:pic>
        <p:nvPicPr>
          <p:cNvPr id="177" name="Picture 17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3ED9DC2-19F2-B1EA-F897-0E8B570F1F5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58202" y="1064232"/>
            <a:ext cx="73187" cy="73187"/>
          </a:xfrm>
          <a:prstGeom prst="rect">
            <a:avLst/>
          </a:prstGeom>
        </p:spPr>
      </p:pic>
      <p:pic>
        <p:nvPicPr>
          <p:cNvPr id="178" name="Picture 17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E44A731-2CEF-AC51-A9EB-BA492C596B3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38218" y="1345465"/>
            <a:ext cx="73188" cy="73188"/>
          </a:xfrm>
          <a:prstGeom prst="rect">
            <a:avLst/>
          </a:prstGeom>
        </p:spPr>
      </p:pic>
      <p:pic>
        <p:nvPicPr>
          <p:cNvPr id="179" name="Picture 17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531CD83-F046-A40A-5196-8D0792E4DB21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54619" y="1345464"/>
            <a:ext cx="73187" cy="73187"/>
          </a:xfrm>
          <a:prstGeom prst="rect">
            <a:avLst/>
          </a:prstGeom>
        </p:spPr>
      </p:pic>
      <p:pic>
        <p:nvPicPr>
          <p:cNvPr id="180" name="Picture 17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AE325A0-3FE1-D899-EBBA-BBAE659BB0C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45915" y="1504876"/>
            <a:ext cx="73188" cy="73188"/>
          </a:xfrm>
          <a:prstGeom prst="rect">
            <a:avLst/>
          </a:prstGeom>
        </p:spPr>
      </p:pic>
      <p:pic>
        <p:nvPicPr>
          <p:cNvPr id="181" name="Picture 18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06D05D7-473E-2617-2B26-05442107E05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62316" y="1504875"/>
            <a:ext cx="73187" cy="73187"/>
          </a:xfrm>
          <a:prstGeom prst="rect">
            <a:avLst/>
          </a:prstGeom>
        </p:spPr>
      </p:pic>
      <p:pic>
        <p:nvPicPr>
          <p:cNvPr id="182" name="Picture 18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595762C-55C8-FACA-375E-686EA3D0AB2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45915" y="1645693"/>
            <a:ext cx="73188" cy="73188"/>
          </a:xfrm>
          <a:prstGeom prst="rect">
            <a:avLst/>
          </a:prstGeom>
        </p:spPr>
      </p:pic>
      <p:pic>
        <p:nvPicPr>
          <p:cNvPr id="183" name="Picture 18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74A94F7-C96A-C59C-EA46-0755EAA6646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62316" y="1645692"/>
            <a:ext cx="73187" cy="73187"/>
          </a:xfrm>
          <a:prstGeom prst="rect">
            <a:avLst/>
          </a:prstGeom>
        </p:spPr>
      </p:pic>
      <p:pic>
        <p:nvPicPr>
          <p:cNvPr id="184" name="Picture 18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315A5DE-C2CC-FA5D-AA9E-419DF1FFC1CC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43273" y="1790586"/>
            <a:ext cx="73188" cy="73188"/>
          </a:xfrm>
          <a:prstGeom prst="rect">
            <a:avLst/>
          </a:prstGeom>
        </p:spPr>
      </p:pic>
      <p:pic>
        <p:nvPicPr>
          <p:cNvPr id="185" name="Picture 18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CB76EF2-5702-3BC7-9213-625C12D6EDD2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59674" y="1790585"/>
            <a:ext cx="73187" cy="73187"/>
          </a:xfrm>
          <a:prstGeom prst="rect">
            <a:avLst/>
          </a:prstGeom>
        </p:spPr>
      </p:pic>
      <p:pic>
        <p:nvPicPr>
          <p:cNvPr id="186" name="Picture 18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E7F60D6-7C8D-4B2A-FF80-21353B5616D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45915" y="1929755"/>
            <a:ext cx="73188" cy="73188"/>
          </a:xfrm>
          <a:prstGeom prst="rect">
            <a:avLst/>
          </a:prstGeom>
        </p:spPr>
      </p:pic>
      <p:pic>
        <p:nvPicPr>
          <p:cNvPr id="187" name="Picture 18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E81E870-E853-E747-FD4F-B2333527235B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62316" y="1929754"/>
            <a:ext cx="73187" cy="73187"/>
          </a:xfrm>
          <a:prstGeom prst="rect">
            <a:avLst/>
          </a:prstGeom>
        </p:spPr>
      </p:pic>
      <p:pic>
        <p:nvPicPr>
          <p:cNvPr id="188" name="Picture 18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3904D8A-879F-6F57-9DA3-1A0866B22A4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45915" y="2081152"/>
            <a:ext cx="73188" cy="73188"/>
          </a:xfrm>
          <a:prstGeom prst="rect">
            <a:avLst/>
          </a:prstGeom>
        </p:spPr>
      </p:pic>
      <p:pic>
        <p:nvPicPr>
          <p:cNvPr id="189" name="Picture 18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52029D6-496D-8DFE-4509-046113400FC2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62316" y="2081151"/>
            <a:ext cx="73187" cy="73187"/>
          </a:xfrm>
          <a:prstGeom prst="rect">
            <a:avLst/>
          </a:prstGeom>
        </p:spPr>
      </p:pic>
      <p:pic>
        <p:nvPicPr>
          <p:cNvPr id="190" name="Picture 18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CBF2569-CB7E-6C10-7719-763D1013CF4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38218" y="2227392"/>
            <a:ext cx="73188" cy="73188"/>
          </a:xfrm>
          <a:prstGeom prst="rect">
            <a:avLst/>
          </a:prstGeom>
        </p:spPr>
      </p:pic>
      <p:pic>
        <p:nvPicPr>
          <p:cNvPr id="191" name="Picture 19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BB3EFF-B4E0-0F67-3A22-23B15EEFD8FA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54619" y="2227391"/>
            <a:ext cx="73187" cy="73187"/>
          </a:xfrm>
          <a:prstGeom prst="rect">
            <a:avLst/>
          </a:prstGeom>
        </p:spPr>
      </p:pic>
      <p:pic>
        <p:nvPicPr>
          <p:cNvPr id="192" name="Picture 19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DF0ACC-1A18-C6A5-E9FA-C9D31EED4D8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36694" y="2353020"/>
            <a:ext cx="73188" cy="73188"/>
          </a:xfrm>
          <a:prstGeom prst="rect">
            <a:avLst/>
          </a:prstGeom>
        </p:spPr>
      </p:pic>
      <p:pic>
        <p:nvPicPr>
          <p:cNvPr id="193" name="Picture 19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3A090D-C4C4-E5D2-F252-DAA348E92502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53095" y="2353019"/>
            <a:ext cx="73187" cy="73187"/>
          </a:xfrm>
          <a:prstGeom prst="rect">
            <a:avLst/>
          </a:prstGeom>
        </p:spPr>
      </p:pic>
      <p:pic>
        <p:nvPicPr>
          <p:cNvPr id="194" name="Picture 19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444A8BE-5E43-FE23-E1FB-A61E819A36B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36694" y="2494367"/>
            <a:ext cx="73188" cy="73188"/>
          </a:xfrm>
          <a:prstGeom prst="rect">
            <a:avLst/>
          </a:prstGeom>
        </p:spPr>
      </p:pic>
      <p:pic>
        <p:nvPicPr>
          <p:cNvPr id="195" name="Picture 19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C09C1EF-3355-B09A-AFAA-13A30A7ABA3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53095" y="2494366"/>
            <a:ext cx="73187" cy="73187"/>
          </a:xfrm>
          <a:prstGeom prst="rect">
            <a:avLst/>
          </a:prstGeom>
        </p:spPr>
      </p:pic>
      <p:pic>
        <p:nvPicPr>
          <p:cNvPr id="196" name="Picture 19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9C4B272-FC2F-1779-99EB-A029112ACF3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33842" y="2647885"/>
            <a:ext cx="73188" cy="73188"/>
          </a:xfrm>
          <a:prstGeom prst="rect">
            <a:avLst/>
          </a:prstGeom>
        </p:spPr>
      </p:pic>
      <p:pic>
        <p:nvPicPr>
          <p:cNvPr id="197" name="Picture 19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9B829FB-74DB-CB22-CB01-2CA56D184ED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50243" y="2647884"/>
            <a:ext cx="73187" cy="73187"/>
          </a:xfrm>
          <a:prstGeom prst="rect">
            <a:avLst/>
          </a:prstGeom>
        </p:spPr>
      </p:pic>
      <p:pic>
        <p:nvPicPr>
          <p:cNvPr id="198" name="Picture 19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564283A-85F8-2F0A-F877-5AAF762CE26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40865" y="2792777"/>
            <a:ext cx="73188" cy="73188"/>
          </a:xfrm>
          <a:prstGeom prst="rect">
            <a:avLst/>
          </a:prstGeom>
        </p:spPr>
      </p:pic>
      <p:pic>
        <p:nvPicPr>
          <p:cNvPr id="199" name="Picture 19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299EB6-E93C-1228-78F4-D8B7FFB28A42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57266" y="2792776"/>
            <a:ext cx="73187" cy="73187"/>
          </a:xfrm>
          <a:prstGeom prst="rect">
            <a:avLst/>
          </a:prstGeom>
        </p:spPr>
      </p:pic>
      <p:pic>
        <p:nvPicPr>
          <p:cNvPr id="200" name="Picture 19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81C068-3FA8-2568-9AA1-E0BD115A140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42122" y="2935511"/>
            <a:ext cx="73188" cy="73188"/>
          </a:xfrm>
          <a:prstGeom prst="rect">
            <a:avLst/>
          </a:prstGeom>
        </p:spPr>
      </p:pic>
      <p:pic>
        <p:nvPicPr>
          <p:cNvPr id="201" name="Picture 20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B2CB50-0075-CF2D-8AD0-B03D346CA0E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58523" y="2935510"/>
            <a:ext cx="73187" cy="73187"/>
          </a:xfrm>
          <a:prstGeom prst="rect">
            <a:avLst/>
          </a:prstGeom>
        </p:spPr>
      </p:pic>
      <p:pic>
        <p:nvPicPr>
          <p:cNvPr id="202" name="Picture 20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4C7A9A2-3D62-8805-95DC-29A4AACD9F9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33842" y="3074705"/>
            <a:ext cx="73188" cy="73188"/>
          </a:xfrm>
          <a:prstGeom prst="rect">
            <a:avLst/>
          </a:prstGeom>
        </p:spPr>
      </p:pic>
      <p:pic>
        <p:nvPicPr>
          <p:cNvPr id="203" name="Picture 20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571433E-E7E5-5D69-D1AE-C945D97B6AA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50243" y="3074704"/>
            <a:ext cx="73187" cy="73187"/>
          </a:xfrm>
          <a:prstGeom prst="rect">
            <a:avLst/>
          </a:prstGeom>
        </p:spPr>
      </p:pic>
      <p:pic>
        <p:nvPicPr>
          <p:cNvPr id="204" name="Picture 20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6585EFA-6C6E-4ABC-C1F5-BE7EC3D9828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33842" y="3208821"/>
            <a:ext cx="73188" cy="73188"/>
          </a:xfrm>
          <a:prstGeom prst="rect">
            <a:avLst/>
          </a:prstGeom>
        </p:spPr>
      </p:pic>
      <p:pic>
        <p:nvPicPr>
          <p:cNvPr id="205" name="Picture 20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452400-1C37-C228-C2BB-6F8FB4D43F2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50243" y="3208820"/>
            <a:ext cx="73187" cy="73187"/>
          </a:xfrm>
          <a:prstGeom prst="rect">
            <a:avLst/>
          </a:prstGeom>
        </p:spPr>
      </p:pic>
      <p:pic>
        <p:nvPicPr>
          <p:cNvPr id="206" name="Picture 20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E81BB74-1AEB-936E-8602-58DC1A069C9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33842" y="3356331"/>
            <a:ext cx="73188" cy="73188"/>
          </a:xfrm>
          <a:prstGeom prst="rect">
            <a:avLst/>
          </a:prstGeom>
        </p:spPr>
      </p:pic>
      <p:pic>
        <p:nvPicPr>
          <p:cNvPr id="207" name="Picture 20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B91C0FA-9BA0-B32C-B15C-C4997865F65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50243" y="3356330"/>
            <a:ext cx="73187" cy="7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357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8240"/>
            <a:ext cx="9144000" cy="5191740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3DA75B86-4ECF-AB9C-9CDF-5F09384BC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348" y="652286"/>
            <a:ext cx="7882838" cy="440787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5" y="531604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3818453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5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88" y="372262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12" y="618339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10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32933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1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90710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hlinkClick r:id="rId12" action="ppaction://hlinksldjump"/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45319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14" name="TextBox 13">
            <a:hlinkClick r:id="rId13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48329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83251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4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297" y="1898223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788" y="2245319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10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36378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610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9113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hlinkClick r:id="rId17" action="ppaction://hlinksldjump"/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44282" y="3493347"/>
            <a:ext cx="714099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44282" y="3805204"/>
            <a:ext cx="869553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8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2145" y="2557709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528" y="3815768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312" y="3493721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954" y="2907065"/>
            <a:ext cx="137807" cy="13780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246170" y="3195968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931" y="3208557"/>
            <a:ext cx="137806" cy="137806"/>
          </a:xfrm>
          <a:prstGeom prst="rect">
            <a:avLst/>
          </a:prstGeom>
        </p:spPr>
      </p:pic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774D0DA-D9EC-E608-64F8-06859F21441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010258" y="921651"/>
            <a:ext cx="64411" cy="6441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EF0EF1-734D-C94F-E265-8AF6FC7246FD}"/>
              </a:ext>
            </a:extLst>
          </p:cNvPr>
          <p:cNvCxnSpPr/>
          <p:nvPr/>
        </p:nvCxnSpPr>
        <p:spPr>
          <a:xfrm>
            <a:off x="2094262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Picture 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1BEEE78-E282-BD7B-562F-CC26BE0287F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822333" y="921651"/>
            <a:ext cx="64411" cy="64411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C7D6B4F-1A30-CD1F-B749-7ABAAB89D69F}"/>
              </a:ext>
            </a:extLst>
          </p:cNvPr>
          <p:cNvCxnSpPr/>
          <p:nvPr/>
        </p:nvCxnSpPr>
        <p:spPr>
          <a:xfrm>
            <a:off x="2906337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31" descr="A black background with a black square&#10;&#10;Description automatically generated with medium confidence">
            <a:hlinkClick r:id="rId25" action="ppaction://hlinksldjump"/>
            <a:extLst>
              <a:ext uri="{FF2B5EF4-FFF2-40B4-BE49-F238E27FC236}">
                <a16:creationId xmlns:a16="http://schemas.microsoft.com/office/drawing/2014/main" id="{D221E372-1D4E-7E85-B2C5-2C122359189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00168" y="921651"/>
            <a:ext cx="64411" cy="64411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E6701ED-5DF4-2570-D17B-A39863FA4D50}"/>
              </a:ext>
            </a:extLst>
          </p:cNvPr>
          <p:cNvCxnSpPr/>
          <p:nvPr/>
        </p:nvCxnSpPr>
        <p:spPr>
          <a:xfrm>
            <a:off x="4084172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7" name="Picture 3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94961BD-6C46-4D02-B150-05FF10883E8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25306" y="921651"/>
            <a:ext cx="64411" cy="64411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4B4B9B6-61EF-9EC8-32E7-92821580A604}"/>
              </a:ext>
            </a:extLst>
          </p:cNvPr>
          <p:cNvCxnSpPr/>
          <p:nvPr/>
        </p:nvCxnSpPr>
        <p:spPr>
          <a:xfrm>
            <a:off x="4909310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9" name="Picture 3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B1C83D-38C2-C3D8-9B16-F2179EB8A12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04891" y="921651"/>
            <a:ext cx="64411" cy="64411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52AACD6-FDCD-1659-E35A-96D76FE0C59A}"/>
              </a:ext>
            </a:extLst>
          </p:cNvPr>
          <p:cNvCxnSpPr/>
          <p:nvPr/>
        </p:nvCxnSpPr>
        <p:spPr>
          <a:xfrm>
            <a:off x="6088895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Picture 4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73710AF-8894-C7FD-E830-7634D553D89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61801" y="921651"/>
            <a:ext cx="64411" cy="64411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C18B4EC-96A9-6E3E-7FC9-858749D3C71D}"/>
              </a:ext>
            </a:extLst>
          </p:cNvPr>
          <p:cNvCxnSpPr/>
          <p:nvPr/>
        </p:nvCxnSpPr>
        <p:spPr>
          <a:xfrm>
            <a:off x="7145805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Picture 4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8903B37-30A1-7B70-D492-5CF34871250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99117" y="921651"/>
            <a:ext cx="64411" cy="64411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948EF73-3201-DDCF-F395-62A5826D70A4}"/>
              </a:ext>
            </a:extLst>
          </p:cNvPr>
          <p:cNvCxnSpPr/>
          <p:nvPr/>
        </p:nvCxnSpPr>
        <p:spPr>
          <a:xfrm>
            <a:off x="8183121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9" name="Picture 4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D3221F2-B94A-8EB4-0123-887CF6910E6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7" y="1137758"/>
            <a:ext cx="119454" cy="119454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FEB91AE-2F2C-A868-7A4E-0F6EEC2D5B0D}"/>
              </a:ext>
            </a:extLst>
          </p:cNvPr>
          <p:cNvSpPr txBox="1"/>
          <p:nvPr/>
        </p:nvSpPr>
        <p:spPr>
          <a:xfrm>
            <a:off x="59659" y="4635958"/>
            <a:ext cx="1205835" cy="2461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sv-SE" sz="800" dirty="0">
                <a:hlinkClick r:id="rId27"/>
              </a:rPr>
              <a:t>Blazor DataGrid Demos - Overview | Telerik UI for Blazor</a:t>
            </a:r>
            <a:endParaRPr lang="en-US" sz="800" dirty="0" err="1"/>
          </a:p>
        </p:txBody>
      </p:sp>
      <p:pic>
        <p:nvPicPr>
          <p:cNvPr id="61" name="Picture 6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33CF4A4-E0C8-C24B-0EE5-A99A18B30B4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6" y="2287312"/>
            <a:ext cx="119454" cy="119454"/>
          </a:xfrm>
          <a:prstGeom prst="rect">
            <a:avLst/>
          </a:prstGeom>
        </p:spPr>
      </p:pic>
      <p:pic>
        <p:nvPicPr>
          <p:cNvPr id="62" name="Picture 6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291D56B-8988-2A90-22A4-41C3D6DA356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6" y="2533929"/>
            <a:ext cx="119454" cy="119454"/>
          </a:xfrm>
          <a:prstGeom prst="rect">
            <a:avLst/>
          </a:prstGeom>
        </p:spPr>
      </p:pic>
      <p:pic>
        <p:nvPicPr>
          <p:cNvPr id="63" name="Picture 6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606B94D-EF68-8712-5655-98BF1172E0A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7" y="2761426"/>
            <a:ext cx="119454" cy="119454"/>
          </a:xfrm>
          <a:prstGeom prst="rect">
            <a:avLst/>
          </a:prstGeom>
        </p:spPr>
      </p:pic>
      <p:pic>
        <p:nvPicPr>
          <p:cNvPr id="64" name="Picture 6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E21C222-E454-FC01-72C6-42886A3D045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6" y="3003035"/>
            <a:ext cx="119454" cy="119454"/>
          </a:xfrm>
          <a:prstGeom prst="rect">
            <a:avLst/>
          </a:prstGeom>
        </p:spPr>
      </p:pic>
      <p:pic>
        <p:nvPicPr>
          <p:cNvPr id="65" name="Picture 6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8BB29A8-3009-B09C-02D3-143FE926BF2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5" y="3216753"/>
            <a:ext cx="119454" cy="119454"/>
          </a:xfrm>
          <a:prstGeom prst="rect">
            <a:avLst/>
          </a:prstGeom>
        </p:spPr>
      </p:pic>
      <p:pic>
        <p:nvPicPr>
          <p:cNvPr id="66" name="Picture 6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5FC1895-31B4-2F52-AEB3-49BC6BFD0FF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5" y="3461045"/>
            <a:ext cx="119454" cy="119454"/>
          </a:xfrm>
          <a:prstGeom prst="rect">
            <a:avLst/>
          </a:prstGeom>
        </p:spPr>
      </p:pic>
      <p:pic>
        <p:nvPicPr>
          <p:cNvPr id="67" name="Picture 6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B428AF3-D712-9F34-2B2C-B8B1CAC72BE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5" y="3703716"/>
            <a:ext cx="119454" cy="119454"/>
          </a:xfrm>
          <a:prstGeom prst="rect">
            <a:avLst/>
          </a:prstGeom>
        </p:spPr>
      </p:pic>
      <p:pic>
        <p:nvPicPr>
          <p:cNvPr id="68" name="Picture 6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D7D6FB6-45C8-D7E3-A383-121A253531A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5" y="3928010"/>
            <a:ext cx="119454" cy="119454"/>
          </a:xfrm>
          <a:prstGeom prst="rect">
            <a:avLst/>
          </a:prstGeom>
        </p:spPr>
      </p:pic>
      <p:pic>
        <p:nvPicPr>
          <p:cNvPr id="69" name="Picture 6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3F248B-BA5C-3E0C-6058-0B73793A185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5" y="4163933"/>
            <a:ext cx="119454" cy="119454"/>
          </a:xfrm>
          <a:prstGeom prst="rect">
            <a:avLst/>
          </a:prstGeom>
        </p:spPr>
      </p:pic>
      <p:pic>
        <p:nvPicPr>
          <p:cNvPr id="70" name="Picture 6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11CF9ED-9289-A4DD-9AAE-74DB2609BEE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5" y="4624150"/>
            <a:ext cx="119454" cy="119454"/>
          </a:xfrm>
          <a:prstGeom prst="rect">
            <a:avLst/>
          </a:prstGeom>
        </p:spPr>
      </p:pic>
      <p:pic>
        <p:nvPicPr>
          <p:cNvPr id="71" name="Picture 7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EFBABD-480D-43D8-478B-4B733EA1A09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5" y="4416685"/>
            <a:ext cx="119454" cy="119454"/>
          </a:xfrm>
          <a:prstGeom prst="rect">
            <a:avLst/>
          </a:prstGeom>
        </p:spPr>
      </p:pic>
      <p:pic>
        <p:nvPicPr>
          <p:cNvPr id="72" name="Picture 7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8600BBC-D694-4017-41D9-FF0F36F8537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9885" y="4831019"/>
            <a:ext cx="119454" cy="119454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5A894ECB-A262-CF68-DAFE-5D8A409ACDE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73252" y="2282030"/>
            <a:ext cx="81788" cy="86901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F45D4CB3-C598-2966-CEA9-709FE2CE941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77045" y="2534992"/>
            <a:ext cx="81788" cy="86901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03AE7D59-3ECE-E237-9BC6-1813308BE82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82930" y="2770824"/>
            <a:ext cx="81788" cy="86901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878BD84B-5972-53E0-E804-6347AC406B1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73085" y="2991788"/>
            <a:ext cx="81788" cy="86901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E6CA6BD5-9EA3-94F6-9CA8-CA46A02A943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78970" y="3227620"/>
            <a:ext cx="81788" cy="86901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70A83A17-B764-C66D-B06D-448738F6DC2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74342" y="3462263"/>
            <a:ext cx="81788" cy="86901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C2DEBCC1-17C1-A94B-5FBA-7E4FC175928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73403" y="3698095"/>
            <a:ext cx="81788" cy="86901"/>
          </a:xfrm>
          <a:prstGeom prst="rect">
            <a:avLst/>
          </a:prstGeom>
        </p:spPr>
      </p:pic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ECB6F7D3-C89A-BFD3-D3C3-1DD74A7F4D13}"/>
              </a:ext>
            </a:extLst>
          </p:cNvPr>
          <p:cNvSpPr/>
          <p:nvPr/>
        </p:nvSpPr>
        <p:spPr>
          <a:xfrm>
            <a:off x="8367091" y="719780"/>
            <a:ext cx="484496" cy="70879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1"/>
                </a:solidFill>
              </a:rPr>
              <a:t>Group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4B037F66-7DCE-41AB-119C-F658E3ABE64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82255" y="4404158"/>
            <a:ext cx="81788" cy="86901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0D869E2A-EBAF-F050-CAFC-AC05C743BCF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84843" y="4168570"/>
            <a:ext cx="81788" cy="86901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F91FCC99-7139-700D-107E-AA7062443DE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81015" y="3927856"/>
            <a:ext cx="81788" cy="86901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C18DC6C1-0824-26EA-FD18-2C9DFAC44E37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91830" y="4644872"/>
            <a:ext cx="81788" cy="86901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75D0F0AA-7546-9CA5-5DEE-7F33C64F902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87380" y="4865398"/>
            <a:ext cx="81788" cy="86901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CC33FCEE-4292-7F81-2756-4E4A79769CC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17465" y="1145388"/>
            <a:ext cx="134122" cy="110173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8D1442BE-FCAF-FD95-C080-C46ADA70936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14343" y="2287609"/>
            <a:ext cx="134122" cy="110173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56F9EA86-3BE2-C2CF-9025-C8EECBD10CEA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10480" y="2544263"/>
            <a:ext cx="134122" cy="110173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16D0E5DA-993C-3F8A-FE7B-D6AE2B1613BC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06005" y="2773303"/>
            <a:ext cx="134122" cy="110173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0632DF4F-15B3-EA15-D98D-848BB740498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06005" y="3015700"/>
            <a:ext cx="134122" cy="110173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57FE6215-B0C3-0EFC-B6A6-F7B7E31CA98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14343" y="3218550"/>
            <a:ext cx="134122" cy="110173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A5B8ADAF-64EE-D9C2-F854-094FD34864E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10480" y="3474253"/>
            <a:ext cx="134122" cy="110173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22235D18-D046-DD28-65A2-864C6E6E564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14343" y="3709310"/>
            <a:ext cx="134122" cy="110173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65C29293-2DE1-B5BB-501E-C34BFAFDE77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10480" y="3937971"/>
            <a:ext cx="134122" cy="110173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C079BC50-3AAD-6B4A-B005-C16A8AE368E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21326" y="4160444"/>
            <a:ext cx="134122" cy="110173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D6FA98C5-A6B2-0402-AC2D-797DF4A4BC1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17463" y="4423225"/>
            <a:ext cx="134122" cy="110173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B8CD2863-CC66-5D98-D9B0-10A7D3064E3C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21326" y="4625287"/>
            <a:ext cx="134122" cy="110173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9ACBA96D-7145-2CC0-78D7-87A76DB5799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17463" y="4840300"/>
            <a:ext cx="134122" cy="110173"/>
          </a:xfrm>
          <a:prstGeom prst="rect">
            <a:avLst/>
          </a:prstGeom>
        </p:spPr>
      </p:pic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841C1E2A-4811-D019-3948-165CC29F03D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916690" y="1314397"/>
            <a:ext cx="4298096" cy="874590"/>
          </a:xfrm>
          <a:prstGeom prst="rect">
            <a:avLst/>
          </a:prstGeom>
        </p:spPr>
      </p:pic>
      <p:pic>
        <p:nvPicPr>
          <p:cNvPr id="31" name="Picture 30">
            <a:hlinkClick r:id="rId31" action="ppaction://hlinksldjump"/>
            <a:extLst>
              <a:ext uri="{FF2B5EF4-FFF2-40B4-BE49-F238E27FC236}">
                <a16:creationId xmlns:a16="http://schemas.microsoft.com/office/drawing/2014/main" id="{A8C9782E-3D88-D3E6-B5A3-FEF79BE7AFE3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94175" y="1132941"/>
            <a:ext cx="102659" cy="9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798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8240"/>
            <a:ext cx="9144000" cy="5191740"/>
          </a:xfrm>
          <a:prstGeom prst="rect">
            <a:avLst/>
          </a:prstGeom>
        </p:spPr>
      </p:pic>
      <p:pic>
        <p:nvPicPr>
          <p:cNvPr id="59" name="Picture 58" descr="A screenshot of a computer&#10;&#10;Description automatically generated">
            <a:extLst>
              <a:ext uri="{FF2B5EF4-FFF2-40B4-BE49-F238E27FC236}">
                <a16:creationId xmlns:a16="http://schemas.microsoft.com/office/drawing/2014/main" id="{7640200B-FFD2-B312-34A5-AC0CA7699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618" y="654648"/>
            <a:ext cx="7609550" cy="44096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5" y="531604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3818453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5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88" y="372262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12" y="618339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10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32933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1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90710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hlinkClick r:id="rId12" action="ppaction://hlinksldjump"/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45319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14" name="TextBox 13">
            <a:hlinkClick r:id="rId13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48329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83251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4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297" y="1898223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788" y="2245319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10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36378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610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9113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hlinkClick r:id="rId17" action="ppaction://hlinksldjump"/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44282" y="3493347"/>
            <a:ext cx="714099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44282" y="3805204"/>
            <a:ext cx="869553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8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2145" y="2557709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528" y="3815768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312" y="3493721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954" y="2907065"/>
            <a:ext cx="137807" cy="13780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246170" y="3195968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931" y="3208557"/>
            <a:ext cx="137806" cy="137806"/>
          </a:xfrm>
          <a:prstGeom prst="rect">
            <a:avLst/>
          </a:prstGeom>
        </p:spPr>
      </p:pic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774D0DA-D9EC-E608-64F8-06859F21441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010258" y="921651"/>
            <a:ext cx="64411" cy="6441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EF0EF1-734D-C94F-E265-8AF6FC7246FD}"/>
              </a:ext>
            </a:extLst>
          </p:cNvPr>
          <p:cNvCxnSpPr/>
          <p:nvPr/>
        </p:nvCxnSpPr>
        <p:spPr>
          <a:xfrm>
            <a:off x="2094262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Picture 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1BEEE78-E282-BD7B-562F-CC26BE0287F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822333" y="921651"/>
            <a:ext cx="64411" cy="64411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C7D6B4F-1A30-CD1F-B749-7ABAAB89D69F}"/>
              </a:ext>
            </a:extLst>
          </p:cNvPr>
          <p:cNvCxnSpPr/>
          <p:nvPr/>
        </p:nvCxnSpPr>
        <p:spPr>
          <a:xfrm>
            <a:off x="2906337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3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221E372-1D4E-7E85-B2C5-2C122359189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00168" y="921651"/>
            <a:ext cx="64411" cy="64411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E6701ED-5DF4-2570-D17B-A39863FA4D50}"/>
              </a:ext>
            </a:extLst>
          </p:cNvPr>
          <p:cNvCxnSpPr/>
          <p:nvPr/>
        </p:nvCxnSpPr>
        <p:spPr>
          <a:xfrm>
            <a:off x="4084172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7" name="Picture 3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94961BD-6C46-4D02-B150-05FF10883E8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25306" y="921651"/>
            <a:ext cx="64411" cy="64411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4B4B9B6-61EF-9EC8-32E7-92821580A604}"/>
              </a:ext>
            </a:extLst>
          </p:cNvPr>
          <p:cNvCxnSpPr/>
          <p:nvPr/>
        </p:nvCxnSpPr>
        <p:spPr>
          <a:xfrm>
            <a:off x="4909310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9" name="Picture 3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B1C83D-38C2-C3D8-9B16-F2179EB8A12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04891" y="921651"/>
            <a:ext cx="64411" cy="64411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52AACD6-FDCD-1659-E35A-96D76FE0C59A}"/>
              </a:ext>
            </a:extLst>
          </p:cNvPr>
          <p:cNvCxnSpPr/>
          <p:nvPr/>
        </p:nvCxnSpPr>
        <p:spPr>
          <a:xfrm>
            <a:off x="6088895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Picture 4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73710AF-8894-C7FD-E830-7634D553D89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61801" y="921651"/>
            <a:ext cx="64411" cy="64411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C18B4EC-96A9-6E3E-7FC9-858749D3C71D}"/>
              </a:ext>
            </a:extLst>
          </p:cNvPr>
          <p:cNvCxnSpPr/>
          <p:nvPr/>
        </p:nvCxnSpPr>
        <p:spPr>
          <a:xfrm>
            <a:off x="7145805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Picture 4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8903B37-30A1-7B70-D492-5CF34871250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99117" y="921651"/>
            <a:ext cx="64411" cy="64411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948EF73-3201-DDCF-F395-62A5826D70A4}"/>
              </a:ext>
            </a:extLst>
          </p:cNvPr>
          <p:cNvCxnSpPr/>
          <p:nvPr/>
        </p:nvCxnSpPr>
        <p:spPr>
          <a:xfrm>
            <a:off x="8183121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9" name="Picture 4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D3221F2-B94A-8EB4-0123-887CF6910E6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7" y="1137758"/>
            <a:ext cx="119454" cy="119454"/>
          </a:xfrm>
          <a:prstGeom prst="rect">
            <a:avLst/>
          </a:prstGeom>
        </p:spPr>
      </p:pic>
      <p:pic>
        <p:nvPicPr>
          <p:cNvPr id="50" name="Picture 4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CE051F1-CAE7-9945-0C4D-F08D235E994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6" y="1346468"/>
            <a:ext cx="119454" cy="119454"/>
          </a:xfrm>
          <a:prstGeom prst="rect">
            <a:avLst/>
          </a:prstGeom>
        </p:spPr>
      </p:pic>
      <p:pic>
        <p:nvPicPr>
          <p:cNvPr id="54" name="Picture 5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FB94E42-B0F9-CD77-7156-B460FB22DFC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7" y="1590376"/>
            <a:ext cx="119454" cy="119454"/>
          </a:xfrm>
          <a:prstGeom prst="rect">
            <a:avLst/>
          </a:prstGeom>
        </p:spPr>
      </p:pic>
      <p:pic>
        <p:nvPicPr>
          <p:cNvPr id="55" name="Picture 5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301CF18-4800-BD31-129C-3C3D0AC2913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6" y="1799086"/>
            <a:ext cx="119454" cy="119454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FEB91AE-2F2C-A868-7A4E-0F6EEC2D5B0D}"/>
              </a:ext>
            </a:extLst>
          </p:cNvPr>
          <p:cNvSpPr txBox="1"/>
          <p:nvPr/>
        </p:nvSpPr>
        <p:spPr>
          <a:xfrm>
            <a:off x="59659" y="4635958"/>
            <a:ext cx="1205835" cy="2461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sv-SE" sz="800" dirty="0">
                <a:hlinkClick r:id="rId26"/>
              </a:rPr>
              <a:t>Blazor DataGrid Demos - Overview | Telerik UI for Blazor</a:t>
            </a:r>
            <a:endParaRPr lang="en-US" sz="800" dirty="0" err="1"/>
          </a:p>
        </p:txBody>
      </p:sp>
      <p:pic>
        <p:nvPicPr>
          <p:cNvPr id="60" name="Picture 5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D4250E1-CF98-F388-CA88-A9BF9CC03AE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7" y="2045703"/>
            <a:ext cx="119454" cy="119454"/>
          </a:xfrm>
          <a:prstGeom prst="rect">
            <a:avLst/>
          </a:prstGeom>
        </p:spPr>
      </p:pic>
      <p:pic>
        <p:nvPicPr>
          <p:cNvPr id="61" name="Picture 6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33CF4A4-E0C8-C24B-0EE5-A99A18B30B4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6" y="2287312"/>
            <a:ext cx="119454" cy="119454"/>
          </a:xfrm>
          <a:prstGeom prst="rect">
            <a:avLst/>
          </a:prstGeom>
        </p:spPr>
      </p:pic>
      <p:pic>
        <p:nvPicPr>
          <p:cNvPr id="62" name="Picture 6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291D56B-8988-2A90-22A4-41C3D6DA356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6" y="2533929"/>
            <a:ext cx="119454" cy="119454"/>
          </a:xfrm>
          <a:prstGeom prst="rect">
            <a:avLst/>
          </a:prstGeom>
        </p:spPr>
      </p:pic>
      <p:pic>
        <p:nvPicPr>
          <p:cNvPr id="63" name="Picture 6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606B94D-EF68-8712-5655-98BF1172E0A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7" y="2761426"/>
            <a:ext cx="119454" cy="119454"/>
          </a:xfrm>
          <a:prstGeom prst="rect">
            <a:avLst/>
          </a:prstGeom>
        </p:spPr>
      </p:pic>
      <p:pic>
        <p:nvPicPr>
          <p:cNvPr id="64" name="Picture 6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E21C222-E454-FC01-72C6-42886A3D045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6" y="3003035"/>
            <a:ext cx="119454" cy="119454"/>
          </a:xfrm>
          <a:prstGeom prst="rect">
            <a:avLst/>
          </a:prstGeom>
        </p:spPr>
      </p:pic>
      <p:pic>
        <p:nvPicPr>
          <p:cNvPr id="65" name="Picture 6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8BB29A8-3009-B09C-02D3-143FE926BF2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5" y="3216753"/>
            <a:ext cx="119454" cy="119454"/>
          </a:xfrm>
          <a:prstGeom prst="rect">
            <a:avLst/>
          </a:prstGeom>
        </p:spPr>
      </p:pic>
      <p:pic>
        <p:nvPicPr>
          <p:cNvPr id="66" name="Picture 6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5FC1895-31B4-2F52-AEB3-49BC6BFD0FF7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5" y="3461045"/>
            <a:ext cx="119454" cy="119454"/>
          </a:xfrm>
          <a:prstGeom prst="rect">
            <a:avLst/>
          </a:prstGeom>
        </p:spPr>
      </p:pic>
      <p:pic>
        <p:nvPicPr>
          <p:cNvPr id="67" name="Picture 6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B428AF3-D712-9F34-2B2C-B8B1CAC72BE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5" y="3703716"/>
            <a:ext cx="119454" cy="119454"/>
          </a:xfrm>
          <a:prstGeom prst="rect">
            <a:avLst/>
          </a:prstGeom>
        </p:spPr>
      </p:pic>
      <p:pic>
        <p:nvPicPr>
          <p:cNvPr id="68" name="Picture 6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D7D6FB6-45C8-D7E3-A383-121A253531A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5" y="3928010"/>
            <a:ext cx="119454" cy="119454"/>
          </a:xfrm>
          <a:prstGeom prst="rect">
            <a:avLst/>
          </a:prstGeom>
        </p:spPr>
      </p:pic>
      <p:pic>
        <p:nvPicPr>
          <p:cNvPr id="69" name="Picture 6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3F248B-BA5C-3E0C-6058-0B73793A185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5" y="4163933"/>
            <a:ext cx="119454" cy="119454"/>
          </a:xfrm>
          <a:prstGeom prst="rect">
            <a:avLst/>
          </a:prstGeom>
        </p:spPr>
      </p:pic>
      <p:pic>
        <p:nvPicPr>
          <p:cNvPr id="70" name="Picture 6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11CF9ED-9289-A4DD-9AAE-74DB2609BEE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5" y="4624150"/>
            <a:ext cx="119454" cy="119454"/>
          </a:xfrm>
          <a:prstGeom prst="rect">
            <a:avLst/>
          </a:prstGeom>
        </p:spPr>
      </p:pic>
      <p:pic>
        <p:nvPicPr>
          <p:cNvPr id="71" name="Picture 7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EFBABD-480D-43D8-478B-4B733EA1A09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5" y="4416685"/>
            <a:ext cx="119454" cy="119454"/>
          </a:xfrm>
          <a:prstGeom prst="rect">
            <a:avLst/>
          </a:prstGeom>
        </p:spPr>
      </p:pic>
      <p:pic>
        <p:nvPicPr>
          <p:cNvPr id="72" name="Picture 7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8600BBC-D694-4017-41D9-FF0F36F8537E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5" y="4831019"/>
            <a:ext cx="119454" cy="119454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EC877049-91C0-33A9-1E3D-5AE5BC92DD2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99593" y="1137758"/>
            <a:ext cx="81788" cy="86901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CEEFCF17-8A7D-6FAC-00B5-6128B62E5AC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91830" y="1353118"/>
            <a:ext cx="81788" cy="86901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175F8EE4-379A-C876-6799-A3E9A1F9804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92611" y="1581525"/>
            <a:ext cx="81788" cy="8690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FA8648CD-1531-D682-812D-92013506B3F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84848" y="1796885"/>
            <a:ext cx="81788" cy="86901"/>
          </a:xfrm>
          <a:prstGeom prst="rect">
            <a:avLst/>
          </a:prstGeom>
        </p:spPr>
      </p:pic>
      <p:pic>
        <p:nvPicPr>
          <p:cNvPr id="9" name="Picture 8" descr="A screenshot of a screen&#10;&#10;Description automatically generated">
            <a:extLst>
              <a:ext uri="{FF2B5EF4-FFF2-40B4-BE49-F238E27FC236}">
                <a16:creationId xmlns:a16="http://schemas.microsoft.com/office/drawing/2014/main" id="{CDD807E7-98AE-5B1D-B01A-571490899DA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954560" y="1090902"/>
            <a:ext cx="1216460" cy="1382814"/>
          </a:xfrm>
          <a:prstGeom prst="rect">
            <a:avLst/>
          </a:prstGeom>
        </p:spPr>
      </p:pic>
      <p:pic>
        <p:nvPicPr>
          <p:cNvPr id="13" name="Picture 12">
            <a:hlinkClick r:id="rId29" action="ppaction://hlinksldjump"/>
            <a:extLst>
              <a:ext uri="{FF2B5EF4-FFF2-40B4-BE49-F238E27FC236}">
                <a16:creationId xmlns:a16="http://schemas.microsoft.com/office/drawing/2014/main" id="{A95C2C1E-51E7-646A-552D-F993012E589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552005" y="2255902"/>
            <a:ext cx="570673" cy="197541"/>
          </a:xfrm>
          <a:prstGeom prst="rect">
            <a:avLst/>
          </a:prstGeom>
        </p:spPr>
      </p:pic>
      <p:pic>
        <p:nvPicPr>
          <p:cNvPr id="16" name="Picture 15">
            <a:hlinkClick r:id="rId31" action="ppaction://hlinksldjump"/>
            <a:extLst>
              <a:ext uri="{FF2B5EF4-FFF2-40B4-BE49-F238E27FC236}">
                <a16:creationId xmlns:a16="http://schemas.microsoft.com/office/drawing/2014/main" id="{6F9D3CC7-D3C5-26EF-DB94-ACC1DC78F906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998228" y="1306760"/>
            <a:ext cx="1124449" cy="16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431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8240"/>
            <a:ext cx="9144000" cy="5191740"/>
          </a:xfrm>
          <a:prstGeom prst="rect">
            <a:avLst/>
          </a:prstGeom>
        </p:spPr>
      </p:pic>
      <p:pic>
        <p:nvPicPr>
          <p:cNvPr id="59" name="Picture 58" descr="A screenshot of a computer&#10;&#10;Description automatically generated">
            <a:extLst>
              <a:ext uri="{FF2B5EF4-FFF2-40B4-BE49-F238E27FC236}">
                <a16:creationId xmlns:a16="http://schemas.microsoft.com/office/drawing/2014/main" id="{7640200B-FFD2-B312-34A5-AC0CA7699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618" y="654648"/>
            <a:ext cx="7609550" cy="44096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5" y="531604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3818453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5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88" y="372262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12" y="618339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10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32933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1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90710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hlinkClick r:id="rId12" action="ppaction://hlinksldjump"/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45319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14" name="TextBox 13">
            <a:hlinkClick r:id="rId13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48329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83251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4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297" y="1898223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788" y="2245319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10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36378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610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9113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hlinkClick r:id="rId17" action="ppaction://hlinksldjump"/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44282" y="3493347"/>
            <a:ext cx="714099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44282" y="3805204"/>
            <a:ext cx="869553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8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2145" y="2557709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528" y="3815768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312" y="3493721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954" y="2907065"/>
            <a:ext cx="137807" cy="13780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246170" y="3195968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931" y="3208557"/>
            <a:ext cx="137806" cy="137806"/>
          </a:xfrm>
          <a:prstGeom prst="rect">
            <a:avLst/>
          </a:prstGeom>
        </p:spPr>
      </p:pic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774D0DA-D9EC-E608-64F8-06859F21441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010258" y="921651"/>
            <a:ext cx="64411" cy="6441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EF0EF1-734D-C94F-E265-8AF6FC7246FD}"/>
              </a:ext>
            </a:extLst>
          </p:cNvPr>
          <p:cNvCxnSpPr/>
          <p:nvPr/>
        </p:nvCxnSpPr>
        <p:spPr>
          <a:xfrm>
            <a:off x="2094262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Picture 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1BEEE78-E282-BD7B-562F-CC26BE0287F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822333" y="921651"/>
            <a:ext cx="64411" cy="64411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C7D6B4F-1A30-CD1F-B749-7ABAAB89D69F}"/>
              </a:ext>
            </a:extLst>
          </p:cNvPr>
          <p:cNvCxnSpPr/>
          <p:nvPr/>
        </p:nvCxnSpPr>
        <p:spPr>
          <a:xfrm>
            <a:off x="2906337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3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221E372-1D4E-7E85-B2C5-2C122359189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00168" y="921651"/>
            <a:ext cx="64411" cy="64411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E6701ED-5DF4-2570-D17B-A39863FA4D50}"/>
              </a:ext>
            </a:extLst>
          </p:cNvPr>
          <p:cNvCxnSpPr/>
          <p:nvPr/>
        </p:nvCxnSpPr>
        <p:spPr>
          <a:xfrm>
            <a:off x="4084172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7" name="Picture 3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94961BD-6C46-4D02-B150-05FF10883E8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25306" y="921651"/>
            <a:ext cx="64411" cy="64411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4B4B9B6-61EF-9EC8-32E7-92821580A604}"/>
              </a:ext>
            </a:extLst>
          </p:cNvPr>
          <p:cNvCxnSpPr/>
          <p:nvPr/>
        </p:nvCxnSpPr>
        <p:spPr>
          <a:xfrm>
            <a:off x="4909310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9" name="Picture 3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B1C83D-38C2-C3D8-9B16-F2179EB8A12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04891" y="921651"/>
            <a:ext cx="64411" cy="64411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52AACD6-FDCD-1659-E35A-96D76FE0C59A}"/>
              </a:ext>
            </a:extLst>
          </p:cNvPr>
          <p:cNvCxnSpPr/>
          <p:nvPr/>
        </p:nvCxnSpPr>
        <p:spPr>
          <a:xfrm>
            <a:off x="6088895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Picture 4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73710AF-8894-C7FD-E830-7634D553D89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61801" y="921651"/>
            <a:ext cx="64411" cy="64411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C18B4EC-96A9-6E3E-7FC9-858749D3C71D}"/>
              </a:ext>
            </a:extLst>
          </p:cNvPr>
          <p:cNvCxnSpPr/>
          <p:nvPr/>
        </p:nvCxnSpPr>
        <p:spPr>
          <a:xfrm>
            <a:off x="7145805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Picture 4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8903B37-30A1-7B70-D492-5CF34871250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99117" y="921651"/>
            <a:ext cx="64411" cy="64411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948EF73-3201-DDCF-F395-62A5826D70A4}"/>
              </a:ext>
            </a:extLst>
          </p:cNvPr>
          <p:cNvCxnSpPr/>
          <p:nvPr/>
        </p:nvCxnSpPr>
        <p:spPr>
          <a:xfrm>
            <a:off x="8183121" y="88246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9" name="Picture 4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D3221F2-B94A-8EB4-0123-887CF6910E6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7" y="1137758"/>
            <a:ext cx="119454" cy="119454"/>
          </a:xfrm>
          <a:prstGeom prst="rect">
            <a:avLst/>
          </a:prstGeom>
        </p:spPr>
      </p:pic>
      <p:pic>
        <p:nvPicPr>
          <p:cNvPr id="50" name="Picture 4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CE051F1-CAE7-9945-0C4D-F08D235E994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6" y="1346468"/>
            <a:ext cx="119454" cy="119454"/>
          </a:xfrm>
          <a:prstGeom prst="rect">
            <a:avLst/>
          </a:prstGeom>
        </p:spPr>
      </p:pic>
      <p:pic>
        <p:nvPicPr>
          <p:cNvPr id="54" name="Picture 5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FB94E42-B0F9-CD77-7156-B460FB22DFC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7" y="1590376"/>
            <a:ext cx="119454" cy="119454"/>
          </a:xfrm>
          <a:prstGeom prst="rect">
            <a:avLst/>
          </a:prstGeom>
        </p:spPr>
      </p:pic>
      <p:pic>
        <p:nvPicPr>
          <p:cNvPr id="55" name="Picture 5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301CF18-4800-BD31-129C-3C3D0AC2913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6" y="1799086"/>
            <a:ext cx="119454" cy="119454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FEB91AE-2F2C-A868-7A4E-0F6EEC2D5B0D}"/>
              </a:ext>
            </a:extLst>
          </p:cNvPr>
          <p:cNvSpPr txBox="1"/>
          <p:nvPr/>
        </p:nvSpPr>
        <p:spPr>
          <a:xfrm>
            <a:off x="59659" y="4635958"/>
            <a:ext cx="1205835" cy="2461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sv-SE" sz="800" dirty="0">
                <a:hlinkClick r:id="rId26"/>
              </a:rPr>
              <a:t>Blazor DataGrid Demos - Overview | Telerik UI for Blazor</a:t>
            </a:r>
            <a:endParaRPr lang="en-US" sz="800" dirty="0" err="1"/>
          </a:p>
        </p:txBody>
      </p:sp>
      <p:pic>
        <p:nvPicPr>
          <p:cNvPr id="60" name="Picture 5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D4250E1-CF98-F388-CA88-A9BF9CC03AE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7" y="2045703"/>
            <a:ext cx="119454" cy="119454"/>
          </a:xfrm>
          <a:prstGeom prst="rect">
            <a:avLst/>
          </a:prstGeom>
        </p:spPr>
      </p:pic>
      <p:pic>
        <p:nvPicPr>
          <p:cNvPr id="61" name="Picture 6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33CF4A4-E0C8-C24B-0EE5-A99A18B30B4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6" y="2287312"/>
            <a:ext cx="119454" cy="119454"/>
          </a:xfrm>
          <a:prstGeom prst="rect">
            <a:avLst/>
          </a:prstGeom>
        </p:spPr>
      </p:pic>
      <p:pic>
        <p:nvPicPr>
          <p:cNvPr id="62" name="Picture 6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291D56B-8988-2A90-22A4-41C3D6DA356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6" y="2533929"/>
            <a:ext cx="119454" cy="119454"/>
          </a:xfrm>
          <a:prstGeom prst="rect">
            <a:avLst/>
          </a:prstGeom>
        </p:spPr>
      </p:pic>
      <p:pic>
        <p:nvPicPr>
          <p:cNvPr id="63" name="Picture 6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606B94D-EF68-8712-5655-98BF1172E0A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7" y="2761426"/>
            <a:ext cx="119454" cy="119454"/>
          </a:xfrm>
          <a:prstGeom prst="rect">
            <a:avLst/>
          </a:prstGeom>
        </p:spPr>
      </p:pic>
      <p:pic>
        <p:nvPicPr>
          <p:cNvPr id="64" name="Picture 6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E21C222-E454-FC01-72C6-42886A3D045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6" y="3003035"/>
            <a:ext cx="119454" cy="119454"/>
          </a:xfrm>
          <a:prstGeom prst="rect">
            <a:avLst/>
          </a:prstGeom>
        </p:spPr>
      </p:pic>
      <p:pic>
        <p:nvPicPr>
          <p:cNvPr id="65" name="Picture 6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8BB29A8-3009-B09C-02D3-143FE926BF2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5" y="3216753"/>
            <a:ext cx="119454" cy="119454"/>
          </a:xfrm>
          <a:prstGeom prst="rect">
            <a:avLst/>
          </a:prstGeom>
        </p:spPr>
      </p:pic>
      <p:pic>
        <p:nvPicPr>
          <p:cNvPr id="66" name="Picture 6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5FC1895-31B4-2F52-AEB3-49BC6BFD0FF7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5" y="3461045"/>
            <a:ext cx="119454" cy="119454"/>
          </a:xfrm>
          <a:prstGeom prst="rect">
            <a:avLst/>
          </a:prstGeom>
        </p:spPr>
      </p:pic>
      <p:pic>
        <p:nvPicPr>
          <p:cNvPr id="67" name="Picture 6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B428AF3-D712-9F34-2B2C-B8B1CAC72BE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5" y="3703716"/>
            <a:ext cx="119454" cy="119454"/>
          </a:xfrm>
          <a:prstGeom prst="rect">
            <a:avLst/>
          </a:prstGeom>
        </p:spPr>
      </p:pic>
      <p:pic>
        <p:nvPicPr>
          <p:cNvPr id="68" name="Picture 6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D7D6FB6-45C8-D7E3-A383-121A253531A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5" y="3928010"/>
            <a:ext cx="119454" cy="119454"/>
          </a:xfrm>
          <a:prstGeom prst="rect">
            <a:avLst/>
          </a:prstGeom>
        </p:spPr>
      </p:pic>
      <p:pic>
        <p:nvPicPr>
          <p:cNvPr id="69" name="Picture 6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3F248B-BA5C-3E0C-6058-0B73793A185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5" y="4163933"/>
            <a:ext cx="119454" cy="119454"/>
          </a:xfrm>
          <a:prstGeom prst="rect">
            <a:avLst/>
          </a:prstGeom>
        </p:spPr>
      </p:pic>
      <p:pic>
        <p:nvPicPr>
          <p:cNvPr id="70" name="Picture 6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11CF9ED-9289-A4DD-9AAE-74DB2609BEE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5" y="4624150"/>
            <a:ext cx="119454" cy="119454"/>
          </a:xfrm>
          <a:prstGeom prst="rect">
            <a:avLst/>
          </a:prstGeom>
        </p:spPr>
      </p:pic>
      <p:pic>
        <p:nvPicPr>
          <p:cNvPr id="71" name="Picture 7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EFBABD-480D-43D8-478B-4B733EA1A09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5" y="4416685"/>
            <a:ext cx="119454" cy="119454"/>
          </a:xfrm>
          <a:prstGeom prst="rect">
            <a:avLst/>
          </a:prstGeom>
        </p:spPr>
      </p:pic>
      <p:pic>
        <p:nvPicPr>
          <p:cNvPr id="72" name="Picture 7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8600BBC-D694-4017-41D9-FF0F36F8537E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9885" y="4831019"/>
            <a:ext cx="119454" cy="119454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EC877049-91C0-33A9-1E3D-5AE5BC92DD2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99593" y="1137758"/>
            <a:ext cx="81788" cy="86901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CEEFCF17-8A7D-6FAC-00B5-6128B62E5AC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91830" y="1353118"/>
            <a:ext cx="81788" cy="86901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175F8EE4-379A-C876-6799-A3E9A1F9804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92611" y="1581525"/>
            <a:ext cx="81788" cy="8690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FA8648CD-1531-D682-812D-92013506B3F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84848" y="1796885"/>
            <a:ext cx="81788" cy="86901"/>
          </a:xfrm>
          <a:prstGeom prst="rect">
            <a:avLst/>
          </a:prstGeom>
        </p:spPr>
      </p:pic>
      <p:pic>
        <p:nvPicPr>
          <p:cNvPr id="9" name="Picture 8" descr="A screenshot of a screen&#10;&#10;Description automatically generated">
            <a:extLst>
              <a:ext uri="{FF2B5EF4-FFF2-40B4-BE49-F238E27FC236}">
                <a16:creationId xmlns:a16="http://schemas.microsoft.com/office/drawing/2014/main" id="{CDD807E7-98AE-5B1D-B01A-571490899DA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954560" y="1090902"/>
            <a:ext cx="1216460" cy="1382814"/>
          </a:xfrm>
          <a:prstGeom prst="rect">
            <a:avLst/>
          </a:prstGeom>
        </p:spPr>
      </p:pic>
      <p:pic>
        <p:nvPicPr>
          <p:cNvPr id="13" name="Picture 12">
            <a:hlinkClick r:id="rId29" action="ppaction://hlinksldjump"/>
            <a:extLst>
              <a:ext uri="{FF2B5EF4-FFF2-40B4-BE49-F238E27FC236}">
                <a16:creationId xmlns:a16="http://schemas.microsoft.com/office/drawing/2014/main" id="{A95C2C1E-51E7-646A-552D-F993012E589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552005" y="2255902"/>
            <a:ext cx="570673" cy="197541"/>
          </a:xfrm>
          <a:prstGeom prst="rect">
            <a:avLst/>
          </a:prstGeom>
        </p:spPr>
      </p:pic>
      <p:pic>
        <p:nvPicPr>
          <p:cNvPr id="16" name="Picture 15">
            <a:hlinkClick r:id="rId31" action="ppaction://hlinksldjump"/>
            <a:extLst>
              <a:ext uri="{FF2B5EF4-FFF2-40B4-BE49-F238E27FC236}">
                <a16:creationId xmlns:a16="http://schemas.microsoft.com/office/drawing/2014/main" id="{6F9D3CC7-D3C5-26EF-DB94-ACC1DC78F906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998228" y="1306760"/>
            <a:ext cx="1124449" cy="161171"/>
          </a:xfrm>
          <a:prstGeom prst="rect">
            <a:avLst/>
          </a:prstGeom>
        </p:spPr>
      </p:pic>
      <p:pic>
        <p:nvPicPr>
          <p:cNvPr id="10" name="Picture 9">
            <a:hlinkClick r:id="rId31" action="ppaction://hlinksldjump"/>
            <a:extLst>
              <a:ext uri="{FF2B5EF4-FFF2-40B4-BE49-F238E27FC236}">
                <a16:creationId xmlns:a16="http://schemas.microsoft.com/office/drawing/2014/main" id="{B3A4904F-89FD-08C1-4205-84BBBBBB7EFA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980696" y="1454722"/>
            <a:ext cx="1156524" cy="92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18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5" y="-163340"/>
            <a:ext cx="9144000" cy="5297093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E62AD285-2A3D-2D4D-535F-3584D7537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698" y="531604"/>
            <a:ext cx="6843791" cy="452843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5" y="531604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3818453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5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88" y="24943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99" y="-7733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477" y="9746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12" y="618339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10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210101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1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90710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hlinkClick r:id="rId12" action="ppaction://hlinksldjump"/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45319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14" name="TextBox 13">
            <a:hlinkClick r:id="rId13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-49005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48329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83251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4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-39783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297" y="1898223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788" y="2245319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10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-3795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213546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610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9113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hlinkClick r:id="rId17" action="ppaction://hlinksldjump"/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44282" y="3493347"/>
            <a:ext cx="714099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44282" y="3805204"/>
            <a:ext cx="869553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8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-41378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2145" y="2557709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528" y="3815768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312" y="3493721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954" y="2907065"/>
            <a:ext cx="137807" cy="13780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246170" y="3195968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931" y="3208557"/>
            <a:ext cx="137806" cy="137806"/>
          </a:xfrm>
          <a:prstGeom prst="rect">
            <a:avLst/>
          </a:prstGeom>
        </p:spPr>
      </p:pic>
      <p:pic>
        <p:nvPicPr>
          <p:cNvPr id="44" name="Picture 4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73710AF-8894-C7FD-E830-7634D553D89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04598" y="771432"/>
            <a:ext cx="64411" cy="64411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C18B4EC-96A9-6E3E-7FC9-858749D3C71D}"/>
              </a:ext>
            </a:extLst>
          </p:cNvPr>
          <p:cNvCxnSpPr/>
          <p:nvPr/>
        </p:nvCxnSpPr>
        <p:spPr>
          <a:xfrm>
            <a:off x="6675540" y="72571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9" name="Picture 4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D3221F2-B94A-8EB4-0123-887CF6910E6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40" y="1870780"/>
            <a:ext cx="119454" cy="119454"/>
          </a:xfrm>
          <a:prstGeom prst="rect">
            <a:avLst/>
          </a:prstGeom>
        </p:spPr>
      </p:pic>
      <p:pic>
        <p:nvPicPr>
          <p:cNvPr id="50" name="Picture 4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CE051F1-CAE7-9945-0C4D-F08D235E994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39" y="2068858"/>
            <a:ext cx="119454" cy="119454"/>
          </a:xfrm>
          <a:prstGeom prst="rect">
            <a:avLst/>
          </a:prstGeom>
        </p:spPr>
      </p:pic>
      <p:pic>
        <p:nvPicPr>
          <p:cNvPr id="54" name="Picture 5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FB94E42-B0F9-CD77-7156-B460FB22DFC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40" y="2275554"/>
            <a:ext cx="119454" cy="119454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FEB91AE-2F2C-A868-7A4E-0F6EEC2D5B0D}"/>
              </a:ext>
            </a:extLst>
          </p:cNvPr>
          <p:cNvSpPr txBox="1"/>
          <p:nvPr/>
        </p:nvSpPr>
        <p:spPr>
          <a:xfrm>
            <a:off x="59659" y="4635958"/>
            <a:ext cx="1205835" cy="2461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sv-SE" sz="800" dirty="0">
                <a:hlinkClick r:id="rId26"/>
              </a:rPr>
              <a:t>Blazor DataGrid Demos - Overview | Telerik UI for Blazor</a:t>
            </a:r>
            <a:endParaRPr lang="en-US" sz="800" dirty="0" err="1"/>
          </a:p>
        </p:txBody>
      </p:sp>
      <p:pic>
        <p:nvPicPr>
          <p:cNvPr id="15" name="Picture 1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59DED26-7914-5BA8-4A5C-38972DF4931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34071" y="771432"/>
            <a:ext cx="64411" cy="6441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F3FC12-2224-56CF-BDEA-A291EF615E2E}"/>
              </a:ext>
            </a:extLst>
          </p:cNvPr>
          <p:cNvCxnSpPr/>
          <p:nvPr/>
        </p:nvCxnSpPr>
        <p:spPr>
          <a:xfrm>
            <a:off x="5805013" y="72571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4" name="Picture 7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BBF302F-7989-B512-6104-2A55F19E3D2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60895" y="768885"/>
            <a:ext cx="64411" cy="64411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C49CA50-190C-88E9-86B0-6D8D7E9D7BBB}"/>
              </a:ext>
            </a:extLst>
          </p:cNvPr>
          <p:cNvCxnSpPr/>
          <p:nvPr/>
        </p:nvCxnSpPr>
        <p:spPr>
          <a:xfrm>
            <a:off x="4831837" y="723168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6" name="Picture 7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2ED29B8-9016-395F-F955-F008929BB5E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64579" y="766801"/>
            <a:ext cx="64411" cy="64411"/>
          </a:xfrm>
          <a:prstGeom prst="rect">
            <a:avLst/>
          </a:prstGeom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A5F7CEA-B158-84C0-925E-A04625D2AAFC}"/>
              </a:ext>
            </a:extLst>
          </p:cNvPr>
          <p:cNvCxnSpPr/>
          <p:nvPr/>
        </p:nvCxnSpPr>
        <p:spPr>
          <a:xfrm>
            <a:off x="4135521" y="721084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8" name="Picture 7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E001A91-107C-BE99-FB1D-F7724E8FF4E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077478" y="761516"/>
            <a:ext cx="64411" cy="64411"/>
          </a:xfrm>
          <a:prstGeom prst="rect">
            <a:avLst/>
          </a:prstGeom>
        </p:spPr>
      </p:pic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AE6770F-AEAB-2C5E-AF01-A2D7E8D5F560}"/>
              </a:ext>
            </a:extLst>
          </p:cNvPr>
          <p:cNvCxnSpPr/>
          <p:nvPr/>
        </p:nvCxnSpPr>
        <p:spPr>
          <a:xfrm>
            <a:off x="3148420" y="715799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0" name="Picture 7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F480FD5-0A0D-D32D-5A81-30555EDC6DB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421433" y="768885"/>
            <a:ext cx="64411" cy="64411"/>
          </a:xfrm>
          <a:prstGeom prst="rect">
            <a:avLst/>
          </a:prstGeom>
        </p:spPr>
      </p:pic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7484980-2EFA-3327-ABD9-83C304AB9F72}"/>
              </a:ext>
            </a:extLst>
          </p:cNvPr>
          <p:cNvCxnSpPr/>
          <p:nvPr/>
        </p:nvCxnSpPr>
        <p:spPr>
          <a:xfrm>
            <a:off x="2492375" y="723168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2" name="Picture 8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6172129-3B5A-8B8E-F7CA-1021C67ED5C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59930" y="761516"/>
            <a:ext cx="64411" cy="64411"/>
          </a:xfrm>
          <a:prstGeom prst="rect">
            <a:avLst/>
          </a:prstGeom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0ACB3A5-F94F-2129-30A6-74551E0A54E4}"/>
              </a:ext>
            </a:extLst>
          </p:cNvPr>
          <p:cNvCxnSpPr/>
          <p:nvPr/>
        </p:nvCxnSpPr>
        <p:spPr>
          <a:xfrm>
            <a:off x="7530872" y="715799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4" name="Picture 8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B856FB6-8CDD-613A-BEEA-B5962A73250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956936" y="764107"/>
            <a:ext cx="64411" cy="64411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F15EEA9-16CE-9831-3BF8-AF8A53126478}"/>
              </a:ext>
            </a:extLst>
          </p:cNvPr>
          <p:cNvCxnSpPr/>
          <p:nvPr/>
        </p:nvCxnSpPr>
        <p:spPr>
          <a:xfrm>
            <a:off x="8027878" y="711859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6" name="Picture 8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D121AE6-658C-3B11-F7E8-938D845CBF9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39" y="2476106"/>
            <a:ext cx="119454" cy="119454"/>
          </a:xfrm>
          <a:prstGeom prst="rect">
            <a:avLst/>
          </a:prstGeom>
        </p:spPr>
      </p:pic>
      <p:pic>
        <p:nvPicPr>
          <p:cNvPr id="87" name="Picture 8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B31627A-85A9-D969-A04B-2783809CD1C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38" y="2663552"/>
            <a:ext cx="119454" cy="119454"/>
          </a:xfrm>
          <a:prstGeom prst="rect">
            <a:avLst/>
          </a:prstGeom>
        </p:spPr>
      </p:pic>
      <p:pic>
        <p:nvPicPr>
          <p:cNvPr id="88" name="Picture 8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E8C980F-093D-760B-F498-D431FA18E96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39" y="2859616"/>
            <a:ext cx="119454" cy="119454"/>
          </a:xfrm>
          <a:prstGeom prst="rect">
            <a:avLst/>
          </a:prstGeom>
        </p:spPr>
      </p:pic>
      <p:pic>
        <p:nvPicPr>
          <p:cNvPr id="89" name="Picture 8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590B020-8339-C830-8F90-BC4C76F5DE9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39" y="3467834"/>
            <a:ext cx="119454" cy="119454"/>
          </a:xfrm>
          <a:prstGeom prst="rect">
            <a:avLst/>
          </a:prstGeom>
        </p:spPr>
      </p:pic>
      <p:pic>
        <p:nvPicPr>
          <p:cNvPr id="90" name="Picture 8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66E1184-55C2-0C96-A0AD-B19AE025A78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38" y="3665912"/>
            <a:ext cx="119454" cy="119454"/>
          </a:xfrm>
          <a:prstGeom prst="rect">
            <a:avLst/>
          </a:prstGeom>
        </p:spPr>
      </p:pic>
      <p:pic>
        <p:nvPicPr>
          <p:cNvPr id="91" name="Picture 9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976EA46-B096-2AAB-610A-35BA3AB6D65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39" y="3872608"/>
            <a:ext cx="119454" cy="119454"/>
          </a:xfrm>
          <a:prstGeom prst="rect">
            <a:avLst/>
          </a:prstGeom>
        </p:spPr>
      </p:pic>
      <p:pic>
        <p:nvPicPr>
          <p:cNvPr id="93" name="Picture 9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CD1AEE5-3BB8-3035-A905-8E5471C48987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38" y="4073160"/>
            <a:ext cx="119454" cy="119454"/>
          </a:xfrm>
          <a:prstGeom prst="rect">
            <a:avLst/>
          </a:prstGeom>
        </p:spPr>
      </p:pic>
      <p:pic>
        <p:nvPicPr>
          <p:cNvPr id="95" name="Picture 9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2DAF3E0-72F8-0504-DC63-F317D3F46CF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37" y="4260606"/>
            <a:ext cx="119454" cy="119454"/>
          </a:xfrm>
          <a:prstGeom prst="rect">
            <a:avLst/>
          </a:prstGeom>
        </p:spPr>
      </p:pic>
      <p:pic>
        <p:nvPicPr>
          <p:cNvPr id="96" name="Picture 9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5E9E7D5-314C-BE24-BA8F-D6D80C581307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38" y="4456670"/>
            <a:ext cx="119454" cy="119454"/>
          </a:xfrm>
          <a:prstGeom prst="rect">
            <a:avLst/>
          </a:prstGeom>
        </p:spPr>
      </p:pic>
      <p:pic>
        <p:nvPicPr>
          <p:cNvPr id="97" name="Picture 9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A1651B1-AFAC-E183-9608-3B20A02DE73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37" y="4651896"/>
            <a:ext cx="119454" cy="119454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FBE86BC7-D86E-BF7A-F61F-F5D37F01422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98155" y="1886018"/>
            <a:ext cx="119455" cy="98125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13B39AB9-13D8-17CA-4004-694899FDE87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98155" y="2085613"/>
            <a:ext cx="119455" cy="98125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0D9D10CC-AA33-8351-CD56-948A64BEBF6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98155" y="2280869"/>
            <a:ext cx="119455" cy="98125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836A0F94-3AD9-37B6-885E-62ED3A5B8B6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98155" y="2480464"/>
            <a:ext cx="119455" cy="98125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73A0D61E-AD42-A7A1-EB6A-3C214E91F1F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21347" y="2681350"/>
            <a:ext cx="119455" cy="98125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CC50B16D-155A-A22D-B4A3-F4666FFC1BE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21347" y="2880945"/>
            <a:ext cx="119455" cy="98125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2446FD59-20A4-A38F-2DDE-C49750B0DEC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21347" y="3487646"/>
            <a:ext cx="119455" cy="98125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D5EFA10B-65B9-5F9D-1D67-FFFB39BA816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21347" y="3687241"/>
            <a:ext cx="119455" cy="98125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8E119DCD-C431-7D3B-4B64-72BF3E65EFF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25070" y="3885231"/>
            <a:ext cx="119455" cy="9812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2F594C94-C7EF-D059-D06E-4BA4B5CC1BF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25070" y="4084826"/>
            <a:ext cx="119455" cy="98125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EB770A2D-A3F5-931B-834A-CD148651A7B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13992" y="4282124"/>
            <a:ext cx="119455" cy="98125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1D221FBA-984D-3222-37AA-4DC6F92C3AE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13992" y="4481719"/>
            <a:ext cx="119455" cy="98125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A70C21B2-2553-A4FC-7CA1-28E1FCA694D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17780" y="4672755"/>
            <a:ext cx="119455" cy="98125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B825ABA1-100A-3D97-B958-F537CAAE482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1886018"/>
            <a:ext cx="52380" cy="55655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559623A9-F17F-B2EF-7967-CA8CD536667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2087799"/>
            <a:ext cx="52380" cy="55655"/>
          </a:xfrm>
          <a:prstGeom prst="rect">
            <a:avLst/>
          </a:prstGeom>
        </p:spPr>
      </p:pic>
      <p:pic>
        <p:nvPicPr>
          <p:cNvPr id="114" name="Picture 113">
            <a:hlinkClick r:id="rId29" action="ppaction://hlinksldjump"/>
            <a:extLst>
              <a:ext uri="{FF2B5EF4-FFF2-40B4-BE49-F238E27FC236}">
                <a16:creationId xmlns:a16="http://schemas.microsoft.com/office/drawing/2014/main" id="{121EBAE0-9AAA-DB41-6566-517039F3F1F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2283025"/>
            <a:ext cx="52380" cy="55655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6A3DD36E-D58F-0577-3E7F-16C424C86A65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2474426"/>
            <a:ext cx="52380" cy="55655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DE9E2486-1E5C-4623-3836-9C153433B11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2676207"/>
            <a:ext cx="52380" cy="55655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2B12730C-98BF-F16E-CA8D-4B200F09B38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2877725"/>
            <a:ext cx="52380" cy="55655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9EA9100A-3E48-C11C-15CB-E1E044602BE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4676945"/>
            <a:ext cx="52380" cy="55655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85D8DC67-9528-80E3-FC41-29425D69135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3491114"/>
            <a:ext cx="52380" cy="55655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80CC5C3B-3056-5B48-2EAF-09A09A02CF4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3692895"/>
            <a:ext cx="52380" cy="55655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5DDC95DA-7627-1DBE-E343-FFC4731FCB7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3883045"/>
            <a:ext cx="52380" cy="55655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1A61583C-08C4-8735-B743-7B5854CD14B7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4084826"/>
            <a:ext cx="52380" cy="55655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2C6F0A38-D0C4-48F8-B366-02D97B11A13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4279938"/>
            <a:ext cx="52380" cy="55655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1C7C9114-68AD-1482-6B3F-CC231D1AE5C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4481719"/>
            <a:ext cx="52380" cy="55655"/>
          </a:xfrm>
          <a:prstGeom prst="rect">
            <a:avLst/>
          </a:prstGeom>
        </p:spPr>
      </p:pic>
      <p:sp>
        <p:nvSpPr>
          <p:cNvPr id="125" name="TextBox 124">
            <a:hlinkClick r:id="rId30" action="ppaction://hlinksldjump"/>
            <a:extLst>
              <a:ext uri="{FF2B5EF4-FFF2-40B4-BE49-F238E27FC236}">
                <a16:creationId xmlns:a16="http://schemas.microsoft.com/office/drawing/2014/main" id="{4AB75004-D2DD-AAA0-A6A8-3E71F8E6C759}"/>
              </a:ext>
            </a:extLst>
          </p:cNvPr>
          <p:cNvSpPr txBox="1"/>
          <p:nvPr/>
        </p:nvSpPr>
        <p:spPr>
          <a:xfrm>
            <a:off x="8666328" y="721084"/>
            <a:ext cx="409090" cy="2683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1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227940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5" y="-163340"/>
            <a:ext cx="9144000" cy="5297093"/>
          </a:xfrm>
          <a:prstGeom prst="rect">
            <a:avLst/>
          </a:prstGeom>
        </p:spPr>
      </p:pic>
      <p:pic>
        <p:nvPicPr>
          <p:cNvPr id="133" name="Picture 132" descr="A screenshot of a computer&#10;&#10;Description automatically generated">
            <a:extLst>
              <a:ext uri="{FF2B5EF4-FFF2-40B4-BE49-F238E27FC236}">
                <a16:creationId xmlns:a16="http://schemas.microsoft.com/office/drawing/2014/main" id="{E21CE240-C29C-3C1A-AD92-6496CBFEA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580" y="439396"/>
            <a:ext cx="6323479" cy="44004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5" y="531604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3818453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5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88" y="24943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99" y="-7733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477" y="9746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12" y="618339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10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210101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1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90710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hlinkClick r:id="rId12" action="ppaction://hlinksldjump"/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45319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14" name="TextBox 13">
            <a:hlinkClick r:id="rId13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-49005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48329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83251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4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-39783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297" y="1898223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788" y="2245319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10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-3795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213546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610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9113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hlinkClick r:id="rId17" action="ppaction://hlinksldjump"/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44282" y="3493347"/>
            <a:ext cx="714099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hlinkClick r:id="rId18" action="ppaction://hlinksldjump"/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44282" y="3805204"/>
            <a:ext cx="869553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9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-41378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2145" y="2557709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528" y="3815768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312" y="3493721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954" y="2907065"/>
            <a:ext cx="137807" cy="13780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246170" y="3195968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931" y="3208557"/>
            <a:ext cx="137806" cy="13780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FEB91AE-2F2C-A868-7A4E-0F6EEC2D5B0D}"/>
              </a:ext>
            </a:extLst>
          </p:cNvPr>
          <p:cNvSpPr txBox="1"/>
          <p:nvPr/>
        </p:nvSpPr>
        <p:spPr>
          <a:xfrm>
            <a:off x="59659" y="4635958"/>
            <a:ext cx="1205835" cy="2461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sv-SE" sz="800" dirty="0">
                <a:hlinkClick r:id="rId25"/>
              </a:rPr>
              <a:t>Blazor DataGrid Demos - Overview | Telerik UI for Blazor</a:t>
            </a:r>
            <a:endParaRPr lang="en-US" sz="800" dirty="0" err="1"/>
          </a:p>
        </p:txBody>
      </p:sp>
      <p:sp>
        <p:nvSpPr>
          <p:cNvPr id="125" name="TextBox 124">
            <a:hlinkClick r:id="rId26" action="ppaction://hlinksldjump"/>
            <a:extLst>
              <a:ext uri="{FF2B5EF4-FFF2-40B4-BE49-F238E27FC236}">
                <a16:creationId xmlns:a16="http://schemas.microsoft.com/office/drawing/2014/main" id="{4AB75004-D2DD-AAA0-A6A8-3E71F8E6C759}"/>
              </a:ext>
            </a:extLst>
          </p:cNvPr>
          <p:cNvSpPr txBox="1"/>
          <p:nvPr/>
        </p:nvSpPr>
        <p:spPr>
          <a:xfrm>
            <a:off x="8666328" y="721084"/>
            <a:ext cx="409090" cy="2683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100" dirty="0"/>
              <a:t>&gt;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A7B586-3A4C-AED3-6170-2352443B9AE9}"/>
              </a:ext>
            </a:extLst>
          </p:cNvPr>
          <p:cNvSpPr txBox="1"/>
          <p:nvPr/>
        </p:nvSpPr>
        <p:spPr>
          <a:xfrm>
            <a:off x="2039716" y="1172457"/>
            <a:ext cx="5144646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 200                            Customer invoice total          Total amount                    D                                    192500   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1164CB-BD6A-B755-AE7C-ED19A56A281B}"/>
              </a:ext>
            </a:extLst>
          </p:cNvPr>
          <p:cNvSpPr txBox="1"/>
          <p:nvPr/>
        </p:nvSpPr>
        <p:spPr>
          <a:xfrm>
            <a:off x="2030015" y="1318674"/>
            <a:ext cx="562492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  255             Customer invoice added cost          Total amount                     C                                    191202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EC11FC-2393-4DA5-8D95-3B4A72A9A115}"/>
              </a:ext>
            </a:extLst>
          </p:cNvPr>
          <p:cNvSpPr txBox="1"/>
          <p:nvPr/>
        </p:nvSpPr>
        <p:spPr>
          <a:xfrm>
            <a:off x="2034865" y="1458787"/>
            <a:ext cx="562492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 202                                        Invoice rounding          Total amount                     C                                    420100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7F0BF4-6AA6-CD95-06D3-D44DCAA1E1E1}"/>
              </a:ext>
            </a:extLst>
          </p:cNvPr>
          <p:cNvSpPr txBox="1"/>
          <p:nvPr/>
        </p:nvSpPr>
        <p:spPr>
          <a:xfrm>
            <a:off x="2039715" y="1603533"/>
            <a:ext cx="562492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Ar Invoicing                                           Local legal                                   Customer invoicing                      720             Customer invoice rent primary          Total amount                    C                                    192500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BCEA51-62D9-6D55-5C0D-2911CE2D49D9}"/>
              </a:ext>
            </a:extLst>
          </p:cNvPr>
          <p:cNvSpPr txBox="1"/>
          <p:nvPr/>
        </p:nvSpPr>
        <p:spPr>
          <a:xfrm>
            <a:off x="1872293" y="2359087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         200                            Customer invoice total           Total amount                    C                                    192500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97A157-46F7-A5C4-BA8E-392E2BC8A1BB}"/>
              </a:ext>
            </a:extLst>
          </p:cNvPr>
          <p:cNvSpPr txBox="1"/>
          <p:nvPr/>
        </p:nvSpPr>
        <p:spPr>
          <a:xfrm>
            <a:off x="1872103" y="2498824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USG400                         Remaining current remt       Remaining rent                    C                                     192107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114E04-3AE9-CAEE-7ECE-F23A00CD499E}"/>
              </a:ext>
            </a:extLst>
          </p:cNvPr>
          <p:cNvSpPr txBox="1"/>
          <p:nvPr/>
        </p:nvSpPr>
        <p:spPr>
          <a:xfrm>
            <a:off x="1871913" y="2644719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USG401                 Remaining non current remt                    Non rent                    C                                     192107       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CBAE69B-416D-7F85-00BC-8482DBB36E1E}"/>
              </a:ext>
            </a:extLst>
          </p:cNvPr>
          <p:cNvSpPr txBox="1"/>
          <p:nvPr/>
        </p:nvSpPr>
        <p:spPr>
          <a:xfrm>
            <a:off x="1871913" y="2783731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 Termination             USG402                    Remaining current interest         Remaining int                    D                                     192407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669FC2C-9696-515B-D9EE-D2221E352097}"/>
              </a:ext>
            </a:extLst>
          </p:cNvPr>
          <p:cNvSpPr txBox="1"/>
          <p:nvPr/>
        </p:nvSpPr>
        <p:spPr>
          <a:xfrm>
            <a:off x="1871912" y="2936720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 Termination                       070                         Purchase option amount     Purchase price                    C                                     192200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A8D0BD1-1A0D-BD3E-4FE3-216B511E0A31}"/>
              </a:ext>
            </a:extLst>
          </p:cNvPr>
          <p:cNvSpPr txBox="1"/>
          <p:nvPr/>
        </p:nvSpPr>
        <p:spPr>
          <a:xfrm>
            <a:off x="1885900" y="3074850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Local legal                                                Termination                       070                         Purchase option amount     Purchase price                    D                                     420420</a:t>
            </a:r>
          </a:p>
        </p:txBody>
      </p:sp>
      <p:pic>
        <p:nvPicPr>
          <p:cNvPr id="64" name="Picture 6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7F93B0F-A764-A79C-8F40-EC132F84BC7C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35149" y="1212460"/>
            <a:ext cx="73188" cy="73188"/>
          </a:xfrm>
          <a:prstGeom prst="rect">
            <a:avLst/>
          </a:prstGeom>
        </p:spPr>
      </p:pic>
      <p:pic>
        <p:nvPicPr>
          <p:cNvPr id="65" name="Picture 6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20F7B58-61E6-56B3-80B3-D0637F0F790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51550" y="1212459"/>
            <a:ext cx="73187" cy="73187"/>
          </a:xfrm>
          <a:prstGeom prst="rect">
            <a:avLst/>
          </a:prstGeom>
        </p:spPr>
      </p:pic>
      <p:pic>
        <p:nvPicPr>
          <p:cNvPr id="66" name="Picture 6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5B3302F-A51B-E4C3-72EF-76D1F364636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29155" y="1215395"/>
            <a:ext cx="71931" cy="71931"/>
          </a:xfrm>
          <a:prstGeom prst="rect">
            <a:avLst/>
          </a:prstGeom>
        </p:spPr>
      </p:pic>
      <p:pic>
        <p:nvPicPr>
          <p:cNvPr id="69" name="Picture 6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3C5E67B-AB4C-2D75-EB90-7D68043D3B7A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25183" y="1361523"/>
            <a:ext cx="71931" cy="71931"/>
          </a:xfrm>
          <a:prstGeom prst="rect">
            <a:avLst/>
          </a:prstGeom>
        </p:spPr>
      </p:pic>
      <p:pic>
        <p:nvPicPr>
          <p:cNvPr id="72" name="Picture 7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629EF65-5FED-4787-DFF1-80CAB77044F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25183" y="1494880"/>
            <a:ext cx="71931" cy="71931"/>
          </a:xfrm>
          <a:prstGeom prst="rect">
            <a:avLst/>
          </a:prstGeom>
        </p:spPr>
      </p:pic>
      <p:pic>
        <p:nvPicPr>
          <p:cNvPr id="127" name="Picture 1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551F815-F4A0-09A4-1337-7239DDAD1B8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25183" y="1646641"/>
            <a:ext cx="71931" cy="7193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4B3A29FC-E4A1-2CC0-7898-2F311EDB2A2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881925" y="1212459"/>
            <a:ext cx="56920" cy="83706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E127D98A-DEDA-6F37-2043-CAA5A04A2F7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878855" y="3650496"/>
            <a:ext cx="56920" cy="83706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E740AA8D-608C-FB43-E949-FC32CBFAA2C5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878855" y="2681156"/>
            <a:ext cx="56920" cy="83706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DC38E6CE-2835-E284-22FA-02FBFCE5D5E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878855" y="2969437"/>
            <a:ext cx="56920" cy="83706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5C95584C-DE78-76DF-B3B5-7BECDBFA3FC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880533" y="1475406"/>
            <a:ext cx="56920" cy="83706"/>
          </a:xfrm>
          <a:prstGeom prst="rect">
            <a:avLst/>
          </a:prstGeom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FEEDE1B6-527F-65F4-BE93-14BA1FC2ED67}"/>
              </a:ext>
            </a:extLst>
          </p:cNvPr>
          <p:cNvSpPr txBox="1"/>
          <p:nvPr/>
        </p:nvSpPr>
        <p:spPr>
          <a:xfrm>
            <a:off x="1882134" y="3617087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Termination                       470                            Settlement net amount             Net amount                    D                                     192030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CE5040A-0141-2F5A-A3ED-2254C7EEDC53}"/>
              </a:ext>
            </a:extLst>
          </p:cNvPr>
          <p:cNvSpPr txBox="1"/>
          <p:nvPr/>
        </p:nvSpPr>
        <p:spPr>
          <a:xfrm>
            <a:off x="1871913" y="3763306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 Termination                       016            Residual value at contract end      Remaining rent                    C                                     192200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96B1824-E745-CF73-4E33-BB58356D80E1}"/>
              </a:ext>
            </a:extLst>
          </p:cNvPr>
          <p:cNvSpPr txBox="1"/>
          <p:nvPr/>
        </p:nvSpPr>
        <p:spPr>
          <a:xfrm>
            <a:off x="1882133" y="3908278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Termination                       016            Residual value at contract end      Remaining rent                    D                                     192107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939CDA7-E03F-3CF4-BE6F-99B981D7885A}"/>
              </a:ext>
            </a:extLst>
          </p:cNvPr>
          <p:cNvSpPr txBox="1"/>
          <p:nvPr/>
        </p:nvSpPr>
        <p:spPr>
          <a:xfrm>
            <a:off x="1882133" y="4048313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Termination                       400                                      Termination value             Term. value                    D                                     192102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7465408-38DC-A984-1EE6-1A93DB92C32B}"/>
              </a:ext>
            </a:extLst>
          </p:cNvPr>
          <p:cNvSpPr txBox="1"/>
          <p:nvPr/>
        </p:nvSpPr>
        <p:spPr>
          <a:xfrm>
            <a:off x="1871912" y="4201244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 Termination             USG400                         Remaining current remt       Remaining rent                    C                                     192107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F64E689-85CD-A890-4E37-92BC10531C37}"/>
              </a:ext>
            </a:extLst>
          </p:cNvPr>
          <p:cNvSpPr txBox="1"/>
          <p:nvPr/>
        </p:nvSpPr>
        <p:spPr>
          <a:xfrm>
            <a:off x="1882132" y="4338367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Termination             USG401                 Remaining non current remt                    Non rent                    C                                     192107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8FE473E-6135-AE04-5826-C3A5A8EBFD6E}"/>
              </a:ext>
            </a:extLst>
          </p:cNvPr>
          <p:cNvSpPr txBox="1"/>
          <p:nvPr/>
        </p:nvSpPr>
        <p:spPr>
          <a:xfrm>
            <a:off x="1871911" y="4491298"/>
            <a:ext cx="5443255" cy="16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500" dirty="0"/>
              <a:t>PF Asset Financing                                                US GAAP                                                 Termination             USG402                    Remaining current interest               Current Int                    D                                     192407</a:t>
            </a:r>
          </a:p>
        </p:txBody>
      </p:sp>
      <p:pic>
        <p:nvPicPr>
          <p:cNvPr id="147" name="Picture 146">
            <a:extLst>
              <a:ext uri="{FF2B5EF4-FFF2-40B4-BE49-F238E27FC236}">
                <a16:creationId xmlns:a16="http://schemas.microsoft.com/office/drawing/2014/main" id="{75838056-9D21-5427-CA79-5E89CB1479F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878855" y="3933974"/>
            <a:ext cx="56920" cy="83706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F160FC87-A702-2EB9-D77E-3AC67C501E71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881245" y="4231557"/>
            <a:ext cx="56920" cy="83706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4D06215D-C3FE-32AE-A521-1284A25EF72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876872" y="4526236"/>
            <a:ext cx="56920" cy="83706"/>
          </a:xfrm>
          <a:prstGeom prst="rect">
            <a:avLst/>
          </a:prstGeom>
        </p:spPr>
      </p:pic>
      <p:pic>
        <p:nvPicPr>
          <p:cNvPr id="150" name="Picture 14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5B169B1-04C1-C0E8-9370-137C70F686A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35149" y="1359403"/>
            <a:ext cx="73188" cy="73188"/>
          </a:xfrm>
          <a:prstGeom prst="rect">
            <a:avLst/>
          </a:prstGeom>
        </p:spPr>
      </p:pic>
      <p:pic>
        <p:nvPicPr>
          <p:cNvPr id="151" name="Picture 15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B5701F8-A0F4-2E81-B63B-5F6488E7469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51550" y="1359402"/>
            <a:ext cx="73187" cy="73187"/>
          </a:xfrm>
          <a:prstGeom prst="rect">
            <a:avLst/>
          </a:prstGeom>
        </p:spPr>
      </p:pic>
      <p:pic>
        <p:nvPicPr>
          <p:cNvPr id="152" name="Picture 15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4DFEEB5-43AE-E15C-1074-1A45FF12493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28900" y="1496676"/>
            <a:ext cx="73188" cy="73188"/>
          </a:xfrm>
          <a:prstGeom prst="rect">
            <a:avLst/>
          </a:prstGeom>
        </p:spPr>
      </p:pic>
      <p:pic>
        <p:nvPicPr>
          <p:cNvPr id="153" name="Picture 15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7F42C0-30B3-71E4-D9A3-168AAEF0FE8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45301" y="1496675"/>
            <a:ext cx="73187" cy="73187"/>
          </a:xfrm>
          <a:prstGeom prst="rect">
            <a:avLst/>
          </a:prstGeom>
        </p:spPr>
      </p:pic>
      <p:pic>
        <p:nvPicPr>
          <p:cNvPr id="154" name="Picture 15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FFF0D07-1A04-CA59-0C53-4F149CE63E4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28046" y="1642118"/>
            <a:ext cx="73188" cy="73188"/>
          </a:xfrm>
          <a:prstGeom prst="rect">
            <a:avLst/>
          </a:prstGeom>
        </p:spPr>
      </p:pic>
      <p:pic>
        <p:nvPicPr>
          <p:cNvPr id="155" name="Picture 15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46D824B-3359-E93E-BDC3-73414ACE336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44447" y="1642117"/>
            <a:ext cx="73187" cy="73187"/>
          </a:xfrm>
          <a:prstGeom prst="rect">
            <a:avLst/>
          </a:prstGeom>
        </p:spPr>
      </p:pic>
      <p:pic>
        <p:nvPicPr>
          <p:cNvPr id="157" name="Picture 156">
            <a:extLst>
              <a:ext uri="{FF2B5EF4-FFF2-40B4-BE49-F238E27FC236}">
                <a16:creationId xmlns:a16="http://schemas.microsoft.com/office/drawing/2014/main" id="{F4902437-CAF9-42BD-C4E1-C48BB87FD16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76872" y="1376654"/>
            <a:ext cx="60717" cy="57521"/>
          </a:xfrm>
          <a:prstGeom prst="rect">
            <a:avLst/>
          </a:prstGeom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EFD2E02A-676A-1127-E9D0-99744551DB9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84611" y="1634454"/>
            <a:ext cx="60717" cy="57521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C27AB092-E4DD-68C9-CA6C-C3251F0F93F7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73075" y="2545848"/>
            <a:ext cx="60717" cy="57521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0ED8FEB7-78A4-ACE4-60CC-4797A415D7B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80026" y="2835450"/>
            <a:ext cx="60717" cy="57521"/>
          </a:xfrm>
          <a:prstGeom prst="rect">
            <a:avLst/>
          </a:prstGeom>
        </p:spPr>
      </p:pic>
      <p:pic>
        <p:nvPicPr>
          <p:cNvPr id="161" name="Picture 160">
            <a:extLst>
              <a:ext uri="{FF2B5EF4-FFF2-40B4-BE49-F238E27FC236}">
                <a16:creationId xmlns:a16="http://schemas.microsoft.com/office/drawing/2014/main" id="{E4A35658-4397-1947-4DD8-7E42D32C6CA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73584" y="3133443"/>
            <a:ext cx="60717" cy="57521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6FD54671-BDE3-9514-C8A2-56D1887ED6F8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73075" y="3816304"/>
            <a:ext cx="60717" cy="57521"/>
          </a:xfrm>
          <a:prstGeom prst="rect">
            <a:avLst/>
          </a:prstGeom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61715973-522A-5524-A36D-CC94D000466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73074" y="4108059"/>
            <a:ext cx="60717" cy="57521"/>
          </a:xfrm>
          <a:prstGeom prst="rect">
            <a:avLst/>
          </a:prstGeom>
        </p:spPr>
      </p:pic>
      <p:pic>
        <p:nvPicPr>
          <p:cNvPr id="164" name="Picture 163">
            <a:extLst>
              <a:ext uri="{FF2B5EF4-FFF2-40B4-BE49-F238E27FC236}">
                <a16:creationId xmlns:a16="http://schemas.microsoft.com/office/drawing/2014/main" id="{0171411A-AAEB-B6EF-F459-F25FCD00711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80025" y="4393066"/>
            <a:ext cx="60717" cy="57521"/>
          </a:xfrm>
          <a:prstGeom prst="rect">
            <a:avLst/>
          </a:prstGeom>
        </p:spPr>
      </p:pic>
      <p:pic>
        <p:nvPicPr>
          <p:cNvPr id="165" name="Picture 16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B257C50-429C-4862-4970-4AA4FF56F16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28046" y="2404808"/>
            <a:ext cx="73188" cy="73188"/>
          </a:xfrm>
          <a:prstGeom prst="rect">
            <a:avLst/>
          </a:prstGeom>
        </p:spPr>
      </p:pic>
      <p:pic>
        <p:nvPicPr>
          <p:cNvPr id="166" name="Picture 16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A3C5D8D-49BD-70B5-5F0F-DD46A2B5663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44447" y="2404807"/>
            <a:ext cx="73187" cy="73187"/>
          </a:xfrm>
          <a:prstGeom prst="rect">
            <a:avLst/>
          </a:prstGeom>
        </p:spPr>
      </p:pic>
      <p:pic>
        <p:nvPicPr>
          <p:cNvPr id="167" name="Picture 16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589DD52-6372-0FE0-880D-DE7C1017273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22052" y="2407743"/>
            <a:ext cx="71931" cy="71931"/>
          </a:xfrm>
          <a:prstGeom prst="rect">
            <a:avLst/>
          </a:prstGeom>
        </p:spPr>
      </p:pic>
      <p:pic>
        <p:nvPicPr>
          <p:cNvPr id="168" name="Picture 16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E0A07E4-4B3A-916A-D008-7FADDD227E0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21840" y="2552957"/>
            <a:ext cx="73188" cy="73188"/>
          </a:xfrm>
          <a:prstGeom prst="rect">
            <a:avLst/>
          </a:prstGeom>
        </p:spPr>
      </p:pic>
      <p:pic>
        <p:nvPicPr>
          <p:cNvPr id="169" name="Picture 16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86A6082-D05D-6575-6862-00E47CB76C7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38241" y="2552956"/>
            <a:ext cx="73187" cy="73187"/>
          </a:xfrm>
          <a:prstGeom prst="rect">
            <a:avLst/>
          </a:prstGeom>
        </p:spPr>
      </p:pic>
      <p:pic>
        <p:nvPicPr>
          <p:cNvPr id="170" name="Picture 16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EA5FF93-DA39-DB84-FFA4-89AD79514BF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15846" y="2555892"/>
            <a:ext cx="71931" cy="71931"/>
          </a:xfrm>
          <a:prstGeom prst="rect">
            <a:avLst/>
          </a:prstGeom>
        </p:spPr>
      </p:pic>
      <p:pic>
        <p:nvPicPr>
          <p:cNvPr id="171" name="Picture 17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7A0BA-F4C1-98BB-42A0-96780084A63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21840" y="2675713"/>
            <a:ext cx="73188" cy="73188"/>
          </a:xfrm>
          <a:prstGeom prst="rect">
            <a:avLst/>
          </a:prstGeom>
        </p:spPr>
      </p:pic>
      <p:pic>
        <p:nvPicPr>
          <p:cNvPr id="172" name="Picture 17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496F0DC-2C8D-9BC4-BF7D-325EA4D5B01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38241" y="2675712"/>
            <a:ext cx="73187" cy="73187"/>
          </a:xfrm>
          <a:prstGeom prst="rect">
            <a:avLst/>
          </a:prstGeom>
        </p:spPr>
      </p:pic>
      <p:pic>
        <p:nvPicPr>
          <p:cNvPr id="173" name="Picture 17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C1228D5-3885-8239-8A65-13CF6918338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15846" y="2691710"/>
            <a:ext cx="71931" cy="71931"/>
          </a:xfrm>
          <a:prstGeom prst="rect">
            <a:avLst/>
          </a:prstGeom>
        </p:spPr>
      </p:pic>
      <p:pic>
        <p:nvPicPr>
          <p:cNvPr id="174" name="Picture 17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7589A94-AAA8-E79D-FC64-CECDE67782C6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21840" y="2824356"/>
            <a:ext cx="73188" cy="73188"/>
          </a:xfrm>
          <a:prstGeom prst="rect">
            <a:avLst/>
          </a:prstGeom>
        </p:spPr>
      </p:pic>
      <p:pic>
        <p:nvPicPr>
          <p:cNvPr id="175" name="Picture 17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7E2CD0A-A836-5D98-9D3F-9853DD3EBEB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38241" y="2824355"/>
            <a:ext cx="73187" cy="73187"/>
          </a:xfrm>
          <a:prstGeom prst="rect">
            <a:avLst/>
          </a:prstGeom>
        </p:spPr>
      </p:pic>
      <p:pic>
        <p:nvPicPr>
          <p:cNvPr id="176" name="Picture 17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6DF6F61-3985-C287-D0B7-9C5D83DD198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15846" y="2827291"/>
            <a:ext cx="71931" cy="71931"/>
          </a:xfrm>
          <a:prstGeom prst="rect">
            <a:avLst/>
          </a:prstGeom>
        </p:spPr>
      </p:pic>
      <p:pic>
        <p:nvPicPr>
          <p:cNvPr id="177" name="Picture 17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DC57609-7382-7728-18FC-F3630569821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21840" y="2977529"/>
            <a:ext cx="73188" cy="73188"/>
          </a:xfrm>
          <a:prstGeom prst="rect">
            <a:avLst/>
          </a:prstGeom>
        </p:spPr>
      </p:pic>
      <p:pic>
        <p:nvPicPr>
          <p:cNvPr id="178" name="Picture 17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1584710-BF92-6FA7-D4E8-F67BCA1CAA3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38241" y="2977528"/>
            <a:ext cx="73187" cy="73187"/>
          </a:xfrm>
          <a:prstGeom prst="rect">
            <a:avLst/>
          </a:prstGeom>
        </p:spPr>
      </p:pic>
      <p:pic>
        <p:nvPicPr>
          <p:cNvPr id="179" name="Picture 17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BE2DF8B-6724-82DA-9FDC-0408ACAFAD3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15846" y="2980464"/>
            <a:ext cx="71931" cy="71931"/>
          </a:xfrm>
          <a:prstGeom prst="rect">
            <a:avLst/>
          </a:prstGeom>
        </p:spPr>
      </p:pic>
      <p:pic>
        <p:nvPicPr>
          <p:cNvPr id="180" name="Picture 17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A5ADF05-9F6E-00EB-948E-B991C2C26956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21840" y="3117715"/>
            <a:ext cx="73188" cy="73188"/>
          </a:xfrm>
          <a:prstGeom prst="rect">
            <a:avLst/>
          </a:prstGeom>
        </p:spPr>
      </p:pic>
      <p:pic>
        <p:nvPicPr>
          <p:cNvPr id="181" name="Picture 18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36BBAF3-38A2-E1DD-C469-2F23DE008265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38241" y="3117714"/>
            <a:ext cx="73187" cy="73187"/>
          </a:xfrm>
          <a:prstGeom prst="rect">
            <a:avLst/>
          </a:prstGeom>
        </p:spPr>
      </p:pic>
      <p:pic>
        <p:nvPicPr>
          <p:cNvPr id="182" name="Picture 18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034DB9B-F058-28FA-0077-CA4A016801D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15846" y="3120650"/>
            <a:ext cx="71931" cy="71931"/>
          </a:xfrm>
          <a:prstGeom prst="rect">
            <a:avLst/>
          </a:prstGeom>
        </p:spPr>
      </p:pic>
      <p:pic>
        <p:nvPicPr>
          <p:cNvPr id="183" name="Picture 18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3D53631-0C91-2129-6038-5F1DCE275D0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28900" y="3659750"/>
            <a:ext cx="73188" cy="73188"/>
          </a:xfrm>
          <a:prstGeom prst="rect">
            <a:avLst/>
          </a:prstGeom>
        </p:spPr>
      </p:pic>
      <p:pic>
        <p:nvPicPr>
          <p:cNvPr id="184" name="Picture 18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5BF6C34-31BC-6F9A-2732-193D4320C0E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45301" y="3659749"/>
            <a:ext cx="73187" cy="73187"/>
          </a:xfrm>
          <a:prstGeom prst="rect">
            <a:avLst/>
          </a:prstGeom>
        </p:spPr>
      </p:pic>
      <p:pic>
        <p:nvPicPr>
          <p:cNvPr id="185" name="Picture 18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4CC45F2-B4D0-51A6-2C23-E9FB16D7051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22906" y="3662685"/>
            <a:ext cx="71931" cy="71931"/>
          </a:xfrm>
          <a:prstGeom prst="rect">
            <a:avLst/>
          </a:prstGeom>
        </p:spPr>
      </p:pic>
      <p:pic>
        <p:nvPicPr>
          <p:cNvPr id="186" name="Picture 18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8E46DCA-F65E-EBE3-EE51-2A9FAE4BA40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28900" y="3803239"/>
            <a:ext cx="73188" cy="73188"/>
          </a:xfrm>
          <a:prstGeom prst="rect">
            <a:avLst/>
          </a:prstGeom>
        </p:spPr>
      </p:pic>
      <p:pic>
        <p:nvPicPr>
          <p:cNvPr id="187" name="Picture 18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36C79D6-8122-39F6-4EEC-E5889E6C0B3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45301" y="3803238"/>
            <a:ext cx="73187" cy="73187"/>
          </a:xfrm>
          <a:prstGeom prst="rect">
            <a:avLst/>
          </a:prstGeom>
        </p:spPr>
      </p:pic>
      <p:pic>
        <p:nvPicPr>
          <p:cNvPr id="188" name="Picture 18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0763378-741B-7D3A-E538-686E8897D21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22906" y="3806174"/>
            <a:ext cx="71931" cy="71931"/>
          </a:xfrm>
          <a:prstGeom prst="rect">
            <a:avLst/>
          </a:prstGeom>
        </p:spPr>
      </p:pic>
      <p:pic>
        <p:nvPicPr>
          <p:cNvPr id="189" name="Picture 18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D92E8F1-B951-2AD6-C75E-6B905419B4B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24923" y="3947982"/>
            <a:ext cx="73188" cy="73188"/>
          </a:xfrm>
          <a:prstGeom prst="rect">
            <a:avLst/>
          </a:prstGeom>
        </p:spPr>
      </p:pic>
      <p:pic>
        <p:nvPicPr>
          <p:cNvPr id="190" name="Picture 18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E4A6D4B-E8AA-039F-16E2-3CEA11C2D7D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41324" y="3947981"/>
            <a:ext cx="73187" cy="73187"/>
          </a:xfrm>
          <a:prstGeom prst="rect">
            <a:avLst/>
          </a:prstGeom>
        </p:spPr>
      </p:pic>
      <p:pic>
        <p:nvPicPr>
          <p:cNvPr id="191" name="Picture 19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D4A5C7A-FDE2-AA88-D2B0-F03CD39E590C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18929" y="3950917"/>
            <a:ext cx="71931" cy="71931"/>
          </a:xfrm>
          <a:prstGeom prst="rect">
            <a:avLst/>
          </a:prstGeom>
        </p:spPr>
      </p:pic>
      <p:pic>
        <p:nvPicPr>
          <p:cNvPr id="192" name="Picture 19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50A1979-5DE7-FB19-E580-14BE9D72121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24923" y="4100284"/>
            <a:ext cx="73188" cy="73188"/>
          </a:xfrm>
          <a:prstGeom prst="rect">
            <a:avLst/>
          </a:prstGeom>
        </p:spPr>
      </p:pic>
      <p:pic>
        <p:nvPicPr>
          <p:cNvPr id="193" name="Picture 19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BE651D4-7AC5-D95B-FBC8-9A614ABC9F05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41324" y="4100283"/>
            <a:ext cx="73187" cy="73187"/>
          </a:xfrm>
          <a:prstGeom prst="rect">
            <a:avLst/>
          </a:prstGeom>
        </p:spPr>
      </p:pic>
      <p:pic>
        <p:nvPicPr>
          <p:cNvPr id="194" name="Picture 19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3E21C1C-A3EE-6832-4C55-24BB634886FC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18929" y="4103219"/>
            <a:ext cx="71931" cy="71931"/>
          </a:xfrm>
          <a:prstGeom prst="rect">
            <a:avLst/>
          </a:prstGeom>
        </p:spPr>
      </p:pic>
      <p:pic>
        <p:nvPicPr>
          <p:cNvPr id="195" name="Picture 19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D9CE804-D0A7-4C8F-D8C2-9E8881343AA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30198" y="4233924"/>
            <a:ext cx="73188" cy="73188"/>
          </a:xfrm>
          <a:prstGeom prst="rect">
            <a:avLst/>
          </a:prstGeom>
        </p:spPr>
      </p:pic>
      <p:pic>
        <p:nvPicPr>
          <p:cNvPr id="196" name="Picture 19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EDF7206-D4BF-DC7F-0808-6A952BE2203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46599" y="4233923"/>
            <a:ext cx="73187" cy="73187"/>
          </a:xfrm>
          <a:prstGeom prst="rect">
            <a:avLst/>
          </a:prstGeom>
        </p:spPr>
      </p:pic>
      <p:pic>
        <p:nvPicPr>
          <p:cNvPr id="197" name="Picture 19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ECAB467-99B3-D8DE-E0B3-AD17599F7BC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24204" y="4236859"/>
            <a:ext cx="71931" cy="71931"/>
          </a:xfrm>
          <a:prstGeom prst="rect">
            <a:avLst/>
          </a:prstGeom>
        </p:spPr>
      </p:pic>
      <p:pic>
        <p:nvPicPr>
          <p:cNvPr id="198" name="Picture 19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3A83D26-5D5C-57EF-C2A5-D3D201330CF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28618" y="4373607"/>
            <a:ext cx="73188" cy="73188"/>
          </a:xfrm>
          <a:prstGeom prst="rect">
            <a:avLst/>
          </a:prstGeom>
        </p:spPr>
      </p:pic>
      <p:pic>
        <p:nvPicPr>
          <p:cNvPr id="199" name="Picture 19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F5DC569-A8D8-16F3-0B5D-64DF163EFD0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45019" y="4373606"/>
            <a:ext cx="73187" cy="73187"/>
          </a:xfrm>
          <a:prstGeom prst="rect">
            <a:avLst/>
          </a:prstGeom>
        </p:spPr>
      </p:pic>
      <p:pic>
        <p:nvPicPr>
          <p:cNvPr id="200" name="Picture 19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056D36E-0EFE-779A-83A3-7FA6C305FAA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22624" y="4376542"/>
            <a:ext cx="71931" cy="71931"/>
          </a:xfrm>
          <a:prstGeom prst="rect">
            <a:avLst/>
          </a:prstGeom>
        </p:spPr>
      </p:pic>
      <p:pic>
        <p:nvPicPr>
          <p:cNvPr id="201" name="Picture 20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4DF53BF-8465-BE97-D0B9-5ED95423B00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28900" y="4527975"/>
            <a:ext cx="73188" cy="73188"/>
          </a:xfrm>
          <a:prstGeom prst="rect">
            <a:avLst/>
          </a:prstGeom>
        </p:spPr>
      </p:pic>
      <p:pic>
        <p:nvPicPr>
          <p:cNvPr id="202" name="Picture 20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BA68723-0995-79D3-22B2-4F23332A832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45301" y="4527974"/>
            <a:ext cx="73187" cy="73187"/>
          </a:xfrm>
          <a:prstGeom prst="rect">
            <a:avLst/>
          </a:prstGeom>
        </p:spPr>
      </p:pic>
      <p:pic>
        <p:nvPicPr>
          <p:cNvPr id="203" name="Picture 20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8A9D63-0CDD-9F83-1D8E-E5C027DA950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22906" y="4530910"/>
            <a:ext cx="71931" cy="71931"/>
          </a:xfrm>
          <a:prstGeom prst="rect">
            <a:avLst/>
          </a:prstGeom>
        </p:spPr>
      </p:pic>
      <p:pic>
        <p:nvPicPr>
          <p:cNvPr id="204" name="Picture 20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99C7F08-E4FB-5217-085C-34538FED98E7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415875" y="644133"/>
            <a:ext cx="64412" cy="64412"/>
          </a:xfrm>
          <a:prstGeom prst="rect">
            <a:avLst/>
          </a:prstGeom>
        </p:spPr>
      </p:pic>
      <p:pic>
        <p:nvPicPr>
          <p:cNvPr id="205" name="Picture 20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C4A4662-6BEE-756B-3402-3F007AF43D97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244459" y="640203"/>
            <a:ext cx="64412" cy="64412"/>
          </a:xfrm>
          <a:prstGeom prst="rect">
            <a:avLst/>
          </a:prstGeom>
        </p:spPr>
      </p:pic>
      <p:pic>
        <p:nvPicPr>
          <p:cNvPr id="206" name="Picture 20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281E834-F596-5F50-56AA-6F32836CAFF5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181690" y="636951"/>
            <a:ext cx="64412" cy="64412"/>
          </a:xfrm>
          <a:prstGeom prst="rect">
            <a:avLst/>
          </a:prstGeom>
        </p:spPr>
      </p:pic>
      <p:pic>
        <p:nvPicPr>
          <p:cNvPr id="207" name="Picture 20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B690AAD-45A1-6E84-CF8A-F044692D79C1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645312" y="634556"/>
            <a:ext cx="64412" cy="64412"/>
          </a:xfrm>
          <a:prstGeom prst="rect">
            <a:avLst/>
          </a:prstGeom>
        </p:spPr>
      </p:pic>
      <p:pic>
        <p:nvPicPr>
          <p:cNvPr id="208" name="Picture 20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FEC22B6-7E32-77FD-62B1-D569E3B31904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578393" y="638782"/>
            <a:ext cx="64412" cy="64412"/>
          </a:xfrm>
          <a:prstGeom prst="rect">
            <a:avLst/>
          </a:prstGeom>
        </p:spPr>
      </p:pic>
      <p:pic>
        <p:nvPicPr>
          <p:cNvPr id="209" name="Picture 20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3D69E10-7F73-34E0-E5D4-70FAFA562999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085746" y="643389"/>
            <a:ext cx="64412" cy="64412"/>
          </a:xfrm>
          <a:prstGeom prst="rect">
            <a:avLst/>
          </a:prstGeom>
        </p:spPr>
      </p:pic>
      <p:pic>
        <p:nvPicPr>
          <p:cNvPr id="210" name="Picture 20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8AFAAF0-3F92-C247-A34C-BC8B00C43FA5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547831" y="640476"/>
            <a:ext cx="64412" cy="64412"/>
          </a:xfrm>
          <a:prstGeom prst="rect">
            <a:avLst/>
          </a:prstGeom>
        </p:spPr>
      </p:pic>
      <p:pic>
        <p:nvPicPr>
          <p:cNvPr id="211" name="Picture 2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58E75EA-4D3D-504A-84A2-1A9D92248536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068246" y="643482"/>
            <a:ext cx="64412" cy="64412"/>
          </a:xfrm>
          <a:prstGeom prst="rect">
            <a:avLst/>
          </a:prstGeom>
        </p:spPr>
      </p:pic>
      <p:pic>
        <p:nvPicPr>
          <p:cNvPr id="212" name="Picture 2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B04E09F-5B5A-83C9-9411-3A7D30F3B9E7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471001" y="645718"/>
            <a:ext cx="64412" cy="6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27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5" y="-163340"/>
            <a:ext cx="9144000" cy="5297093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C91DBFD7-F05A-AC32-4AD4-67676A9AC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370" y="533248"/>
            <a:ext cx="6843792" cy="453114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5" y="531604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3818453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5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88" y="24943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99" y="-7733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477" y="9746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12" y="618339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10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210101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1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90710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hlinkClick r:id="rId12" action="ppaction://hlinksldjump"/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45319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14" name="TextBox 13">
            <a:hlinkClick r:id="rId13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-49005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48329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83251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4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-39783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297" y="1898223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788" y="2245319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10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-3795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213546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610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9113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hlinkClick r:id="rId17" action="ppaction://hlinksldjump"/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44282" y="3493347"/>
            <a:ext cx="714099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44282" y="3805204"/>
            <a:ext cx="869553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8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-41378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2145" y="2557709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528" y="3815768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312" y="3493721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954" y="2907065"/>
            <a:ext cx="137807" cy="13780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246170" y="3195968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931" y="3208557"/>
            <a:ext cx="137806" cy="137806"/>
          </a:xfrm>
          <a:prstGeom prst="rect">
            <a:avLst/>
          </a:prstGeom>
        </p:spPr>
      </p:pic>
      <p:pic>
        <p:nvPicPr>
          <p:cNvPr id="44" name="Picture 4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73710AF-8894-C7FD-E830-7634D553D89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04598" y="771432"/>
            <a:ext cx="64411" cy="64411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C18B4EC-96A9-6E3E-7FC9-858749D3C71D}"/>
              </a:ext>
            </a:extLst>
          </p:cNvPr>
          <p:cNvCxnSpPr/>
          <p:nvPr/>
        </p:nvCxnSpPr>
        <p:spPr>
          <a:xfrm>
            <a:off x="6675540" y="72571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9" name="Picture 4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D3221F2-B94A-8EB4-0123-887CF6910E6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40" y="1870780"/>
            <a:ext cx="119454" cy="119454"/>
          </a:xfrm>
          <a:prstGeom prst="rect">
            <a:avLst/>
          </a:prstGeom>
        </p:spPr>
      </p:pic>
      <p:pic>
        <p:nvPicPr>
          <p:cNvPr id="50" name="Picture 4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CE051F1-CAE7-9945-0C4D-F08D235E994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39" y="2068858"/>
            <a:ext cx="119454" cy="119454"/>
          </a:xfrm>
          <a:prstGeom prst="rect">
            <a:avLst/>
          </a:prstGeom>
        </p:spPr>
      </p:pic>
      <p:pic>
        <p:nvPicPr>
          <p:cNvPr id="54" name="Picture 5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FB94E42-B0F9-CD77-7156-B460FB22DFC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40" y="2275554"/>
            <a:ext cx="119454" cy="119454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FEB91AE-2F2C-A868-7A4E-0F6EEC2D5B0D}"/>
              </a:ext>
            </a:extLst>
          </p:cNvPr>
          <p:cNvSpPr txBox="1"/>
          <p:nvPr/>
        </p:nvSpPr>
        <p:spPr>
          <a:xfrm>
            <a:off x="59659" y="4635958"/>
            <a:ext cx="1205835" cy="2461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sv-SE" sz="800" dirty="0">
                <a:hlinkClick r:id="rId26"/>
              </a:rPr>
              <a:t>Blazor DataGrid Demos - Overview | Telerik UI for Blazor</a:t>
            </a:r>
            <a:endParaRPr lang="en-US" sz="800" dirty="0" err="1"/>
          </a:p>
        </p:txBody>
      </p:sp>
      <p:pic>
        <p:nvPicPr>
          <p:cNvPr id="15" name="Picture 1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59DED26-7914-5BA8-4A5C-38972DF4931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34071" y="771432"/>
            <a:ext cx="64411" cy="6441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F3FC12-2224-56CF-BDEA-A291EF615E2E}"/>
              </a:ext>
            </a:extLst>
          </p:cNvPr>
          <p:cNvCxnSpPr/>
          <p:nvPr/>
        </p:nvCxnSpPr>
        <p:spPr>
          <a:xfrm>
            <a:off x="5805013" y="725715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4" name="Picture 7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BBF302F-7989-B512-6104-2A55F19E3D2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60895" y="768885"/>
            <a:ext cx="64411" cy="64411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C49CA50-190C-88E9-86B0-6D8D7E9D7BBB}"/>
              </a:ext>
            </a:extLst>
          </p:cNvPr>
          <p:cNvCxnSpPr/>
          <p:nvPr/>
        </p:nvCxnSpPr>
        <p:spPr>
          <a:xfrm>
            <a:off x="4831837" y="723168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6" name="Picture 7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2ED29B8-9016-395F-F955-F008929BB5E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64579" y="766801"/>
            <a:ext cx="64411" cy="64411"/>
          </a:xfrm>
          <a:prstGeom prst="rect">
            <a:avLst/>
          </a:prstGeom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A5F7CEA-B158-84C0-925E-A04625D2AAFC}"/>
              </a:ext>
            </a:extLst>
          </p:cNvPr>
          <p:cNvCxnSpPr/>
          <p:nvPr/>
        </p:nvCxnSpPr>
        <p:spPr>
          <a:xfrm>
            <a:off x="4135521" y="721084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8" name="Picture 7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E001A91-107C-BE99-FB1D-F7724E8FF4E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077478" y="761516"/>
            <a:ext cx="64411" cy="64411"/>
          </a:xfrm>
          <a:prstGeom prst="rect">
            <a:avLst/>
          </a:prstGeom>
        </p:spPr>
      </p:pic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AE6770F-AEAB-2C5E-AF01-A2D7E8D5F560}"/>
              </a:ext>
            </a:extLst>
          </p:cNvPr>
          <p:cNvCxnSpPr/>
          <p:nvPr/>
        </p:nvCxnSpPr>
        <p:spPr>
          <a:xfrm>
            <a:off x="3148420" y="715799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0" name="Picture 7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F480FD5-0A0D-D32D-5A81-30555EDC6DB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421433" y="768885"/>
            <a:ext cx="64411" cy="64411"/>
          </a:xfrm>
          <a:prstGeom prst="rect">
            <a:avLst/>
          </a:prstGeom>
        </p:spPr>
      </p:pic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7484980-2EFA-3327-ABD9-83C304AB9F72}"/>
              </a:ext>
            </a:extLst>
          </p:cNvPr>
          <p:cNvCxnSpPr/>
          <p:nvPr/>
        </p:nvCxnSpPr>
        <p:spPr>
          <a:xfrm>
            <a:off x="2492375" y="723168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2" name="Picture 8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6172129-3B5A-8B8E-F7CA-1021C67ED5C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59930" y="761516"/>
            <a:ext cx="64411" cy="64411"/>
          </a:xfrm>
          <a:prstGeom prst="rect">
            <a:avLst/>
          </a:prstGeom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0ACB3A5-F94F-2129-30A6-74551E0A54E4}"/>
              </a:ext>
            </a:extLst>
          </p:cNvPr>
          <p:cNvCxnSpPr/>
          <p:nvPr/>
        </p:nvCxnSpPr>
        <p:spPr>
          <a:xfrm>
            <a:off x="7530872" y="715799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4" name="Picture 8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B856FB6-8CDD-613A-BEEA-B5962A73250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956936" y="764107"/>
            <a:ext cx="64411" cy="64411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F15EEA9-16CE-9831-3BF8-AF8A53126478}"/>
              </a:ext>
            </a:extLst>
          </p:cNvPr>
          <p:cNvCxnSpPr/>
          <p:nvPr/>
        </p:nvCxnSpPr>
        <p:spPr>
          <a:xfrm>
            <a:off x="8027878" y="711859"/>
            <a:ext cx="0" cy="1499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9" name="Picture 8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590B020-8339-C830-8F90-BC4C76F5DE9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39" y="3060878"/>
            <a:ext cx="119454" cy="119454"/>
          </a:xfrm>
          <a:prstGeom prst="rect">
            <a:avLst/>
          </a:prstGeom>
        </p:spPr>
      </p:pic>
      <p:pic>
        <p:nvPicPr>
          <p:cNvPr id="90" name="Picture 8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66E1184-55C2-0C96-A0AD-B19AE025A78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38" y="3258952"/>
            <a:ext cx="119454" cy="119454"/>
          </a:xfrm>
          <a:prstGeom prst="rect">
            <a:avLst/>
          </a:prstGeom>
        </p:spPr>
      </p:pic>
      <p:pic>
        <p:nvPicPr>
          <p:cNvPr id="91" name="Picture 9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976EA46-B096-2AAB-610A-35BA3AB6D65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39" y="3445554"/>
            <a:ext cx="119454" cy="119454"/>
          </a:xfrm>
          <a:prstGeom prst="rect">
            <a:avLst/>
          </a:prstGeom>
        </p:spPr>
      </p:pic>
      <p:pic>
        <p:nvPicPr>
          <p:cNvPr id="93" name="Picture 9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CD1AEE5-3BB8-3035-A905-8E5471C48987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38" y="4073160"/>
            <a:ext cx="119454" cy="119454"/>
          </a:xfrm>
          <a:prstGeom prst="rect">
            <a:avLst/>
          </a:prstGeom>
        </p:spPr>
      </p:pic>
      <p:pic>
        <p:nvPicPr>
          <p:cNvPr id="95" name="Picture 9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2DAF3E0-72F8-0504-DC63-F317D3F46CF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37" y="4260606"/>
            <a:ext cx="119454" cy="119454"/>
          </a:xfrm>
          <a:prstGeom prst="rect">
            <a:avLst/>
          </a:prstGeom>
        </p:spPr>
      </p:pic>
      <p:pic>
        <p:nvPicPr>
          <p:cNvPr id="96" name="Picture 9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5E9E7D5-314C-BE24-BA8F-D6D80C581307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38" y="4456670"/>
            <a:ext cx="119454" cy="119454"/>
          </a:xfrm>
          <a:prstGeom prst="rect">
            <a:avLst/>
          </a:prstGeom>
        </p:spPr>
      </p:pic>
      <p:pic>
        <p:nvPicPr>
          <p:cNvPr id="97" name="Picture 9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A1651B1-AFAC-E183-9608-3B20A02DE73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5137" y="4651896"/>
            <a:ext cx="119454" cy="119454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FBE86BC7-D86E-BF7A-F61F-F5D37F01422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98155" y="1886018"/>
            <a:ext cx="119455" cy="98125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13B39AB9-13D8-17CA-4004-694899FDE87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98155" y="2085613"/>
            <a:ext cx="119455" cy="98125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0D9D10CC-AA33-8351-CD56-948A64BEBF6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98155" y="2280869"/>
            <a:ext cx="119455" cy="98125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2446FD59-20A4-A38F-2DDE-C49750B0DEC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21347" y="3080690"/>
            <a:ext cx="119455" cy="98125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D5EFA10B-65B9-5F9D-1D67-FFFB39BA816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21347" y="3280281"/>
            <a:ext cx="119455" cy="98125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8E119DCD-C431-7D3B-4B64-72BF3E65EFF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25070" y="3458177"/>
            <a:ext cx="119455" cy="9812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2F594C94-C7EF-D059-D06E-4BA4B5CC1BF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25070" y="4084826"/>
            <a:ext cx="119455" cy="98125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EB770A2D-A3F5-931B-834A-CD148651A7B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13992" y="4282124"/>
            <a:ext cx="119455" cy="98125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1D221FBA-984D-3222-37AA-4DC6F92C3AE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13992" y="4481719"/>
            <a:ext cx="119455" cy="98125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A70C21B2-2553-A4FC-7CA1-28E1FCA694D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17780" y="4672755"/>
            <a:ext cx="119455" cy="98125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B825ABA1-100A-3D97-B958-F537CAAE482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1886018"/>
            <a:ext cx="52380" cy="55655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559623A9-F17F-B2EF-7967-CA8CD536667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2087799"/>
            <a:ext cx="52380" cy="55655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9EA9100A-3E48-C11C-15CB-E1E044602BE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4676945"/>
            <a:ext cx="52380" cy="55655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85D8DC67-9528-80E3-FC41-29425D69135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904815" y="3086692"/>
            <a:ext cx="52380" cy="55655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80CC5C3B-3056-5B48-2EAF-09A09A02CF4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3288473"/>
            <a:ext cx="52380" cy="55655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5DDC95DA-7627-1DBE-E343-FFC4731FCB7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3470788"/>
            <a:ext cx="52380" cy="55655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1A61583C-08C4-8735-B743-7B5854CD14B7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4084826"/>
            <a:ext cx="52380" cy="55655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2C6F0A38-D0C4-48F8-B366-02D97B11A13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4279938"/>
            <a:ext cx="52380" cy="55655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1C7C9114-68AD-1482-6B3F-CC231D1AE5C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4481719"/>
            <a:ext cx="52380" cy="556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FBC091-665E-2844-871C-BC7B038F413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98930" y="4882071"/>
            <a:ext cx="52380" cy="55655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AA9ACD2-A5CC-AB9A-FB92-9A08929A7D9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1349" y="4844094"/>
            <a:ext cx="119454" cy="1194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9D895B4-635B-F1F8-4D9C-B6E5B8E1556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13992" y="4864953"/>
            <a:ext cx="119455" cy="98125"/>
          </a:xfrm>
          <a:prstGeom prst="rect">
            <a:avLst/>
          </a:prstGeom>
        </p:spPr>
      </p:pic>
      <p:pic>
        <p:nvPicPr>
          <p:cNvPr id="30" name="Picture 29" descr="A screenshot of a computer&#10;&#10;Description automatically generated">
            <a:extLst>
              <a:ext uri="{FF2B5EF4-FFF2-40B4-BE49-F238E27FC236}">
                <a16:creationId xmlns:a16="http://schemas.microsoft.com/office/drawing/2014/main" id="{CC4680A7-8CE7-1487-4BD3-6D1C52A1513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161083" y="2445272"/>
            <a:ext cx="2656592" cy="540571"/>
          </a:xfrm>
          <a:prstGeom prst="rect">
            <a:avLst/>
          </a:prstGeom>
        </p:spPr>
      </p:pic>
      <p:pic>
        <p:nvPicPr>
          <p:cNvPr id="31" name="Picture 30">
            <a:hlinkClick r:id="rId30" action="ppaction://hlinksldjump"/>
            <a:extLst>
              <a:ext uri="{FF2B5EF4-FFF2-40B4-BE49-F238E27FC236}">
                <a16:creationId xmlns:a16="http://schemas.microsoft.com/office/drawing/2014/main" id="{27135017-ABE3-53F8-D74C-20FD99FAA7E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83204" y="2282756"/>
            <a:ext cx="58748" cy="5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781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8161"/>
            <a:ext cx="9144000" cy="5191740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1B3BCDDC-23BF-8FEA-6D63-93332A17E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648" y="578763"/>
            <a:ext cx="5496086" cy="449351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5" y="531604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hlinkClick r:id="rId5" action="ppaction://hlinksldjump"/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3818453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6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788" y="372262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312" y="618339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11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32933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2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90710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hlinkClick r:id="rId13" action="ppaction://hlinksldjump"/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45319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14" name="TextBox 13">
            <a:hlinkClick r:id="rId14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48329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83251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5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9297" y="1898223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6788" y="2245319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11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36378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610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911357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hlinkClick r:id="rId18" action="ppaction://hlinksldjump"/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44282" y="3493347"/>
            <a:ext cx="714099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hlinkClick r:id="rId5" action="ppaction://hlinksldjump"/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44282" y="3805204"/>
            <a:ext cx="869553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9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2145" y="2557709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528" y="3815768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312" y="3493721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954" y="2907065"/>
            <a:ext cx="137807" cy="13780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246170" y="3195968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931" y="3208557"/>
            <a:ext cx="137806" cy="13780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FEB91AE-2F2C-A868-7A4E-0F6EEC2D5B0D}"/>
              </a:ext>
            </a:extLst>
          </p:cNvPr>
          <p:cNvSpPr txBox="1"/>
          <p:nvPr/>
        </p:nvSpPr>
        <p:spPr>
          <a:xfrm>
            <a:off x="59659" y="4635958"/>
            <a:ext cx="1205835" cy="2461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sv-SE" sz="800" dirty="0">
                <a:hlinkClick r:id="rId25"/>
              </a:rPr>
              <a:t>Blazor DataGrid Demos - Overview | Telerik UI for Blazor</a:t>
            </a:r>
            <a:endParaRPr lang="en-US" sz="800" dirty="0" err="1"/>
          </a:p>
        </p:txBody>
      </p:sp>
      <p:pic>
        <p:nvPicPr>
          <p:cNvPr id="80" name="Picture 7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F480FD5-0A0D-D32D-5A81-30555EDC6DB3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548445" y="761516"/>
            <a:ext cx="64411" cy="64411"/>
          </a:xfrm>
          <a:prstGeom prst="rect">
            <a:avLst/>
          </a:prstGeom>
        </p:spPr>
      </p:pic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7484980-2EFA-3327-ABD9-83C304AB9F72}"/>
              </a:ext>
            </a:extLst>
          </p:cNvPr>
          <p:cNvCxnSpPr>
            <a:cxnSpLocks/>
          </p:cNvCxnSpPr>
          <p:nvPr/>
        </p:nvCxnSpPr>
        <p:spPr>
          <a:xfrm>
            <a:off x="2619387" y="728499"/>
            <a:ext cx="0" cy="11749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" name="Picture 1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AF38CE1-B67F-E013-49CA-931C858E292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099899" y="761516"/>
            <a:ext cx="64411" cy="64411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155F7A-6FA0-75DF-9E19-314A9DD9451D}"/>
              </a:ext>
            </a:extLst>
          </p:cNvPr>
          <p:cNvCxnSpPr>
            <a:cxnSpLocks/>
          </p:cNvCxnSpPr>
          <p:nvPr/>
        </p:nvCxnSpPr>
        <p:spPr>
          <a:xfrm>
            <a:off x="3170841" y="728499"/>
            <a:ext cx="0" cy="11749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5604E3E-664A-0E64-A46F-F225F492CF5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62895" y="761516"/>
            <a:ext cx="64411" cy="64411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5003C63-503E-08A8-20F0-7E8F58ECC17F}"/>
              </a:ext>
            </a:extLst>
          </p:cNvPr>
          <p:cNvCxnSpPr>
            <a:cxnSpLocks/>
          </p:cNvCxnSpPr>
          <p:nvPr/>
        </p:nvCxnSpPr>
        <p:spPr>
          <a:xfrm>
            <a:off x="3933837" y="728499"/>
            <a:ext cx="0" cy="11749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3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EB56C7B-54F1-2578-8A69-A34E1BE665F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16830" y="761516"/>
            <a:ext cx="64411" cy="64411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2B8A94E-828D-90F1-A962-BB2A353B00D9}"/>
              </a:ext>
            </a:extLst>
          </p:cNvPr>
          <p:cNvCxnSpPr>
            <a:cxnSpLocks/>
          </p:cNvCxnSpPr>
          <p:nvPr/>
        </p:nvCxnSpPr>
        <p:spPr>
          <a:xfrm>
            <a:off x="4487772" y="728499"/>
            <a:ext cx="0" cy="11749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7" name="Picture 3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DCC4E6C-140B-56E1-2434-CD588987CF3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210933" y="761516"/>
            <a:ext cx="64411" cy="64411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39790EF-2BC8-9105-2B07-C46128BF1004}"/>
              </a:ext>
            </a:extLst>
          </p:cNvPr>
          <p:cNvCxnSpPr>
            <a:cxnSpLocks/>
          </p:cNvCxnSpPr>
          <p:nvPr/>
        </p:nvCxnSpPr>
        <p:spPr>
          <a:xfrm>
            <a:off x="5281875" y="728499"/>
            <a:ext cx="0" cy="11749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9" name="Picture 3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DDC7B14-1BA0-E83F-7453-F53BA347942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915043" y="761516"/>
            <a:ext cx="64411" cy="64411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840E1E5-8C83-EA8E-49E8-F7FEA23D6ADF}"/>
              </a:ext>
            </a:extLst>
          </p:cNvPr>
          <p:cNvCxnSpPr>
            <a:cxnSpLocks/>
          </p:cNvCxnSpPr>
          <p:nvPr/>
        </p:nvCxnSpPr>
        <p:spPr>
          <a:xfrm>
            <a:off x="5985985" y="728499"/>
            <a:ext cx="0" cy="11749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Picture 4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8BC6485-E69A-474E-1478-9772A3429C2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06271" y="761516"/>
            <a:ext cx="64411" cy="64411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63B618C-3EB9-0FCB-AEEF-A78115A19C68}"/>
              </a:ext>
            </a:extLst>
          </p:cNvPr>
          <p:cNvCxnSpPr>
            <a:cxnSpLocks/>
          </p:cNvCxnSpPr>
          <p:nvPr/>
        </p:nvCxnSpPr>
        <p:spPr>
          <a:xfrm>
            <a:off x="6677213" y="728499"/>
            <a:ext cx="0" cy="11749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5" name="Picture 5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9AC2C37-6B07-3D1B-ADAE-E9F6CBC8542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08831" y="761516"/>
            <a:ext cx="64411" cy="64411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9AFB492-F089-366C-961A-5A00A745D53E}"/>
              </a:ext>
            </a:extLst>
          </p:cNvPr>
          <p:cNvCxnSpPr>
            <a:cxnSpLocks/>
          </p:cNvCxnSpPr>
          <p:nvPr/>
        </p:nvCxnSpPr>
        <p:spPr>
          <a:xfrm>
            <a:off x="7079773" y="728499"/>
            <a:ext cx="0" cy="11749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9" name="Picture 5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2AB481C-5B11-0958-06A5-57614A1D35C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16979" y="1352387"/>
            <a:ext cx="64411" cy="64411"/>
          </a:xfrm>
          <a:prstGeom prst="rect">
            <a:avLst/>
          </a:prstGeom>
        </p:spPr>
      </p:pic>
      <p:pic>
        <p:nvPicPr>
          <p:cNvPr id="62" name="Picture 6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D788E77-4A4C-5942-900A-0BEC8E9C564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15017" y="1523820"/>
            <a:ext cx="64411" cy="64411"/>
          </a:xfrm>
          <a:prstGeom prst="rect">
            <a:avLst/>
          </a:prstGeom>
        </p:spPr>
      </p:pic>
      <p:pic>
        <p:nvPicPr>
          <p:cNvPr id="63" name="Picture 6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9A53A01-6977-48E7-1822-22563BF5517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15017" y="1683557"/>
            <a:ext cx="64411" cy="64411"/>
          </a:xfrm>
          <a:prstGeom prst="rect">
            <a:avLst/>
          </a:prstGeom>
        </p:spPr>
      </p:pic>
      <p:pic>
        <p:nvPicPr>
          <p:cNvPr id="64" name="Picture 6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FDEAE8-FA24-F051-4AAC-BF633716F7A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14995" y="1822981"/>
            <a:ext cx="64411" cy="64411"/>
          </a:xfrm>
          <a:prstGeom prst="rect">
            <a:avLst/>
          </a:prstGeom>
        </p:spPr>
      </p:pic>
      <p:pic>
        <p:nvPicPr>
          <p:cNvPr id="65" name="Picture 6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A93F70E-3078-2E1E-48F0-968A348816F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22028" y="2518725"/>
            <a:ext cx="64411" cy="64411"/>
          </a:xfrm>
          <a:prstGeom prst="rect">
            <a:avLst/>
          </a:prstGeom>
        </p:spPr>
      </p:pic>
      <p:pic>
        <p:nvPicPr>
          <p:cNvPr id="66" name="Picture 6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32F41C3-1EA9-3EF5-9BB6-D93B10B3FE4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24222" y="2690158"/>
            <a:ext cx="64411" cy="64411"/>
          </a:xfrm>
          <a:prstGeom prst="rect">
            <a:avLst/>
          </a:prstGeom>
        </p:spPr>
      </p:pic>
      <p:pic>
        <p:nvPicPr>
          <p:cNvPr id="67" name="Picture 6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E5D9FB4-8071-A428-790C-8270B018545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25954" y="2841233"/>
            <a:ext cx="64411" cy="64411"/>
          </a:xfrm>
          <a:prstGeom prst="rect">
            <a:avLst/>
          </a:prstGeom>
        </p:spPr>
      </p:pic>
      <p:pic>
        <p:nvPicPr>
          <p:cNvPr id="68" name="Picture 6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067CA33-2C40-07CE-21E5-266C3793372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23992" y="3012666"/>
            <a:ext cx="64411" cy="64411"/>
          </a:xfrm>
          <a:prstGeom prst="rect">
            <a:avLst/>
          </a:prstGeom>
        </p:spPr>
      </p:pic>
      <p:pic>
        <p:nvPicPr>
          <p:cNvPr id="69" name="Picture 6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E9B4DBC-3BE7-6184-E804-3369851F5AC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25602" y="3154584"/>
            <a:ext cx="64411" cy="64411"/>
          </a:xfrm>
          <a:prstGeom prst="rect">
            <a:avLst/>
          </a:prstGeom>
        </p:spPr>
      </p:pic>
      <p:pic>
        <p:nvPicPr>
          <p:cNvPr id="70" name="Picture 6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4D979A3-6D59-E7EE-F5E2-B8D60ECEA25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23640" y="3326017"/>
            <a:ext cx="64411" cy="64411"/>
          </a:xfrm>
          <a:prstGeom prst="rect">
            <a:avLst/>
          </a:prstGeom>
        </p:spPr>
      </p:pic>
      <p:pic>
        <p:nvPicPr>
          <p:cNvPr id="73" name="Picture 7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50C2C26-46CD-6637-F0B9-7F1A3D01E01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29348" y="3799700"/>
            <a:ext cx="64411" cy="64411"/>
          </a:xfrm>
          <a:prstGeom prst="rect">
            <a:avLst/>
          </a:prstGeom>
        </p:spPr>
      </p:pic>
      <p:pic>
        <p:nvPicPr>
          <p:cNvPr id="98" name="Picture 9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8CD4235-CAEE-E571-40DF-1932240F920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27386" y="3971133"/>
            <a:ext cx="64411" cy="64411"/>
          </a:xfrm>
          <a:prstGeom prst="rect">
            <a:avLst/>
          </a:prstGeom>
        </p:spPr>
      </p:pic>
      <p:pic>
        <p:nvPicPr>
          <p:cNvPr id="99" name="Picture 9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0C8B26-DD73-100F-72DA-A87C0461043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25192" y="4114426"/>
            <a:ext cx="64411" cy="64411"/>
          </a:xfrm>
          <a:prstGeom prst="rect">
            <a:avLst/>
          </a:prstGeom>
        </p:spPr>
      </p:pic>
      <p:pic>
        <p:nvPicPr>
          <p:cNvPr id="100" name="Picture 9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DD5E256-C07B-424D-98D9-247634367F8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23230" y="4285859"/>
            <a:ext cx="64411" cy="64411"/>
          </a:xfrm>
          <a:prstGeom prst="rect">
            <a:avLst/>
          </a:prstGeom>
        </p:spPr>
      </p:pic>
      <p:pic>
        <p:nvPicPr>
          <p:cNvPr id="101" name="Picture 10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10BB156-742B-2187-03D3-2B2D114885E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22998" y="4435559"/>
            <a:ext cx="64411" cy="64411"/>
          </a:xfrm>
          <a:prstGeom prst="rect">
            <a:avLst/>
          </a:prstGeom>
        </p:spPr>
      </p:pic>
      <p:pic>
        <p:nvPicPr>
          <p:cNvPr id="102" name="Picture 10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ABAAFD9-0381-BD06-56BC-717D0BE899A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29348" y="4606992"/>
            <a:ext cx="64411" cy="64411"/>
          </a:xfrm>
          <a:prstGeom prst="rect">
            <a:avLst/>
          </a:prstGeom>
        </p:spPr>
      </p:pic>
      <p:pic>
        <p:nvPicPr>
          <p:cNvPr id="103" name="Picture 10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6509DE2-0F87-D891-4295-520443E69FD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29348" y="4756692"/>
            <a:ext cx="64411" cy="64411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332ABAB8-7AED-A89B-0051-956C181D709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76198" y="1343044"/>
            <a:ext cx="64411" cy="68438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45E497D0-A8C9-AB8E-8CBF-8852E95770D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76197" y="1495456"/>
            <a:ext cx="64411" cy="68438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21CE885C-EFB1-39E4-2C33-D260B4E0901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76196" y="1649790"/>
            <a:ext cx="64411" cy="68438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6AE1FEC6-5AA3-1BE1-37AF-22FC7DDE26A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76195" y="1793492"/>
            <a:ext cx="64411" cy="68438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1DFC84CA-6142-ADA6-3E83-EC88BC2A35C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75320" y="2503527"/>
            <a:ext cx="64411" cy="68438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5FFECF01-1240-32F8-4D9A-86BEF7B12667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75319" y="2655939"/>
            <a:ext cx="64411" cy="68438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EDF45D08-DB86-E7E2-84C9-0A6BEB0D35A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82322" y="2828656"/>
            <a:ext cx="64411" cy="68438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BE919798-C101-CE64-FA4E-2C408EFE748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82321" y="2981068"/>
            <a:ext cx="64411" cy="68438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58F7E061-054E-46E8-5E2B-E2E78C0A30B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82322" y="3149615"/>
            <a:ext cx="64411" cy="68438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0E8AC132-9F67-C4D3-BCF9-03D899A48FB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82321" y="3302027"/>
            <a:ext cx="64411" cy="68438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E3A96348-DFCE-B261-97BD-68876F920FC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82322" y="3798879"/>
            <a:ext cx="64411" cy="68438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B3BA654B-12A3-F8F8-74CB-7D8D97D0D4E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82321" y="3951291"/>
            <a:ext cx="64411" cy="68438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6C2BF5E9-3B56-1293-02E3-C17277187F0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82322" y="4108403"/>
            <a:ext cx="64411" cy="68438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1F438D83-4E9B-0793-6AB4-167EBCA97CB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82321" y="4260815"/>
            <a:ext cx="64411" cy="68438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A6071CA3-06B7-E97B-7D07-04537C818D2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82321" y="4436829"/>
            <a:ext cx="64411" cy="68438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788B71F3-7252-08C5-19A9-FA7D84334C4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82320" y="4589241"/>
            <a:ext cx="64411" cy="68438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EFE29735-CB64-5089-AEEB-940746816245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82321" y="4749533"/>
            <a:ext cx="64411" cy="68438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E7AFA7B3-1E44-5D66-49CE-BB955B0CA4D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54259" y="1343044"/>
            <a:ext cx="80437" cy="66074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41A8E5A6-9F1A-B595-7837-9843F059F03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52297" y="1522157"/>
            <a:ext cx="80437" cy="66074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BEE67998-374C-7F1F-3AD9-49E885246B6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50786" y="1683557"/>
            <a:ext cx="80437" cy="66074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F6DBD715-EBB8-8D96-35C1-490F61549B0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52986" y="1821318"/>
            <a:ext cx="80437" cy="66074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C4303C32-E4B8-83B0-DF8C-6DF003CFE35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43027" y="2514395"/>
            <a:ext cx="80437" cy="66074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464D3CE2-9EDA-1B69-FA96-F39567CBC59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41065" y="2693508"/>
            <a:ext cx="80437" cy="66074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98D7DAA2-A191-8670-A9A2-5BFA59702FFC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39554" y="2854908"/>
            <a:ext cx="80437" cy="66074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65729025-1C86-0FBB-332F-56A199A1D55A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36992" y="3005008"/>
            <a:ext cx="80437" cy="66074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9F420ECD-E5C6-73F6-4458-A77ECB2C574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35030" y="3157541"/>
            <a:ext cx="80437" cy="66074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66B9B02E-F28E-FB17-A88C-D8D56C8E808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33519" y="3329573"/>
            <a:ext cx="80437" cy="66074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71E03778-1CC7-3503-FA0D-38A71B13401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60771" y="3794574"/>
            <a:ext cx="80437" cy="66074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98D1F7C3-2B97-D019-DE8F-CD40CACB4CC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58809" y="3947107"/>
            <a:ext cx="80437" cy="66074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E25DE89-E8CB-2F8F-C2B0-03E58FD85A8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57298" y="4119139"/>
            <a:ext cx="80437" cy="66074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3B245F33-7ED6-9BF1-CD02-C6BE3D6A7CB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58073" y="4282570"/>
            <a:ext cx="80437" cy="66074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707A95DC-4891-203B-51B2-2A3C5215C72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56111" y="4435103"/>
            <a:ext cx="80437" cy="66074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44A85631-7792-B592-0E3D-66465148BC6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54600" y="4607135"/>
            <a:ext cx="80437" cy="66074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AED46FD9-113D-FDA7-921A-D7BE3F7B70B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57298" y="4753775"/>
            <a:ext cx="80437" cy="6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22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5" y="-13254"/>
            <a:ext cx="9144000" cy="4612587"/>
          </a:xfrm>
          <a:prstGeom prst="rect">
            <a:avLst/>
          </a:prstGeom>
        </p:spPr>
      </p:pic>
      <p:pic>
        <p:nvPicPr>
          <p:cNvPr id="52" name="Picture 51">
            <a:hlinkClick r:id="rId3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sp>
        <p:nvSpPr>
          <p:cNvPr id="43" name="TextBox 42">
            <a:hlinkClick r:id="rId7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06809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14" name="TextBox 13">
            <a:hlinkClick r:id="rId8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sp>
        <p:nvSpPr>
          <p:cNvPr id="19" name="TextBox 18">
            <a:hlinkClick r:id="rId9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sp>
        <p:nvSpPr>
          <p:cNvPr id="12" name="TextBox 11">
            <a:hlinkClick r:id="rId7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hlinkClick r:id="rId10" action="ppaction://hlinksldjump"/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10254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5" name="TextBox 4">
            <a:hlinkClick r:id="rId11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40" name="Picture 39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D05B03DD-FF9F-99C6-AD72-954454A7881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0300" y="632910"/>
            <a:ext cx="6755568" cy="122855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7099F37-CA45-6F69-E734-3221478B14EB}"/>
              </a:ext>
            </a:extLst>
          </p:cNvPr>
          <p:cNvSpPr txBox="1"/>
          <p:nvPr/>
        </p:nvSpPr>
        <p:spPr>
          <a:xfrm>
            <a:off x="1173699" y="740285"/>
            <a:ext cx="626201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018394-D967-F727-7E2D-4F41FB46D3B0}"/>
              </a:ext>
            </a:extLst>
          </p:cNvPr>
          <p:cNvSpPr txBox="1"/>
          <p:nvPr/>
        </p:nvSpPr>
        <p:spPr>
          <a:xfrm>
            <a:off x="4366126" y="737359"/>
            <a:ext cx="626201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Name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3ADB5C-10AD-192C-255F-D4DB34E290B3}"/>
              </a:ext>
            </a:extLst>
          </p:cNvPr>
          <p:cNvSpPr txBox="1"/>
          <p:nvPr/>
        </p:nvSpPr>
        <p:spPr>
          <a:xfrm>
            <a:off x="1154466" y="1117514"/>
            <a:ext cx="69392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Description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FB76F4-0EA4-0A92-F0C2-FADED31966C3}"/>
              </a:ext>
            </a:extLst>
          </p:cNvPr>
          <p:cNvSpPr txBox="1"/>
          <p:nvPr/>
        </p:nvSpPr>
        <p:spPr>
          <a:xfrm>
            <a:off x="2101544" y="740285"/>
            <a:ext cx="778601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Amount type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C42C33-FE43-367B-8592-1F91BF147084}"/>
              </a:ext>
            </a:extLst>
          </p:cNvPr>
          <p:cNvSpPr txBox="1"/>
          <p:nvPr/>
        </p:nvSpPr>
        <p:spPr>
          <a:xfrm>
            <a:off x="5457955" y="732863"/>
            <a:ext cx="85212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Debit account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BA840E-BA13-ACED-C993-9A403C36F828}"/>
              </a:ext>
            </a:extLst>
          </p:cNvPr>
          <p:cNvSpPr txBox="1"/>
          <p:nvPr/>
        </p:nvSpPr>
        <p:spPr>
          <a:xfrm>
            <a:off x="6385800" y="737160"/>
            <a:ext cx="85212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Credit account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D02CE94-0B42-8CB2-893F-FD68A34A7366}"/>
              </a:ext>
            </a:extLst>
          </p:cNvPr>
          <p:cNvSpPr/>
          <p:nvPr/>
        </p:nvSpPr>
        <p:spPr>
          <a:xfrm>
            <a:off x="782167" y="1357505"/>
            <a:ext cx="5925610" cy="28553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F2C91EA-51D1-2422-ADBC-A32913AF4B9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00178" y="1329158"/>
            <a:ext cx="6354062" cy="314369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AAB8E42-ED9D-F63E-7379-8D9DE50F268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54240" y="704075"/>
            <a:ext cx="146432" cy="120284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8C4D629-5872-297B-DD09-80753D291551}"/>
              </a:ext>
            </a:extLst>
          </p:cNvPr>
          <p:cNvSpPr txBox="1"/>
          <p:nvPr/>
        </p:nvSpPr>
        <p:spPr>
          <a:xfrm>
            <a:off x="2098965" y="300278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/ Formula  490– Settlement invoice total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18BB59-03A1-1E3F-1DF7-6E8598F55923}"/>
              </a:ext>
            </a:extLst>
          </p:cNvPr>
          <p:cNvSpPr txBox="1"/>
          <p:nvPr/>
        </p:nvSpPr>
        <p:spPr>
          <a:xfrm>
            <a:off x="1328844" y="881576"/>
            <a:ext cx="6354062" cy="2085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490                             Total – Amount                                                         Settlement invoice total                                                                       -                                                 -                                                            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74E7D4F-F9E8-2700-B549-7CACF2257FF5}"/>
              </a:ext>
            </a:extLst>
          </p:cNvPr>
          <p:cNvSpPr txBox="1"/>
          <p:nvPr/>
        </p:nvSpPr>
        <p:spPr>
          <a:xfrm>
            <a:off x="1211053" y="1324574"/>
            <a:ext cx="6242666" cy="2085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The invoice total from the customer invoice connected to the settlement calculation                                                 -                                                             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7EDA7C2-B0B8-BEA2-759A-92D257E9D70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8342" y="2026469"/>
            <a:ext cx="6755567" cy="133762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51C1E5-B3CE-8EC2-6E8F-3833D525ECBF}"/>
              </a:ext>
            </a:extLst>
          </p:cNvPr>
          <p:cNvCxnSpPr/>
          <p:nvPr/>
        </p:nvCxnSpPr>
        <p:spPr>
          <a:xfrm>
            <a:off x="916625" y="1913711"/>
            <a:ext cx="6921168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Picture 20" descr="A red circle with a white x in it&#10;&#10;Description automatically generated">
            <a:extLst>
              <a:ext uri="{FF2B5EF4-FFF2-40B4-BE49-F238E27FC236}">
                <a16:creationId xmlns:a16="http://schemas.microsoft.com/office/drawing/2014/main" id="{AB101D7A-ED0F-7252-F004-9B1D8D843C4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267815" y="3149730"/>
            <a:ext cx="99038" cy="99038"/>
          </a:xfrm>
          <a:prstGeom prst="rect">
            <a:avLst/>
          </a:prstGeom>
        </p:spPr>
      </p:pic>
      <p:pic>
        <p:nvPicPr>
          <p:cNvPr id="22" name="Picture 21" descr="A green circle with a white cross&#10;&#10;Description automatically generated">
            <a:extLst>
              <a:ext uri="{FF2B5EF4-FFF2-40B4-BE49-F238E27FC236}">
                <a16:creationId xmlns:a16="http://schemas.microsoft.com/office/drawing/2014/main" id="{2FBB86E1-C6B5-B5B9-9456-CDC132534DA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26" y="3149659"/>
            <a:ext cx="99038" cy="99038"/>
          </a:xfrm>
          <a:prstGeom prst="rect">
            <a:avLst/>
          </a:prstGeom>
        </p:spPr>
      </p:pic>
      <p:pic>
        <p:nvPicPr>
          <p:cNvPr id="25" name="Picture 24" descr="A screenshot of a computer&#10;&#10;Description automatically generated">
            <a:extLst>
              <a:ext uri="{FF2B5EF4-FFF2-40B4-BE49-F238E27FC236}">
                <a16:creationId xmlns:a16="http://schemas.microsoft.com/office/drawing/2014/main" id="{970CBDE9-E2AD-4406-B2C2-06F617141BC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8342" y="2036760"/>
            <a:ext cx="6755567" cy="1332004"/>
          </a:xfrm>
          <a:prstGeom prst="rect">
            <a:avLst/>
          </a:prstGeom>
        </p:spPr>
      </p:pic>
      <p:pic>
        <p:nvPicPr>
          <p:cNvPr id="18" name="Picture 17" descr="A red circle with a white x in it&#10;&#10;Description automatically generated">
            <a:extLst>
              <a:ext uri="{FF2B5EF4-FFF2-40B4-BE49-F238E27FC236}">
                <a16:creationId xmlns:a16="http://schemas.microsoft.com/office/drawing/2014/main" id="{5F6F1731-0B2F-26CF-1C8A-37C63C83978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271622" y="2901903"/>
            <a:ext cx="99038" cy="99038"/>
          </a:xfrm>
          <a:prstGeom prst="rect">
            <a:avLst/>
          </a:prstGeom>
        </p:spPr>
      </p:pic>
      <p:pic>
        <p:nvPicPr>
          <p:cNvPr id="20" name="Picture 19" descr="A green circle with a white cross&#10;&#10;Description automatically generated">
            <a:extLst>
              <a:ext uri="{FF2B5EF4-FFF2-40B4-BE49-F238E27FC236}">
                <a16:creationId xmlns:a16="http://schemas.microsoft.com/office/drawing/2014/main" id="{CB4B4B29-2E5F-8081-9FD5-4D4E419FF06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33" y="2901832"/>
            <a:ext cx="99038" cy="99038"/>
          </a:xfrm>
          <a:prstGeom prst="rect">
            <a:avLst/>
          </a:prstGeom>
        </p:spPr>
      </p:pic>
      <p:pic>
        <p:nvPicPr>
          <p:cNvPr id="8" name="Picture 7" descr="A red circle with a white x in it&#10;&#10;Description automatically generated">
            <a:extLst>
              <a:ext uri="{FF2B5EF4-FFF2-40B4-BE49-F238E27FC236}">
                <a16:creationId xmlns:a16="http://schemas.microsoft.com/office/drawing/2014/main" id="{E047A46D-B550-797B-DBF0-55B83612576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279236" y="2367063"/>
            <a:ext cx="99038" cy="99038"/>
          </a:xfrm>
          <a:prstGeom prst="rect">
            <a:avLst/>
          </a:prstGeom>
        </p:spPr>
      </p:pic>
      <p:pic>
        <p:nvPicPr>
          <p:cNvPr id="9" name="Picture 8" descr="A green circle with a white cross&#10;&#10;Description automatically generated">
            <a:extLst>
              <a:ext uri="{FF2B5EF4-FFF2-40B4-BE49-F238E27FC236}">
                <a16:creationId xmlns:a16="http://schemas.microsoft.com/office/drawing/2014/main" id="{78635569-4235-41F5-17D4-8A2900F330F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" y="2366992"/>
            <a:ext cx="99038" cy="99038"/>
          </a:xfrm>
          <a:prstGeom prst="rect">
            <a:avLst/>
          </a:prstGeom>
        </p:spPr>
      </p:pic>
      <p:pic>
        <p:nvPicPr>
          <p:cNvPr id="16" name="Picture 15" descr="A red circle with a white x in it&#10;&#10;Description automatically generated">
            <a:extLst>
              <a:ext uri="{FF2B5EF4-FFF2-40B4-BE49-F238E27FC236}">
                <a16:creationId xmlns:a16="http://schemas.microsoft.com/office/drawing/2014/main" id="{61C9AB49-CC97-F7B3-422D-284CCF3C072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267815" y="2614890"/>
            <a:ext cx="99038" cy="99038"/>
          </a:xfrm>
          <a:prstGeom prst="rect">
            <a:avLst/>
          </a:prstGeom>
        </p:spPr>
      </p:pic>
      <p:pic>
        <p:nvPicPr>
          <p:cNvPr id="17" name="Picture 16" descr="A green circle with a white cross&#10;&#10;Description automatically generated">
            <a:extLst>
              <a:ext uri="{FF2B5EF4-FFF2-40B4-BE49-F238E27FC236}">
                <a16:creationId xmlns:a16="http://schemas.microsoft.com/office/drawing/2014/main" id="{82BD4385-F61C-C4BB-03D4-922BFA0DFDF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26" y="2614819"/>
            <a:ext cx="99038" cy="99038"/>
          </a:xfrm>
          <a:prstGeom prst="rect">
            <a:avLst/>
          </a:prstGeom>
        </p:spPr>
      </p:pic>
      <p:pic>
        <p:nvPicPr>
          <p:cNvPr id="26" name="Picture 25" descr="A red circle with a white x in it&#10;&#10;Description automatically generated">
            <a:extLst>
              <a:ext uri="{FF2B5EF4-FFF2-40B4-BE49-F238E27FC236}">
                <a16:creationId xmlns:a16="http://schemas.microsoft.com/office/drawing/2014/main" id="{366F5AD8-3D0B-26D4-2018-EE9BBFA5F4C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267815" y="3170536"/>
            <a:ext cx="99038" cy="99038"/>
          </a:xfrm>
          <a:prstGeom prst="rect">
            <a:avLst/>
          </a:prstGeom>
        </p:spPr>
      </p:pic>
      <p:pic>
        <p:nvPicPr>
          <p:cNvPr id="27" name="Picture 26" descr="A green circle with a white cross&#10;&#10;Description automatically generated">
            <a:hlinkClick r:id="rId19" action="ppaction://hlinksldjump"/>
            <a:extLst>
              <a:ext uri="{FF2B5EF4-FFF2-40B4-BE49-F238E27FC236}">
                <a16:creationId xmlns:a16="http://schemas.microsoft.com/office/drawing/2014/main" id="{F3EA97C2-6851-4B08-71A8-62EFBFB3255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26" y="3170465"/>
            <a:ext cx="99038" cy="9903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81EDC24-C713-5939-6742-BB809C894612}"/>
              </a:ext>
            </a:extLst>
          </p:cNvPr>
          <p:cNvSpPr txBox="1"/>
          <p:nvPr/>
        </p:nvSpPr>
        <p:spPr>
          <a:xfrm>
            <a:off x="1848394" y="2311206"/>
            <a:ext cx="872813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Accounting type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56DBEF-9250-7024-02A9-DABDE971A9C0}"/>
              </a:ext>
            </a:extLst>
          </p:cNvPr>
          <p:cNvSpPr txBox="1"/>
          <p:nvPr/>
        </p:nvSpPr>
        <p:spPr>
          <a:xfrm>
            <a:off x="1848393" y="2580529"/>
            <a:ext cx="872813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Accounting type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9E05CD-C334-FAE4-44C6-78529F136809}"/>
              </a:ext>
            </a:extLst>
          </p:cNvPr>
          <p:cNvSpPr txBox="1"/>
          <p:nvPr/>
        </p:nvSpPr>
        <p:spPr>
          <a:xfrm>
            <a:off x="3236917" y="2321209"/>
            <a:ext cx="872813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Financial Lease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4B447E-871B-321F-A90D-33D9760946B4}"/>
              </a:ext>
            </a:extLst>
          </p:cNvPr>
          <p:cNvSpPr txBox="1"/>
          <p:nvPr/>
        </p:nvSpPr>
        <p:spPr>
          <a:xfrm>
            <a:off x="3168897" y="2586257"/>
            <a:ext cx="872813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Operational Lease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EF1C17-B96F-675F-0242-4C3DBC3FEA88}"/>
              </a:ext>
            </a:extLst>
          </p:cNvPr>
          <p:cNvSpPr txBox="1"/>
          <p:nvPr/>
        </p:nvSpPr>
        <p:spPr>
          <a:xfrm>
            <a:off x="4877278" y="2301283"/>
            <a:ext cx="674437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192500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1932BC-5ED7-DCF1-9FE1-8F68EFB9E6EA}"/>
              </a:ext>
            </a:extLst>
          </p:cNvPr>
          <p:cNvSpPr txBox="1"/>
          <p:nvPr/>
        </p:nvSpPr>
        <p:spPr>
          <a:xfrm>
            <a:off x="4877279" y="2586055"/>
            <a:ext cx="674436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192600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44936D-DE0C-1E3C-5768-EEBB34D746C8}"/>
              </a:ext>
            </a:extLst>
          </p:cNvPr>
          <p:cNvSpPr txBox="1"/>
          <p:nvPr/>
        </p:nvSpPr>
        <p:spPr>
          <a:xfrm>
            <a:off x="6958387" y="2311205"/>
            <a:ext cx="674437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Or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1C1F84-FEB4-754E-5B5D-1782C550CE79}"/>
              </a:ext>
            </a:extLst>
          </p:cNvPr>
          <p:cNvSpPr txBox="1"/>
          <p:nvPr/>
        </p:nvSpPr>
        <p:spPr>
          <a:xfrm>
            <a:off x="6967193" y="2580529"/>
            <a:ext cx="674437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Or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D6DB9A-BC57-0F95-4D24-61EAE15B78C4}"/>
              </a:ext>
            </a:extLst>
          </p:cNvPr>
          <p:cNvSpPr txBox="1"/>
          <p:nvPr/>
        </p:nvSpPr>
        <p:spPr>
          <a:xfrm>
            <a:off x="1848393" y="2849852"/>
            <a:ext cx="872813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Accounting type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237D15-1579-7FB0-003B-2D44E5B96926}"/>
              </a:ext>
            </a:extLst>
          </p:cNvPr>
          <p:cNvSpPr txBox="1"/>
          <p:nvPr/>
        </p:nvSpPr>
        <p:spPr>
          <a:xfrm>
            <a:off x="3343444" y="2863753"/>
            <a:ext cx="872813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Private Lease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9C058E-6C17-698D-F338-C75D58242A5B}"/>
              </a:ext>
            </a:extLst>
          </p:cNvPr>
          <p:cNvSpPr txBox="1"/>
          <p:nvPr/>
        </p:nvSpPr>
        <p:spPr>
          <a:xfrm>
            <a:off x="4882567" y="2849852"/>
            <a:ext cx="674436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192700</a:t>
            </a:r>
          </a:p>
        </p:txBody>
      </p:sp>
    </p:spTree>
    <p:extLst>
      <p:ext uri="{BB962C8B-B14F-4D97-AF65-F5344CB8AC3E}">
        <p14:creationId xmlns:p14="http://schemas.microsoft.com/office/powerpoint/2010/main" val="271556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5" y="-13254"/>
            <a:ext cx="9144000" cy="4612587"/>
          </a:xfrm>
          <a:prstGeom prst="rect">
            <a:avLst/>
          </a:prstGeom>
        </p:spPr>
      </p:pic>
      <p:pic>
        <p:nvPicPr>
          <p:cNvPr id="52" name="Picture 51">
            <a:hlinkClick r:id="rId3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sp>
        <p:nvSpPr>
          <p:cNvPr id="43" name="TextBox 42">
            <a:hlinkClick r:id="rId7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06809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14" name="TextBox 13">
            <a:hlinkClick r:id="rId8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sp>
        <p:nvSpPr>
          <p:cNvPr id="19" name="TextBox 18">
            <a:hlinkClick r:id="rId9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sp>
        <p:nvSpPr>
          <p:cNvPr id="12" name="TextBox 11">
            <a:hlinkClick r:id="rId7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10254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5" name="TextBox 4">
            <a:hlinkClick r:id="rId10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40" name="Picture 39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D05B03DD-FF9F-99C6-AD72-954454A7881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0300" y="632910"/>
            <a:ext cx="6755568" cy="122855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7099F37-CA45-6F69-E734-3221478B14EB}"/>
              </a:ext>
            </a:extLst>
          </p:cNvPr>
          <p:cNvSpPr txBox="1"/>
          <p:nvPr/>
        </p:nvSpPr>
        <p:spPr>
          <a:xfrm>
            <a:off x="1173699" y="740285"/>
            <a:ext cx="626201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018394-D967-F727-7E2D-4F41FB46D3B0}"/>
              </a:ext>
            </a:extLst>
          </p:cNvPr>
          <p:cNvSpPr txBox="1"/>
          <p:nvPr/>
        </p:nvSpPr>
        <p:spPr>
          <a:xfrm>
            <a:off x="4366126" y="737359"/>
            <a:ext cx="626201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Name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3ADB5C-10AD-192C-255F-D4DB34E290B3}"/>
              </a:ext>
            </a:extLst>
          </p:cNvPr>
          <p:cNvSpPr txBox="1"/>
          <p:nvPr/>
        </p:nvSpPr>
        <p:spPr>
          <a:xfrm>
            <a:off x="1154466" y="1117514"/>
            <a:ext cx="69392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Description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FB76F4-0EA4-0A92-F0C2-FADED31966C3}"/>
              </a:ext>
            </a:extLst>
          </p:cNvPr>
          <p:cNvSpPr txBox="1"/>
          <p:nvPr/>
        </p:nvSpPr>
        <p:spPr>
          <a:xfrm>
            <a:off x="2101544" y="740285"/>
            <a:ext cx="778601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Amount type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C42C33-FE43-367B-8592-1F91BF147084}"/>
              </a:ext>
            </a:extLst>
          </p:cNvPr>
          <p:cNvSpPr txBox="1"/>
          <p:nvPr/>
        </p:nvSpPr>
        <p:spPr>
          <a:xfrm>
            <a:off x="5457955" y="732863"/>
            <a:ext cx="85212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Debit account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BA840E-BA13-ACED-C993-9A403C36F828}"/>
              </a:ext>
            </a:extLst>
          </p:cNvPr>
          <p:cNvSpPr txBox="1"/>
          <p:nvPr/>
        </p:nvSpPr>
        <p:spPr>
          <a:xfrm>
            <a:off x="6385800" y="737160"/>
            <a:ext cx="85212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Credit account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D02CE94-0B42-8CB2-893F-FD68A34A7366}"/>
              </a:ext>
            </a:extLst>
          </p:cNvPr>
          <p:cNvSpPr/>
          <p:nvPr/>
        </p:nvSpPr>
        <p:spPr>
          <a:xfrm>
            <a:off x="782167" y="1357505"/>
            <a:ext cx="5925610" cy="28553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F2C91EA-51D1-2422-ADBC-A32913AF4B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0178" y="1329158"/>
            <a:ext cx="6354062" cy="314369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AAB8E42-ED9D-F63E-7379-8D9DE50F26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54240" y="704075"/>
            <a:ext cx="146432" cy="120284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8C4D629-5872-297B-DD09-80753D291551}"/>
              </a:ext>
            </a:extLst>
          </p:cNvPr>
          <p:cNvSpPr txBox="1"/>
          <p:nvPr/>
        </p:nvSpPr>
        <p:spPr>
          <a:xfrm>
            <a:off x="2098965" y="300278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/ Formula  490– Settlement invoice total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18BB59-03A1-1E3F-1DF7-6E8598F55923}"/>
              </a:ext>
            </a:extLst>
          </p:cNvPr>
          <p:cNvSpPr txBox="1"/>
          <p:nvPr/>
        </p:nvSpPr>
        <p:spPr>
          <a:xfrm>
            <a:off x="1328844" y="881576"/>
            <a:ext cx="6354062" cy="2085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490                             Total – Amount                                                         Settlement invoice total                                                                       -                                                 -                                                            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74E7D4F-F9E8-2700-B549-7CACF2257FF5}"/>
              </a:ext>
            </a:extLst>
          </p:cNvPr>
          <p:cNvSpPr txBox="1"/>
          <p:nvPr/>
        </p:nvSpPr>
        <p:spPr>
          <a:xfrm>
            <a:off x="1211053" y="1324574"/>
            <a:ext cx="6242666" cy="2085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The invoice total from the customer invoice connected to the settlement calculation                                                 -                                                             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7EDA7C2-B0B8-BEA2-759A-92D257E9D7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8342" y="2026469"/>
            <a:ext cx="6755567" cy="133762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51C1E5-B3CE-8EC2-6E8F-3833D525ECBF}"/>
              </a:ext>
            </a:extLst>
          </p:cNvPr>
          <p:cNvCxnSpPr/>
          <p:nvPr/>
        </p:nvCxnSpPr>
        <p:spPr>
          <a:xfrm>
            <a:off x="916625" y="1913711"/>
            <a:ext cx="6921168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Picture 20" descr="A red circle with a white x in it&#10;&#10;Description automatically generated">
            <a:extLst>
              <a:ext uri="{FF2B5EF4-FFF2-40B4-BE49-F238E27FC236}">
                <a16:creationId xmlns:a16="http://schemas.microsoft.com/office/drawing/2014/main" id="{AB101D7A-ED0F-7252-F004-9B1D8D843C4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267815" y="3149730"/>
            <a:ext cx="99038" cy="99038"/>
          </a:xfrm>
          <a:prstGeom prst="rect">
            <a:avLst/>
          </a:prstGeom>
        </p:spPr>
      </p:pic>
      <p:pic>
        <p:nvPicPr>
          <p:cNvPr id="22" name="Picture 21" descr="A green circle with a white cross&#10;&#10;Description automatically generated">
            <a:extLst>
              <a:ext uri="{FF2B5EF4-FFF2-40B4-BE49-F238E27FC236}">
                <a16:creationId xmlns:a16="http://schemas.microsoft.com/office/drawing/2014/main" id="{2FBB86E1-C6B5-B5B9-9456-CDC132534DA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26" y="3149659"/>
            <a:ext cx="99038" cy="99038"/>
          </a:xfrm>
          <a:prstGeom prst="rect">
            <a:avLst/>
          </a:prstGeom>
        </p:spPr>
      </p:pic>
      <p:pic>
        <p:nvPicPr>
          <p:cNvPr id="25" name="Picture 24" descr="A screenshot of a computer&#10;&#10;Description automatically generated">
            <a:extLst>
              <a:ext uri="{FF2B5EF4-FFF2-40B4-BE49-F238E27FC236}">
                <a16:creationId xmlns:a16="http://schemas.microsoft.com/office/drawing/2014/main" id="{970CBDE9-E2AD-4406-B2C2-06F617141BC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8342" y="2036760"/>
            <a:ext cx="6755567" cy="1332004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21469EE-7B60-57D9-32DA-A383254C9F7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7509" y="2052498"/>
            <a:ext cx="6755297" cy="1610012"/>
          </a:xfrm>
          <a:prstGeom prst="rect">
            <a:avLst/>
          </a:prstGeom>
        </p:spPr>
      </p:pic>
      <p:pic>
        <p:nvPicPr>
          <p:cNvPr id="26" name="Picture 25" descr="A red circle with a white x in it&#10;&#10;Description automatically generated">
            <a:hlinkClick r:id="rId19" action="ppaction://hlinksldjump"/>
            <a:extLst>
              <a:ext uri="{FF2B5EF4-FFF2-40B4-BE49-F238E27FC236}">
                <a16:creationId xmlns:a16="http://schemas.microsoft.com/office/drawing/2014/main" id="{366F5AD8-3D0B-26D4-2018-EE9BBFA5F4C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267815" y="3170536"/>
            <a:ext cx="99038" cy="99038"/>
          </a:xfrm>
          <a:prstGeom prst="rect">
            <a:avLst/>
          </a:prstGeom>
        </p:spPr>
      </p:pic>
      <p:pic>
        <p:nvPicPr>
          <p:cNvPr id="27" name="Picture 26" descr="A green circle with a white cross&#10;&#10;Description automatically generated">
            <a:hlinkClick r:id="rId20" action="ppaction://hlinksldjump"/>
            <a:extLst>
              <a:ext uri="{FF2B5EF4-FFF2-40B4-BE49-F238E27FC236}">
                <a16:creationId xmlns:a16="http://schemas.microsoft.com/office/drawing/2014/main" id="{F3EA97C2-6851-4B08-71A8-62EFBFB3255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26" y="3170465"/>
            <a:ext cx="99038" cy="99038"/>
          </a:xfrm>
          <a:prstGeom prst="rect">
            <a:avLst/>
          </a:prstGeom>
        </p:spPr>
      </p:pic>
      <p:pic>
        <p:nvPicPr>
          <p:cNvPr id="8" name="Picture 7" descr="A red circle with a white x in it&#10;&#10;Description automatically generated">
            <a:extLst>
              <a:ext uri="{FF2B5EF4-FFF2-40B4-BE49-F238E27FC236}">
                <a16:creationId xmlns:a16="http://schemas.microsoft.com/office/drawing/2014/main" id="{E047A46D-B550-797B-DBF0-55B83612576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279236" y="2367063"/>
            <a:ext cx="99038" cy="99038"/>
          </a:xfrm>
          <a:prstGeom prst="rect">
            <a:avLst/>
          </a:prstGeom>
        </p:spPr>
      </p:pic>
      <p:pic>
        <p:nvPicPr>
          <p:cNvPr id="9" name="Picture 8" descr="A green circle with a white cross&#10;&#10;Description automatically generated">
            <a:extLst>
              <a:ext uri="{FF2B5EF4-FFF2-40B4-BE49-F238E27FC236}">
                <a16:creationId xmlns:a16="http://schemas.microsoft.com/office/drawing/2014/main" id="{78635569-4235-41F5-17D4-8A2900F330F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" y="2366992"/>
            <a:ext cx="99038" cy="99038"/>
          </a:xfrm>
          <a:prstGeom prst="rect">
            <a:avLst/>
          </a:prstGeom>
        </p:spPr>
      </p:pic>
      <p:pic>
        <p:nvPicPr>
          <p:cNvPr id="18" name="Picture 17" descr="A red circle with a white x in it&#10;&#10;Description automatically generated">
            <a:extLst>
              <a:ext uri="{FF2B5EF4-FFF2-40B4-BE49-F238E27FC236}">
                <a16:creationId xmlns:a16="http://schemas.microsoft.com/office/drawing/2014/main" id="{5F6F1731-0B2F-26CF-1C8A-37C63C83978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271622" y="2901903"/>
            <a:ext cx="99038" cy="99038"/>
          </a:xfrm>
          <a:prstGeom prst="rect">
            <a:avLst/>
          </a:prstGeom>
        </p:spPr>
      </p:pic>
      <p:pic>
        <p:nvPicPr>
          <p:cNvPr id="20" name="Picture 19" descr="A green circle with a white cross&#10;&#10;Description automatically generated">
            <a:extLst>
              <a:ext uri="{FF2B5EF4-FFF2-40B4-BE49-F238E27FC236}">
                <a16:creationId xmlns:a16="http://schemas.microsoft.com/office/drawing/2014/main" id="{CB4B4B29-2E5F-8081-9FD5-4D4E419FF06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33" y="2901832"/>
            <a:ext cx="99038" cy="99038"/>
          </a:xfrm>
          <a:prstGeom prst="rect">
            <a:avLst/>
          </a:prstGeom>
        </p:spPr>
      </p:pic>
      <p:pic>
        <p:nvPicPr>
          <p:cNvPr id="16" name="Picture 15" descr="A red circle with a white x in it&#10;&#10;Description automatically generated">
            <a:extLst>
              <a:ext uri="{FF2B5EF4-FFF2-40B4-BE49-F238E27FC236}">
                <a16:creationId xmlns:a16="http://schemas.microsoft.com/office/drawing/2014/main" id="{61C9AB49-CC97-F7B3-422D-284CCF3C072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267815" y="2614890"/>
            <a:ext cx="99038" cy="99038"/>
          </a:xfrm>
          <a:prstGeom prst="rect">
            <a:avLst/>
          </a:prstGeom>
        </p:spPr>
      </p:pic>
      <p:pic>
        <p:nvPicPr>
          <p:cNvPr id="17" name="Picture 16" descr="A green circle with a white cross&#10;&#10;Description automatically generated">
            <a:extLst>
              <a:ext uri="{FF2B5EF4-FFF2-40B4-BE49-F238E27FC236}">
                <a16:creationId xmlns:a16="http://schemas.microsoft.com/office/drawing/2014/main" id="{82BD4385-F61C-C4BB-03D4-922BFA0DFD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26" y="2614819"/>
            <a:ext cx="99038" cy="99038"/>
          </a:xfrm>
          <a:prstGeom prst="rect">
            <a:avLst/>
          </a:prstGeom>
        </p:spPr>
      </p:pic>
      <p:pic>
        <p:nvPicPr>
          <p:cNvPr id="10" name="Picture 9" descr="A red circle with a white x in it&#10;&#10;Description automatically generated">
            <a:hlinkClick r:id="rId19" action="ppaction://hlinksldjump"/>
            <a:extLst>
              <a:ext uri="{FF2B5EF4-FFF2-40B4-BE49-F238E27FC236}">
                <a16:creationId xmlns:a16="http://schemas.microsoft.com/office/drawing/2014/main" id="{822704B4-15A8-7762-6620-237C0D53594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267815" y="3460207"/>
            <a:ext cx="99038" cy="99038"/>
          </a:xfrm>
          <a:prstGeom prst="rect">
            <a:avLst/>
          </a:prstGeom>
        </p:spPr>
      </p:pic>
      <p:pic>
        <p:nvPicPr>
          <p:cNvPr id="11" name="Picture 10" descr="A green circle with a white cross&#10;&#10;Description automatically generated">
            <a:extLst>
              <a:ext uri="{FF2B5EF4-FFF2-40B4-BE49-F238E27FC236}">
                <a16:creationId xmlns:a16="http://schemas.microsoft.com/office/drawing/2014/main" id="{29F6AE9B-CAED-BDF5-50EF-515A5A088AE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26" y="3460136"/>
            <a:ext cx="99038" cy="990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867CAD-86CD-B991-4618-425129A6BE27}"/>
              </a:ext>
            </a:extLst>
          </p:cNvPr>
          <p:cNvSpPr txBox="1"/>
          <p:nvPr/>
        </p:nvSpPr>
        <p:spPr>
          <a:xfrm>
            <a:off x="1848394" y="2324268"/>
            <a:ext cx="872813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Accounting type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8697C5-9A52-6029-F09D-C4D562C27288}"/>
              </a:ext>
            </a:extLst>
          </p:cNvPr>
          <p:cNvSpPr txBox="1"/>
          <p:nvPr/>
        </p:nvSpPr>
        <p:spPr>
          <a:xfrm>
            <a:off x="1848393" y="2593591"/>
            <a:ext cx="872813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Accounting type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796499-B62E-3F6B-3BB1-A85D977A479A}"/>
              </a:ext>
            </a:extLst>
          </p:cNvPr>
          <p:cNvSpPr txBox="1"/>
          <p:nvPr/>
        </p:nvSpPr>
        <p:spPr>
          <a:xfrm>
            <a:off x="3236917" y="2334271"/>
            <a:ext cx="872813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Financial Lease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DE24D5-04AF-E193-52BC-86ED65EA1A64}"/>
              </a:ext>
            </a:extLst>
          </p:cNvPr>
          <p:cNvSpPr txBox="1"/>
          <p:nvPr/>
        </p:nvSpPr>
        <p:spPr>
          <a:xfrm>
            <a:off x="3168897" y="2599319"/>
            <a:ext cx="872813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Operational Lease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7171D4-4262-5825-FC6B-D264845D4480}"/>
              </a:ext>
            </a:extLst>
          </p:cNvPr>
          <p:cNvSpPr txBox="1"/>
          <p:nvPr/>
        </p:nvSpPr>
        <p:spPr>
          <a:xfrm>
            <a:off x="4877278" y="2314345"/>
            <a:ext cx="674437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192500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00AA1F-901D-A31B-0CCD-7F511DF14DF4}"/>
              </a:ext>
            </a:extLst>
          </p:cNvPr>
          <p:cNvSpPr txBox="1"/>
          <p:nvPr/>
        </p:nvSpPr>
        <p:spPr>
          <a:xfrm>
            <a:off x="4877279" y="2599117"/>
            <a:ext cx="674436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192600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C092D6-8E57-F3CD-DC0A-90D83F26BD9B}"/>
              </a:ext>
            </a:extLst>
          </p:cNvPr>
          <p:cNvSpPr txBox="1"/>
          <p:nvPr/>
        </p:nvSpPr>
        <p:spPr>
          <a:xfrm>
            <a:off x="6958387" y="2324267"/>
            <a:ext cx="674437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04D056-6D27-0EDB-93CF-CE4C98E55A08}"/>
              </a:ext>
            </a:extLst>
          </p:cNvPr>
          <p:cNvSpPr txBox="1"/>
          <p:nvPr/>
        </p:nvSpPr>
        <p:spPr>
          <a:xfrm>
            <a:off x="6967193" y="2593591"/>
            <a:ext cx="674437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Or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1BFAB7-A46F-5FF1-F8E3-11E81765A98F}"/>
              </a:ext>
            </a:extLst>
          </p:cNvPr>
          <p:cNvSpPr txBox="1"/>
          <p:nvPr/>
        </p:nvSpPr>
        <p:spPr>
          <a:xfrm>
            <a:off x="1848393" y="2862914"/>
            <a:ext cx="872813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Accounting type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F32BFF-8D11-1267-A470-3C7016F1B605}"/>
              </a:ext>
            </a:extLst>
          </p:cNvPr>
          <p:cNvSpPr txBox="1"/>
          <p:nvPr/>
        </p:nvSpPr>
        <p:spPr>
          <a:xfrm>
            <a:off x="3343444" y="2876815"/>
            <a:ext cx="872813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Private Lease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A39602-78DC-9D6F-77FB-9243C573073A}"/>
              </a:ext>
            </a:extLst>
          </p:cNvPr>
          <p:cNvSpPr txBox="1"/>
          <p:nvPr/>
        </p:nvSpPr>
        <p:spPr>
          <a:xfrm>
            <a:off x="4882567" y="2862914"/>
            <a:ext cx="674436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192700</a:t>
            </a:r>
          </a:p>
        </p:txBody>
      </p:sp>
    </p:spTree>
    <p:extLst>
      <p:ext uri="{BB962C8B-B14F-4D97-AF65-F5344CB8AC3E}">
        <p14:creationId xmlns:p14="http://schemas.microsoft.com/office/powerpoint/2010/main" val="18510022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5" y="-13254"/>
            <a:ext cx="9144000" cy="4612587"/>
          </a:xfrm>
          <a:prstGeom prst="rect">
            <a:avLst/>
          </a:prstGeom>
        </p:spPr>
      </p:pic>
      <p:pic>
        <p:nvPicPr>
          <p:cNvPr id="52" name="Picture 51">
            <a:hlinkClick r:id="rId3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sp>
        <p:nvSpPr>
          <p:cNvPr id="43" name="TextBox 42">
            <a:hlinkClick r:id="rId7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06809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14" name="TextBox 13">
            <a:hlinkClick r:id="rId8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sp>
        <p:nvSpPr>
          <p:cNvPr id="19" name="TextBox 18">
            <a:hlinkClick r:id="rId9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sp>
        <p:nvSpPr>
          <p:cNvPr id="12" name="TextBox 11">
            <a:hlinkClick r:id="rId7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10254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5" name="TextBox 4">
            <a:hlinkClick r:id="rId10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40" name="Picture 39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D05B03DD-FF9F-99C6-AD72-954454A7881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0300" y="632910"/>
            <a:ext cx="6755568" cy="122855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7099F37-CA45-6F69-E734-3221478B14EB}"/>
              </a:ext>
            </a:extLst>
          </p:cNvPr>
          <p:cNvSpPr txBox="1"/>
          <p:nvPr/>
        </p:nvSpPr>
        <p:spPr>
          <a:xfrm>
            <a:off x="1173699" y="740285"/>
            <a:ext cx="626201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018394-D967-F727-7E2D-4F41FB46D3B0}"/>
              </a:ext>
            </a:extLst>
          </p:cNvPr>
          <p:cNvSpPr txBox="1"/>
          <p:nvPr/>
        </p:nvSpPr>
        <p:spPr>
          <a:xfrm>
            <a:off x="4366126" y="737359"/>
            <a:ext cx="626201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Name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3ADB5C-10AD-192C-255F-D4DB34E290B3}"/>
              </a:ext>
            </a:extLst>
          </p:cNvPr>
          <p:cNvSpPr txBox="1"/>
          <p:nvPr/>
        </p:nvSpPr>
        <p:spPr>
          <a:xfrm>
            <a:off x="1154466" y="1117514"/>
            <a:ext cx="69392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Description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FB76F4-0EA4-0A92-F0C2-FADED31966C3}"/>
              </a:ext>
            </a:extLst>
          </p:cNvPr>
          <p:cNvSpPr txBox="1"/>
          <p:nvPr/>
        </p:nvSpPr>
        <p:spPr>
          <a:xfrm>
            <a:off x="2101544" y="740285"/>
            <a:ext cx="778601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Amount type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C42C33-FE43-367B-8592-1F91BF147084}"/>
              </a:ext>
            </a:extLst>
          </p:cNvPr>
          <p:cNvSpPr txBox="1"/>
          <p:nvPr/>
        </p:nvSpPr>
        <p:spPr>
          <a:xfrm>
            <a:off x="5457955" y="732863"/>
            <a:ext cx="85212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Debit account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BA840E-BA13-ACED-C993-9A403C36F828}"/>
              </a:ext>
            </a:extLst>
          </p:cNvPr>
          <p:cNvSpPr txBox="1"/>
          <p:nvPr/>
        </p:nvSpPr>
        <p:spPr>
          <a:xfrm>
            <a:off x="6385800" y="737160"/>
            <a:ext cx="85212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Credit account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D02CE94-0B42-8CB2-893F-FD68A34A7366}"/>
              </a:ext>
            </a:extLst>
          </p:cNvPr>
          <p:cNvSpPr/>
          <p:nvPr/>
        </p:nvSpPr>
        <p:spPr>
          <a:xfrm>
            <a:off x="782167" y="1357505"/>
            <a:ext cx="5925610" cy="28553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F2C91EA-51D1-2422-ADBC-A32913AF4B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0178" y="1329158"/>
            <a:ext cx="6354062" cy="314369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AAB8E42-ED9D-F63E-7379-8D9DE50F26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54240" y="704075"/>
            <a:ext cx="146432" cy="120284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8C4D629-5872-297B-DD09-80753D291551}"/>
              </a:ext>
            </a:extLst>
          </p:cNvPr>
          <p:cNvSpPr txBox="1"/>
          <p:nvPr/>
        </p:nvSpPr>
        <p:spPr>
          <a:xfrm>
            <a:off x="2098965" y="300278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/ Formula  490– Settlement invoice total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18BB59-03A1-1E3F-1DF7-6E8598F55923}"/>
              </a:ext>
            </a:extLst>
          </p:cNvPr>
          <p:cNvSpPr txBox="1"/>
          <p:nvPr/>
        </p:nvSpPr>
        <p:spPr>
          <a:xfrm>
            <a:off x="1328844" y="881576"/>
            <a:ext cx="6354062" cy="2085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490                             Total – Amount                                                         Settlement invoice total                                                                       -                                                 -                                                            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74E7D4F-F9E8-2700-B549-7CACF2257FF5}"/>
              </a:ext>
            </a:extLst>
          </p:cNvPr>
          <p:cNvSpPr txBox="1"/>
          <p:nvPr/>
        </p:nvSpPr>
        <p:spPr>
          <a:xfrm>
            <a:off x="1211053" y="1324574"/>
            <a:ext cx="6242666" cy="2085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The invoice total from the customer invoice connected to the settlement calculation                                                 -                                                             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7EDA7C2-B0B8-BEA2-759A-92D257E9D7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8342" y="2026469"/>
            <a:ext cx="6755567" cy="133762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51C1E5-B3CE-8EC2-6E8F-3833D525ECBF}"/>
              </a:ext>
            </a:extLst>
          </p:cNvPr>
          <p:cNvCxnSpPr/>
          <p:nvPr/>
        </p:nvCxnSpPr>
        <p:spPr>
          <a:xfrm>
            <a:off x="916625" y="1913711"/>
            <a:ext cx="6921168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Picture 20" descr="A red circle with a white x in it&#10;&#10;Description automatically generated">
            <a:extLst>
              <a:ext uri="{FF2B5EF4-FFF2-40B4-BE49-F238E27FC236}">
                <a16:creationId xmlns:a16="http://schemas.microsoft.com/office/drawing/2014/main" id="{AB101D7A-ED0F-7252-F004-9B1D8D843C4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267815" y="3149730"/>
            <a:ext cx="99038" cy="99038"/>
          </a:xfrm>
          <a:prstGeom prst="rect">
            <a:avLst/>
          </a:prstGeom>
        </p:spPr>
      </p:pic>
      <p:pic>
        <p:nvPicPr>
          <p:cNvPr id="22" name="Picture 21" descr="A green circle with a white cross&#10;&#10;Description automatically generated">
            <a:extLst>
              <a:ext uri="{FF2B5EF4-FFF2-40B4-BE49-F238E27FC236}">
                <a16:creationId xmlns:a16="http://schemas.microsoft.com/office/drawing/2014/main" id="{2FBB86E1-C6B5-B5B9-9456-CDC132534DA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26" y="3149659"/>
            <a:ext cx="99038" cy="99038"/>
          </a:xfrm>
          <a:prstGeom prst="rect">
            <a:avLst/>
          </a:prstGeom>
        </p:spPr>
      </p:pic>
      <p:pic>
        <p:nvPicPr>
          <p:cNvPr id="25" name="Picture 24" descr="A screenshot of a computer&#10;&#10;Description automatically generated">
            <a:extLst>
              <a:ext uri="{FF2B5EF4-FFF2-40B4-BE49-F238E27FC236}">
                <a16:creationId xmlns:a16="http://schemas.microsoft.com/office/drawing/2014/main" id="{970CBDE9-E2AD-4406-B2C2-06F617141BC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8342" y="2036760"/>
            <a:ext cx="6755567" cy="1332004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21469EE-7B60-57D9-32DA-A383254C9F7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7509" y="2052498"/>
            <a:ext cx="6755297" cy="1610012"/>
          </a:xfrm>
          <a:prstGeom prst="rect">
            <a:avLst/>
          </a:prstGeom>
        </p:spPr>
      </p:pic>
      <p:pic>
        <p:nvPicPr>
          <p:cNvPr id="26" name="Picture 25" descr="A red circle with a white x in it&#10;&#10;Description automatically generated">
            <a:hlinkClick r:id="rId19" action="ppaction://hlinksldjump"/>
            <a:extLst>
              <a:ext uri="{FF2B5EF4-FFF2-40B4-BE49-F238E27FC236}">
                <a16:creationId xmlns:a16="http://schemas.microsoft.com/office/drawing/2014/main" id="{366F5AD8-3D0B-26D4-2018-EE9BBFA5F4C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267815" y="3170536"/>
            <a:ext cx="99038" cy="99038"/>
          </a:xfrm>
          <a:prstGeom prst="rect">
            <a:avLst/>
          </a:prstGeom>
        </p:spPr>
      </p:pic>
      <p:pic>
        <p:nvPicPr>
          <p:cNvPr id="27" name="Picture 26" descr="A green circle with a white cross&#10;&#10;Description automatically generated">
            <a:extLst>
              <a:ext uri="{FF2B5EF4-FFF2-40B4-BE49-F238E27FC236}">
                <a16:creationId xmlns:a16="http://schemas.microsoft.com/office/drawing/2014/main" id="{F3EA97C2-6851-4B08-71A8-62EFBFB3255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26" y="3170465"/>
            <a:ext cx="99038" cy="99038"/>
          </a:xfrm>
          <a:prstGeom prst="rect">
            <a:avLst/>
          </a:prstGeom>
        </p:spPr>
      </p:pic>
      <p:pic>
        <p:nvPicPr>
          <p:cNvPr id="8" name="Picture 7" descr="A red circle with a white x in it&#10;&#10;Description automatically generated">
            <a:extLst>
              <a:ext uri="{FF2B5EF4-FFF2-40B4-BE49-F238E27FC236}">
                <a16:creationId xmlns:a16="http://schemas.microsoft.com/office/drawing/2014/main" id="{E047A46D-B550-797B-DBF0-55B83612576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279236" y="2367063"/>
            <a:ext cx="99038" cy="99038"/>
          </a:xfrm>
          <a:prstGeom prst="rect">
            <a:avLst/>
          </a:prstGeom>
        </p:spPr>
      </p:pic>
      <p:pic>
        <p:nvPicPr>
          <p:cNvPr id="9" name="Picture 8" descr="A green circle with a white cross&#10;&#10;Description automatically generated">
            <a:extLst>
              <a:ext uri="{FF2B5EF4-FFF2-40B4-BE49-F238E27FC236}">
                <a16:creationId xmlns:a16="http://schemas.microsoft.com/office/drawing/2014/main" id="{78635569-4235-41F5-17D4-8A2900F330F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" y="2366992"/>
            <a:ext cx="99038" cy="99038"/>
          </a:xfrm>
          <a:prstGeom prst="rect">
            <a:avLst/>
          </a:prstGeom>
        </p:spPr>
      </p:pic>
      <p:pic>
        <p:nvPicPr>
          <p:cNvPr id="18" name="Picture 17" descr="A red circle with a white x in it&#10;&#10;Description automatically generated">
            <a:extLst>
              <a:ext uri="{FF2B5EF4-FFF2-40B4-BE49-F238E27FC236}">
                <a16:creationId xmlns:a16="http://schemas.microsoft.com/office/drawing/2014/main" id="{5F6F1731-0B2F-26CF-1C8A-37C63C83978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271622" y="2901903"/>
            <a:ext cx="99038" cy="99038"/>
          </a:xfrm>
          <a:prstGeom prst="rect">
            <a:avLst/>
          </a:prstGeom>
        </p:spPr>
      </p:pic>
      <p:pic>
        <p:nvPicPr>
          <p:cNvPr id="20" name="Picture 19" descr="A green circle with a white cross&#10;&#10;Description automatically generated">
            <a:extLst>
              <a:ext uri="{FF2B5EF4-FFF2-40B4-BE49-F238E27FC236}">
                <a16:creationId xmlns:a16="http://schemas.microsoft.com/office/drawing/2014/main" id="{CB4B4B29-2E5F-8081-9FD5-4D4E419FF06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33" y="2901832"/>
            <a:ext cx="99038" cy="99038"/>
          </a:xfrm>
          <a:prstGeom prst="rect">
            <a:avLst/>
          </a:prstGeom>
        </p:spPr>
      </p:pic>
      <p:pic>
        <p:nvPicPr>
          <p:cNvPr id="16" name="Picture 15" descr="A red circle with a white x in it&#10;&#10;Description automatically generated">
            <a:extLst>
              <a:ext uri="{FF2B5EF4-FFF2-40B4-BE49-F238E27FC236}">
                <a16:creationId xmlns:a16="http://schemas.microsoft.com/office/drawing/2014/main" id="{61C9AB49-CC97-F7B3-422D-284CCF3C072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267815" y="2614890"/>
            <a:ext cx="99038" cy="99038"/>
          </a:xfrm>
          <a:prstGeom prst="rect">
            <a:avLst/>
          </a:prstGeom>
        </p:spPr>
      </p:pic>
      <p:pic>
        <p:nvPicPr>
          <p:cNvPr id="17" name="Picture 16" descr="A green circle with a white cross&#10;&#10;Description automatically generated">
            <a:extLst>
              <a:ext uri="{FF2B5EF4-FFF2-40B4-BE49-F238E27FC236}">
                <a16:creationId xmlns:a16="http://schemas.microsoft.com/office/drawing/2014/main" id="{82BD4385-F61C-C4BB-03D4-922BFA0DFD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26" y="2614819"/>
            <a:ext cx="99038" cy="99038"/>
          </a:xfrm>
          <a:prstGeom prst="rect">
            <a:avLst/>
          </a:prstGeom>
        </p:spPr>
      </p:pic>
      <p:pic>
        <p:nvPicPr>
          <p:cNvPr id="10" name="Picture 9" descr="A red circle with a white x in it&#10;&#10;Description automatically generated">
            <a:hlinkClick r:id="rId19" action="ppaction://hlinksldjump"/>
            <a:extLst>
              <a:ext uri="{FF2B5EF4-FFF2-40B4-BE49-F238E27FC236}">
                <a16:creationId xmlns:a16="http://schemas.microsoft.com/office/drawing/2014/main" id="{822704B4-15A8-7762-6620-237C0D53594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267815" y="3460207"/>
            <a:ext cx="99038" cy="99038"/>
          </a:xfrm>
          <a:prstGeom prst="rect">
            <a:avLst/>
          </a:prstGeom>
        </p:spPr>
      </p:pic>
      <p:pic>
        <p:nvPicPr>
          <p:cNvPr id="11" name="Picture 10" descr="A green circle with a white cross&#10;&#10;Description automatically generated">
            <a:extLst>
              <a:ext uri="{FF2B5EF4-FFF2-40B4-BE49-F238E27FC236}">
                <a16:creationId xmlns:a16="http://schemas.microsoft.com/office/drawing/2014/main" id="{29F6AE9B-CAED-BDF5-50EF-515A5A088AE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26" y="3460136"/>
            <a:ext cx="99038" cy="990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867CAD-86CD-B991-4618-425129A6BE27}"/>
              </a:ext>
            </a:extLst>
          </p:cNvPr>
          <p:cNvSpPr txBox="1"/>
          <p:nvPr/>
        </p:nvSpPr>
        <p:spPr>
          <a:xfrm>
            <a:off x="1848394" y="2324268"/>
            <a:ext cx="872813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Accounting type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8697C5-9A52-6029-F09D-C4D562C27288}"/>
              </a:ext>
            </a:extLst>
          </p:cNvPr>
          <p:cNvSpPr txBox="1"/>
          <p:nvPr/>
        </p:nvSpPr>
        <p:spPr>
          <a:xfrm>
            <a:off x="1848393" y="2593591"/>
            <a:ext cx="872813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Accounting type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796499-B62E-3F6B-3BB1-A85D977A479A}"/>
              </a:ext>
            </a:extLst>
          </p:cNvPr>
          <p:cNvSpPr txBox="1"/>
          <p:nvPr/>
        </p:nvSpPr>
        <p:spPr>
          <a:xfrm>
            <a:off x="3236917" y="2334271"/>
            <a:ext cx="872813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Financial Lease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DE24D5-04AF-E193-52BC-86ED65EA1A64}"/>
              </a:ext>
            </a:extLst>
          </p:cNvPr>
          <p:cNvSpPr txBox="1"/>
          <p:nvPr/>
        </p:nvSpPr>
        <p:spPr>
          <a:xfrm>
            <a:off x="3168897" y="2599319"/>
            <a:ext cx="872813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Operational Lease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7171D4-4262-5825-FC6B-D264845D4480}"/>
              </a:ext>
            </a:extLst>
          </p:cNvPr>
          <p:cNvSpPr txBox="1"/>
          <p:nvPr/>
        </p:nvSpPr>
        <p:spPr>
          <a:xfrm>
            <a:off x="4877278" y="2314345"/>
            <a:ext cx="674437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192500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00AA1F-901D-A31B-0CCD-7F511DF14DF4}"/>
              </a:ext>
            </a:extLst>
          </p:cNvPr>
          <p:cNvSpPr txBox="1"/>
          <p:nvPr/>
        </p:nvSpPr>
        <p:spPr>
          <a:xfrm>
            <a:off x="4877279" y="2599117"/>
            <a:ext cx="674436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192600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C092D6-8E57-F3CD-DC0A-90D83F26BD9B}"/>
              </a:ext>
            </a:extLst>
          </p:cNvPr>
          <p:cNvSpPr txBox="1"/>
          <p:nvPr/>
        </p:nvSpPr>
        <p:spPr>
          <a:xfrm>
            <a:off x="6958387" y="2324267"/>
            <a:ext cx="674437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04D056-6D27-0EDB-93CF-CE4C98E55A08}"/>
              </a:ext>
            </a:extLst>
          </p:cNvPr>
          <p:cNvSpPr txBox="1"/>
          <p:nvPr/>
        </p:nvSpPr>
        <p:spPr>
          <a:xfrm>
            <a:off x="6967193" y="2593591"/>
            <a:ext cx="674437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Or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1BFAB7-A46F-5FF1-F8E3-11E81765A98F}"/>
              </a:ext>
            </a:extLst>
          </p:cNvPr>
          <p:cNvSpPr txBox="1"/>
          <p:nvPr/>
        </p:nvSpPr>
        <p:spPr>
          <a:xfrm>
            <a:off x="1848393" y="2862914"/>
            <a:ext cx="872813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Accounting type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F32BFF-8D11-1267-A470-3C7016F1B605}"/>
              </a:ext>
            </a:extLst>
          </p:cNvPr>
          <p:cNvSpPr txBox="1"/>
          <p:nvPr/>
        </p:nvSpPr>
        <p:spPr>
          <a:xfrm>
            <a:off x="3343444" y="2876815"/>
            <a:ext cx="872813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Private Lease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A39602-78DC-9D6F-77FB-9243C573073A}"/>
              </a:ext>
            </a:extLst>
          </p:cNvPr>
          <p:cNvSpPr txBox="1"/>
          <p:nvPr/>
        </p:nvSpPr>
        <p:spPr>
          <a:xfrm>
            <a:off x="4892040" y="3149659"/>
            <a:ext cx="674436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193000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BFFCFE-F0AC-A319-9F9F-B62A0E390AD8}"/>
              </a:ext>
            </a:extLst>
          </p:cNvPr>
          <p:cNvSpPr txBox="1"/>
          <p:nvPr/>
        </p:nvSpPr>
        <p:spPr>
          <a:xfrm>
            <a:off x="6905595" y="2876814"/>
            <a:ext cx="674437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And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3D7570-4FE8-1F1E-1423-513645FC7AE5}"/>
              </a:ext>
            </a:extLst>
          </p:cNvPr>
          <p:cNvSpPr txBox="1"/>
          <p:nvPr/>
        </p:nvSpPr>
        <p:spPr>
          <a:xfrm>
            <a:off x="1758033" y="3149658"/>
            <a:ext cx="1017807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Termination reason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B5BB0A-5EA4-F9EE-2669-A2FA772248D0}"/>
              </a:ext>
            </a:extLst>
          </p:cNvPr>
          <p:cNvSpPr txBox="1"/>
          <p:nvPr/>
        </p:nvSpPr>
        <p:spPr>
          <a:xfrm>
            <a:off x="3717642" y="3139011"/>
            <a:ext cx="872813" cy="164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dirty="0"/>
              <a:t>911</a:t>
            </a:r>
          </a:p>
        </p:txBody>
      </p:sp>
    </p:spTree>
    <p:extLst>
      <p:ext uri="{BB962C8B-B14F-4D97-AF65-F5344CB8AC3E}">
        <p14:creationId xmlns:p14="http://schemas.microsoft.com/office/powerpoint/2010/main" val="42587823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445"/>
            <a:ext cx="9144000" cy="46125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" y="492418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3459225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4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12" y="579153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9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06809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0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51524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hlinkClick r:id="rId11" action="ppaction://hlinksldjump"/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06133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14" name="TextBox 13">
            <a:hlinkClick r:id="rId12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09143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44065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3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9297" y="1872099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788" y="2219195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9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10254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218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8721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44282" y="345416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44282" y="3766018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6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2145" y="2531585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528" y="3789644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312" y="3467597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954" y="2880941"/>
            <a:ext cx="137807" cy="13780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246170" y="3156782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931" y="3182433"/>
            <a:ext cx="137806" cy="1378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97FE83-2092-B968-E262-366DD10C4DC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32680" y="937004"/>
            <a:ext cx="7511778" cy="9145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5CEC61-2923-4F71-FB35-33CE753975B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54400" y="583353"/>
            <a:ext cx="413494" cy="2140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2A9C9AF-7DC3-45B3-32A0-2302794D057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60797" y="1224270"/>
            <a:ext cx="161263" cy="1194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A2B218-08AD-2D09-7FB3-830D4F895D9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67893" y="1423604"/>
            <a:ext cx="161263" cy="1194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633102-7461-1FD7-5D06-1712DA81861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67892" y="1662458"/>
            <a:ext cx="161263" cy="119454"/>
          </a:xfrm>
          <a:prstGeom prst="rect">
            <a:avLst/>
          </a:prstGeom>
        </p:spPr>
      </p:pic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53ADEE-809B-230E-FA28-57BE3A987CF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48670" y="1204855"/>
            <a:ext cx="119454" cy="119454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0BBB82D-0D06-A960-A68B-D7E4E3D1051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48669" y="1413565"/>
            <a:ext cx="119454" cy="119454"/>
          </a:xfrm>
          <a:prstGeom prst="rect">
            <a:avLst/>
          </a:prstGeom>
        </p:spPr>
      </p:pic>
      <p:pic>
        <p:nvPicPr>
          <p:cNvPr id="21" name="Picture 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7DA5ABE-A647-20AF-625E-E7EFF11E81D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47187" y="1669881"/>
            <a:ext cx="119454" cy="11945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441C55E2-7A0D-778E-0AC2-74E8BFC16BA1}"/>
              </a:ext>
            </a:extLst>
          </p:cNvPr>
          <p:cNvSpPr/>
          <p:nvPr/>
        </p:nvSpPr>
        <p:spPr>
          <a:xfrm>
            <a:off x="0" y="-16549"/>
            <a:ext cx="9144000" cy="51435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Picture 31" descr="A screenshot of a computer&#10;&#10;Description automatically generated">
            <a:extLst>
              <a:ext uri="{FF2B5EF4-FFF2-40B4-BE49-F238E27FC236}">
                <a16:creationId xmlns:a16="http://schemas.microsoft.com/office/drawing/2014/main" id="{EA539CA2-F3B5-0DAA-5E39-AE3C3777F1A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182802" y="875232"/>
            <a:ext cx="2778396" cy="2120731"/>
          </a:xfrm>
          <a:prstGeom prst="rect">
            <a:avLst/>
          </a:prstGeom>
        </p:spPr>
      </p:pic>
      <p:pic>
        <p:nvPicPr>
          <p:cNvPr id="33" name="Picture 32" descr="A grey x on a white background&#10;&#10;Description automatically generated">
            <a:hlinkClick r:id="rId27" action="ppaction://hlinksldjump"/>
            <a:extLst>
              <a:ext uri="{FF2B5EF4-FFF2-40B4-BE49-F238E27FC236}">
                <a16:creationId xmlns:a16="http://schemas.microsoft.com/office/drawing/2014/main" id="{74144903-426C-FCAE-86F5-ECD7307AA25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99908" y="986942"/>
            <a:ext cx="56041" cy="5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630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445"/>
            <a:ext cx="9144000" cy="46125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" y="492418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2218260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4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12" y="579153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9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06809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0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51524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06133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14" name="TextBox 13">
            <a:hlinkClick r:id="rId11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09143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44065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2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297" y="1872099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788" y="2219195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15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10254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218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8721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hlinkClick r:id="rId16" action="ppaction://hlinksldjump"/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44282" y="345416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hlinkClick r:id="rId17" action="ppaction://hlinksldjump"/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44282" y="3766018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8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2145" y="2531585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528" y="3789644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312" y="3467597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954" y="2880941"/>
            <a:ext cx="137807" cy="13780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246170" y="3156782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931" y="3182433"/>
            <a:ext cx="137806" cy="137806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12511895-59C4-52D7-2DFD-C710F4DEEF7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03314" y="921925"/>
            <a:ext cx="7524206" cy="2747846"/>
          </a:xfrm>
          <a:prstGeom prst="rect">
            <a:avLst/>
          </a:prstGeom>
        </p:spPr>
      </p:pic>
      <p:pic>
        <p:nvPicPr>
          <p:cNvPr id="13" name="Picture 12">
            <a:hlinkClick r:id="rId25" action="ppaction://hlinksldjump"/>
            <a:extLst>
              <a:ext uri="{FF2B5EF4-FFF2-40B4-BE49-F238E27FC236}">
                <a16:creationId xmlns:a16="http://schemas.microsoft.com/office/drawing/2014/main" id="{BA419E56-6829-B7D8-65B1-0606A0114BB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97734" y="1261450"/>
            <a:ext cx="161263" cy="119454"/>
          </a:xfrm>
          <a:prstGeom prst="rect">
            <a:avLst/>
          </a:prstGeom>
        </p:spPr>
      </p:pic>
      <p:pic>
        <p:nvPicPr>
          <p:cNvPr id="15" name="Picture 14">
            <a:hlinkClick r:id="rId27" action="ppaction://hlinksldjump"/>
            <a:extLst>
              <a:ext uri="{FF2B5EF4-FFF2-40B4-BE49-F238E27FC236}">
                <a16:creationId xmlns:a16="http://schemas.microsoft.com/office/drawing/2014/main" id="{2B99BCA9-DC28-4255-8619-EBFB11DC6DB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453911" y="1271663"/>
            <a:ext cx="106234" cy="11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026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65"/>
            <a:ext cx="9144000" cy="46125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" y="492418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1865572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4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12" y="579153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9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06809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0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4" y="1851524"/>
            <a:ext cx="870341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 data</a:t>
            </a:r>
          </a:p>
        </p:txBody>
      </p:sp>
      <p:sp>
        <p:nvSpPr>
          <p:cNvPr id="53" name="TextBox 52">
            <a:hlinkClick r:id="rId11" action="ppaction://hlinksldjump"/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06133"/>
            <a:ext cx="711697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Executions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14" name="TextBox 13">
            <a:hlinkClick r:id="rId12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09143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Integration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44065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3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9297" y="1872099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788" y="2219195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16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hlinkClick r:id="rId17" action="ppaction://hlinksldjump"/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10254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/ </a:t>
            </a:r>
          </a:p>
        </p:txBody>
      </p:sp>
      <p:sp>
        <p:nvSpPr>
          <p:cNvPr id="34" name="TextBox 33">
            <a:hlinkClick r:id="rId18" action="ppaction://hlinksldjump"/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218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Settings</a:t>
            </a:r>
          </a:p>
        </p:txBody>
      </p:sp>
      <p:sp>
        <p:nvSpPr>
          <p:cNvPr id="5" name="TextBox 4">
            <a:hlinkClick r:id="rId19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2145" y="2531585"/>
            <a:ext cx="132449" cy="1324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0A1E64-4173-455F-1C45-D01504175B77}"/>
              </a:ext>
            </a:extLst>
          </p:cNvPr>
          <p:cNvSpPr txBox="1"/>
          <p:nvPr/>
        </p:nvSpPr>
        <p:spPr>
          <a:xfrm>
            <a:off x="2138945" y="306291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Integration GL04 – Export GL transactions</a:t>
            </a:r>
          </a:p>
        </p:txBody>
      </p:sp>
      <p:pic>
        <p:nvPicPr>
          <p:cNvPr id="9" name="Picture 8" descr="A close up of a white background&#10;&#10;Description automatically generated">
            <a:extLst>
              <a:ext uri="{FF2B5EF4-FFF2-40B4-BE49-F238E27FC236}">
                <a16:creationId xmlns:a16="http://schemas.microsoft.com/office/drawing/2014/main" id="{6A7C440A-F552-AE0C-0999-27A96CF13EC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93446" y="747307"/>
            <a:ext cx="7175788" cy="10456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0AEC3D0-1AF0-6B66-EB14-7809C7F2F27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74108" y="786741"/>
            <a:ext cx="146432" cy="12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384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445"/>
            <a:ext cx="9144000" cy="46125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" y="492418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2218265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4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12" y="579153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9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06809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0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4" y="1851524"/>
            <a:ext cx="823911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 data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06133"/>
            <a:ext cx="711697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Executions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14" name="TextBox 13">
            <a:hlinkClick r:id="rId11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09143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Integration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44065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2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297" y="1872099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788" y="2219195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15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hlinkClick r:id="rId16" action="ppaction://hlinksldjump"/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10254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/ </a:t>
            </a:r>
          </a:p>
        </p:txBody>
      </p:sp>
      <p:sp>
        <p:nvSpPr>
          <p:cNvPr id="34" name="TextBox 33">
            <a:hlinkClick r:id="rId17" action="ppaction://hlinksldjump"/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218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Settings</a:t>
            </a:r>
          </a:p>
        </p:txBody>
      </p:sp>
      <p:sp>
        <p:nvSpPr>
          <p:cNvPr id="5" name="TextBox 4">
            <a:hlinkClick r:id="rId18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2145" y="2531585"/>
            <a:ext cx="132449" cy="1324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0A1E64-4173-455F-1C45-D01504175B77}"/>
              </a:ext>
            </a:extLst>
          </p:cNvPr>
          <p:cNvSpPr txBox="1"/>
          <p:nvPr/>
        </p:nvSpPr>
        <p:spPr>
          <a:xfrm>
            <a:off x="2138945" y="306291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Integration GL04 – Export GL transactions</a:t>
            </a: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A354759C-A198-F548-31E2-F08E3BA3E93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82490" y="820357"/>
            <a:ext cx="7285404" cy="28911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6148C7-2A27-9D93-6A10-23135A0AAB1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54400" y="583353"/>
            <a:ext cx="413494" cy="21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3490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445"/>
            <a:ext cx="9144000" cy="46125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" y="492418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2531767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4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12" y="579153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9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06809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0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4" y="1851524"/>
            <a:ext cx="823911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 data</a:t>
            </a:r>
          </a:p>
        </p:txBody>
      </p:sp>
      <p:sp>
        <p:nvSpPr>
          <p:cNvPr id="53" name="TextBox 52">
            <a:hlinkClick r:id="rId11" action="ppaction://hlinksldjump"/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06133"/>
            <a:ext cx="711697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Executions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14" name="TextBox 13">
            <a:hlinkClick r:id="rId12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09143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Integration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44065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3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9297" y="1872099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788" y="2219195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16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hlinkClick r:id="rId17" action="ppaction://hlinksldjump"/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10254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/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218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Settings</a:t>
            </a:r>
          </a:p>
        </p:txBody>
      </p:sp>
      <p:sp>
        <p:nvSpPr>
          <p:cNvPr id="5" name="TextBox 4">
            <a:hlinkClick r:id="rId18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2145" y="2531585"/>
            <a:ext cx="132449" cy="1324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0A1E64-4173-455F-1C45-D01504175B77}"/>
              </a:ext>
            </a:extLst>
          </p:cNvPr>
          <p:cNvSpPr txBox="1"/>
          <p:nvPr/>
        </p:nvSpPr>
        <p:spPr>
          <a:xfrm>
            <a:off x="2138945" y="306291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Integration GL04 – Export GL transactions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AF4E3170-8353-892B-1A4F-7AE92BC652B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800367" y="937525"/>
            <a:ext cx="6379442" cy="2537215"/>
          </a:xfrm>
          <a:prstGeom prst="rect">
            <a:avLst/>
          </a:prstGeom>
        </p:spPr>
      </p:pic>
      <p:pic>
        <p:nvPicPr>
          <p:cNvPr id="13" name="Picture 12" descr="A purple and white text on a black background&#10;&#10;Description automatically generated">
            <a:extLst>
              <a:ext uri="{FF2B5EF4-FFF2-40B4-BE49-F238E27FC236}">
                <a16:creationId xmlns:a16="http://schemas.microsoft.com/office/drawing/2014/main" id="{2D350C73-CE43-745D-0D1B-EC73D944FA9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87449" y="1212083"/>
            <a:ext cx="204990" cy="204990"/>
          </a:xfrm>
          <a:prstGeom prst="rect">
            <a:avLst/>
          </a:prstGeom>
        </p:spPr>
      </p:pic>
      <p:pic>
        <p:nvPicPr>
          <p:cNvPr id="15" name="Picture 14" descr="A purple and white text on a black background&#10;&#10;Description automatically generated">
            <a:extLst>
              <a:ext uri="{FF2B5EF4-FFF2-40B4-BE49-F238E27FC236}">
                <a16:creationId xmlns:a16="http://schemas.microsoft.com/office/drawing/2014/main" id="{5B4618E3-90F3-0B18-37CC-6339B8A167C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89740" y="1454360"/>
            <a:ext cx="204990" cy="204990"/>
          </a:xfrm>
          <a:prstGeom prst="rect">
            <a:avLst/>
          </a:prstGeom>
        </p:spPr>
      </p:pic>
      <p:pic>
        <p:nvPicPr>
          <p:cNvPr id="16" name="Picture 15" descr="A purple and white text on a black background&#10;&#10;Description automatically generated">
            <a:extLst>
              <a:ext uri="{FF2B5EF4-FFF2-40B4-BE49-F238E27FC236}">
                <a16:creationId xmlns:a16="http://schemas.microsoft.com/office/drawing/2014/main" id="{12EE876F-598D-C685-C6CC-67955C2C5BB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93980" y="1685100"/>
            <a:ext cx="204990" cy="204990"/>
          </a:xfrm>
          <a:prstGeom prst="rect">
            <a:avLst/>
          </a:prstGeom>
        </p:spPr>
      </p:pic>
      <p:pic>
        <p:nvPicPr>
          <p:cNvPr id="17" name="Picture 16" descr="A purple and white text on a black background&#10;&#10;Description automatically generated">
            <a:extLst>
              <a:ext uri="{FF2B5EF4-FFF2-40B4-BE49-F238E27FC236}">
                <a16:creationId xmlns:a16="http://schemas.microsoft.com/office/drawing/2014/main" id="{D60A986F-FB25-18B0-02DE-57AC0B5170D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93980" y="1890090"/>
            <a:ext cx="204990" cy="20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1700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445"/>
            <a:ext cx="9144000" cy="46125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" y="492418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2218260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4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12" y="579153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9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06809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0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51524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06133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14" name="TextBox 13">
            <a:hlinkClick r:id="rId11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09143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44065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2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297" y="1872099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788" y="2219195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9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10254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218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8721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44282" y="345416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44282" y="3766018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5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2145" y="2531585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528" y="3789644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312" y="3467597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954" y="2880941"/>
            <a:ext cx="137807" cy="13780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246170" y="3156782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931" y="3182433"/>
            <a:ext cx="137806" cy="137806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12511895-59C4-52D7-2DFD-C710F4DEEF7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03314" y="921925"/>
            <a:ext cx="7524206" cy="2747846"/>
          </a:xfrm>
          <a:prstGeom prst="rect">
            <a:avLst/>
          </a:prstGeom>
        </p:spPr>
      </p:pic>
      <p:pic>
        <p:nvPicPr>
          <p:cNvPr id="38" name="Picture 37" descr="A screenshot of a computer&#10;&#10;Description automatically generated">
            <a:extLst>
              <a:ext uri="{FF2B5EF4-FFF2-40B4-BE49-F238E27FC236}">
                <a16:creationId xmlns:a16="http://schemas.microsoft.com/office/drawing/2014/main" id="{7B812AFB-54FC-9CD7-1EF0-985B7D7D0BD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72569" y="925071"/>
            <a:ext cx="7542124" cy="2754390"/>
          </a:xfrm>
          <a:prstGeom prst="rect">
            <a:avLst/>
          </a:prstGeom>
        </p:spPr>
      </p:pic>
      <p:pic>
        <p:nvPicPr>
          <p:cNvPr id="13" name="Picture 12">
            <a:hlinkClick r:id="rId23" action="ppaction://hlinksldjump"/>
            <a:extLst>
              <a:ext uri="{FF2B5EF4-FFF2-40B4-BE49-F238E27FC236}">
                <a16:creationId xmlns:a16="http://schemas.microsoft.com/office/drawing/2014/main" id="{BA419E56-6829-B7D8-65B1-0606A0114BB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97734" y="1261450"/>
            <a:ext cx="161263" cy="119454"/>
          </a:xfrm>
          <a:prstGeom prst="rect">
            <a:avLst/>
          </a:prstGeom>
        </p:spPr>
      </p:pic>
      <p:pic>
        <p:nvPicPr>
          <p:cNvPr id="16" name="Picture 15" descr="A black background with a black square&#10;&#10;Description automatically generated with medium confidence">
            <a:hlinkClick r:id="rId25" action="ppaction://hlinksldjump"/>
            <a:extLst>
              <a:ext uri="{FF2B5EF4-FFF2-40B4-BE49-F238E27FC236}">
                <a16:creationId xmlns:a16="http://schemas.microsoft.com/office/drawing/2014/main" id="{8C378CFB-E45C-0E07-23FE-B0004437F87C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685" y="1550239"/>
            <a:ext cx="156993" cy="156993"/>
          </a:xfrm>
          <a:prstGeom prst="rect">
            <a:avLst/>
          </a:prstGeom>
        </p:spPr>
      </p:pic>
      <p:pic>
        <p:nvPicPr>
          <p:cNvPr id="18" name="Picture 17" descr="A black background with a black square&#10;&#10;Description automatically generated with medium confidence">
            <a:hlinkClick r:id="rId25" action="ppaction://hlinksldjump"/>
            <a:extLst>
              <a:ext uri="{FF2B5EF4-FFF2-40B4-BE49-F238E27FC236}">
                <a16:creationId xmlns:a16="http://schemas.microsoft.com/office/drawing/2014/main" id="{B173381F-C178-A093-9879-148E06A0F9C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45047" y="1554113"/>
            <a:ext cx="156993" cy="156993"/>
          </a:xfrm>
          <a:prstGeom prst="rect">
            <a:avLst/>
          </a:prstGeom>
        </p:spPr>
      </p:pic>
      <p:pic>
        <p:nvPicPr>
          <p:cNvPr id="21" name="Picture 20" descr="A black background with a black square&#10;&#10;Description automatically generated with medium confidence">
            <a:hlinkClick r:id="rId25" action="ppaction://hlinksldjump"/>
            <a:extLst>
              <a:ext uri="{FF2B5EF4-FFF2-40B4-BE49-F238E27FC236}">
                <a16:creationId xmlns:a16="http://schemas.microsoft.com/office/drawing/2014/main" id="{0E1D6D6B-9D07-85C3-9377-6EEEBBB6A123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924910" y="1550751"/>
            <a:ext cx="156993" cy="156993"/>
          </a:xfrm>
          <a:prstGeom prst="rect">
            <a:avLst/>
          </a:prstGeom>
        </p:spPr>
      </p:pic>
      <p:pic>
        <p:nvPicPr>
          <p:cNvPr id="32" name="Picture 31" descr="A black background with a black square&#10;&#10;Description automatically generated with medium confidence">
            <a:hlinkClick r:id="rId12" action="ppaction://hlinksldjump"/>
            <a:extLst>
              <a:ext uri="{FF2B5EF4-FFF2-40B4-BE49-F238E27FC236}">
                <a16:creationId xmlns:a16="http://schemas.microsoft.com/office/drawing/2014/main" id="{E17941E8-C3BB-4B74-A64A-1A848CDCCE9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60859" y="1550239"/>
            <a:ext cx="156993" cy="156993"/>
          </a:xfrm>
          <a:prstGeom prst="rect">
            <a:avLst/>
          </a:prstGeom>
        </p:spPr>
      </p:pic>
      <p:pic>
        <p:nvPicPr>
          <p:cNvPr id="33" name="Picture 32">
            <a:hlinkClick r:id="rId28" action="ppaction://hlinksldjump"/>
            <a:extLst>
              <a:ext uri="{FF2B5EF4-FFF2-40B4-BE49-F238E27FC236}">
                <a16:creationId xmlns:a16="http://schemas.microsoft.com/office/drawing/2014/main" id="{1F4F20C2-B4DC-B01E-01A8-21BF58E0E04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392022" y="1247553"/>
            <a:ext cx="155429" cy="14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3845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445"/>
            <a:ext cx="9144000" cy="46125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" y="492418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1865568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4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12" y="579153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9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06809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0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51524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06133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14" name="TextBox 13">
            <a:hlinkClick r:id="rId11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09143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44065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2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297" y="1872099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788" y="2219195"/>
            <a:ext cx="137806" cy="137806"/>
          </a:xfrm>
          <a:prstGeom prst="rect">
            <a:avLst/>
          </a:prstGeom>
        </p:spPr>
      </p:pic>
      <p:pic>
        <p:nvPicPr>
          <p:cNvPr id="10" name="Picture 9" descr="A blue background with black text&#10;&#10;Description automatically generated">
            <a:extLst>
              <a:ext uri="{FF2B5EF4-FFF2-40B4-BE49-F238E27FC236}">
                <a16:creationId xmlns:a16="http://schemas.microsoft.com/office/drawing/2014/main" id="{89AA7B5E-143A-CA34-8209-804A299BEE8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96699" y="850847"/>
            <a:ext cx="1890546" cy="758296"/>
          </a:xfrm>
          <a:prstGeom prst="rect">
            <a:avLst/>
          </a:prstGeom>
        </p:spPr>
      </p:pic>
      <p:sp>
        <p:nvSpPr>
          <p:cNvPr id="12" name="TextBox 11">
            <a:hlinkClick r:id="rId16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pic>
        <p:nvPicPr>
          <p:cNvPr id="21" name="Picture 20">
            <a:hlinkClick r:id="rId17" action="ppaction://hlinksldjump"/>
            <a:extLst>
              <a:ext uri="{FF2B5EF4-FFF2-40B4-BE49-F238E27FC236}">
                <a16:creationId xmlns:a16="http://schemas.microsoft.com/office/drawing/2014/main" id="{C987B253-DF7A-0ECC-8538-0ADA1ACF95E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3566" y="577162"/>
            <a:ext cx="533475" cy="20957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10254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218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5" name="TextBox 4">
            <a:hlinkClick r:id="rId19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2145" y="2531585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312" y="3232469"/>
            <a:ext cx="132450" cy="132450"/>
          </a:xfrm>
          <a:prstGeom prst="rect">
            <a:avLst/>
          </a:prstGeom>
        </p:spPr>
      </p:pic>
      <p:pic>
        <p:nvPicPr>
          <p:cNvPr id="31" name="Picture 30" descr="A close-up of a contact us&#10;&#10;Description automatically generated">
            <a:extLst>
              <a:ext uri="{FF2B5EF4-FFF2-40B4-BE49-F238E27FC236}">
                <a16:creationId xmlns:a16="http://schemas.microsoft.com/office/drawing/2014/main" id="{ED0A18B1-B680-106D-FFBE-FD3E9C67C8C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96699" y="1756601"/>
            <a:ext cx="1890546" cy="71383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67D2C89-DB81-565E-B397-87B55AD0A566}"/>
              </a:ext>
            </a:extLst>
          </p:cNvPr>
          <p:cNvSpPr txBox="1"/>
          <p:nvPr/>
        </p:nvSpPr>
        <p:spPr>
          <a:xfrm>
            <a:off x="7007041" y="673186"/>
            <a:ext cx="1054524" cy="1553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800" b="1" dirty="0"/>
              <a:t>Owner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064FCC-DED3-5B0A-9732-2694724874D6}"/>
              </a:ext>
            </a:extLst>
          </p:cNvPr>
          <p:cNvSpPr txBox="1"/>
          <p:nvPr/>
        </p:nvSpPr>
        <p:spPr>
          <a:xfrm>
            <a:off x="7013572" y="1601274"/>
            <a:ext cx="1054524" cy="1553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800" b="1" dirty="0"/>
              <a:t>Responsible</a:t>
            </a:r>
          </a:p>
        </p:txBody>
      </p:sp>
      <p:pic>
        <p:nvPicPr>
          <p:cNvPr id="45" name="Picture 44" descr="A screenshot of a computer&#10;&#10;Description automatically generated">
            <a:extLst>
              <a:ext uri="{FF2B5EF4-FFF2-40B4-BE49-F238E27FC236}">
                <a16:creationId xmlns:a16="http://schemas.microsoft.com/office/drawing/2014/main" id="{A767D313-7965-3CE6-B30C-F7E45CBB814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92454" y="835846"/>
            <a:ext cx="5747190" cy="87652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69FC7EA-6B2D-C827-CAFA-90DCD38E5D0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793512" y="893165"/>
            <a:ext cx="146432" cy="120284"/>
          </a:xfrm>
          <a:prstGeom prst="rect">
            <a:avLst/>
          </a:prstGeom>
        </p:spPr>
      </p:pic>
      <p:pic>
        <p:nvPicPr>
          <p:cNvPr id="15" name="Picture 14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23CA8D7F-F91F-2308-0414-60D6E6B14B6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017096" y="780066"/>
            <a:ext cx="989946" cy="346481"/>
          </a:xfrm>
          <a:prstGeom prst="rect">
            <a:avLst/>
          </a:prstGeom>
        </p:spPr>
      </p:pic>
      <p:sp>
        <p:nvSpPr>
          <p:cNvPr id="16" name="TextBox 15">
            <a:hlinkClick r:id="rId26" action="ppaction://hlinksldjump"/>
            <a:extLst>
              <a:ext uri="{FF2B5EF4-FFF2-40B4-BE49-F238E27FC236}">
                <a16:creationId xmlns:a16="http://schemas.microsoft.com/office/drawing/2014/main" id="{78276AE0-DE89-D7C3-A142-EF0A734F46FF}"/>
              </a:ext>
            </a:extLst>
          </p:cNvPr>
          <p:cNvSpPr txBox="1"/>
          <p:nvPr/>
        </p:nvSpPr>
        <p:spPr>
          <a:xfrm>
            <a:off x="6008784" y="791620"/>
            <a:ext cx="1463040" cy="21532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End of month</a:t>
            </a:r>
          </a:p>
        </p:txBody>
      </p:sp>
      <p:sp>
        <p:nvSpPr>
          <p:cNvPr id="18" name="TextBox 17">
            <a:hlinkClick r:id="rId27" action="ppaction://hlinksldjump"/>
            <a:extLst>
              <a:ext uri="{FF2B5EF4-FFF2-40B4-BE49-F238E27FC236}">
                <a16:creationId xmlns:a16="http://schemas.microsoft.com/office/drawing/2014/main" id="{95107B98-1AB7-53F1-3FA8-72EF43379D45}"/>
              </a:ext>
            </a:extLst>
          </p:cNvPr>
          <p:cNvSpPr txBox="1"/>
          <p:nvPr/>
        </p:nvSpPr>
        <p:spPr>
          <a:xfrm>
            <a:off x="6017096" y="956705"/>
            <a:ext cx="1463040" cy="21532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Close period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E2D86F-1B64-A628-EAEE-00D6215E8F1C}"/>
              </a:ext>
            </a:extLst>
          </p:cNvPr>
          <p:cNvSpPr txBox="1"/>
          <p:nvPr/>
        </p:nvSpPr>
        <p:spPr>
          <a:xfrm>
            <a:off x="259904" y="28721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0F2BDD-A4DB-B1FA-A860-A8FBE9D4592D}"/>
              </a:ext>
            </a:extLst>
          </p:cNvPr>
          <p:cNvSpPr txBox="1"/>
          <p:nvPr/>
        </p:nvSpPr>
        <p:spPr>
          <a:xfrm>
            <a:off x="244282" y="345416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34C91A-6538-A82A-1CE9-C39822FC79B9}"/>
              </a:ext>
            </a:extLst>
          </p:cNvPr>
          <p:cNvSpPr txBox="1"/>
          <p:nvPr/>
        </p:nvSpPr>
        <p:spPr>
          <a:xfrm>
            <a:off x="244282" y="3766018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0FA9BF0-26E5-4106-6E72-ADE4965BE515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2528" y="3789644"/>
            <a:ext cx="132449" cy="132449"/>
          </a:xfrm>
          <a:prstGeom prst="rect">
            <a:avLst/>
          </a:prstGeom>
        </p:spPr>
      </p:pic>
      <p:pic>
        <p:nvPicPr>
          <p:cNvPr id="32" name="Picture 3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7CFB1C1-CE52-12EF-0D56-5BDFE954C2E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312" y="3467597"/>
            <a:ext cx="132450" cy="132450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E6E4832-9B16-3F7B-9983-CB6B3E225D7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4954" y="2880941"/>
            <a:ext cx="137807" cy="137807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3D9009E-A138-570D-F060-EC4322C28108}"/>
              </a:ext>
            </a:extLst>
          </p:cNvPr>
          <p:cNvSpPr txBox="1"/>
          <p:nvPr/>
        </p:nvSpPr>
        <p:spPr>
          <a:xfrm>
            <a:off x="246170" y="3156782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38" name="Picture 3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6FE05FB-2E96-BB25-9A4D-78C4CC4E48C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9931" y="3182433"/>
            <a:ext cx="137806" cy="13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6801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445"/>
            <a:ext cx="9144000" cy="46125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" y="492418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1865568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4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12" y="579153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9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06809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0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51524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06133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14" name="TextBox 13">
            <a:hlinkClick r:id="rId11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09143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44065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2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297" y="1872099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788" y="2219195"/>
            <a:ext cx="137806" cy="137806"/>
          </a:xfrm>
          <a:prstGeom prst="rect">
            <a:avLst/>
          </a:prstGeom>
        </p:spPr>
      </p:pic>
      <p:pic>
        <p:nvPicPr>
          <p:cNvPr id="10" name="Picture 9" descr="A blue background with black text&#10;&#10;Description automatically generated">
            <a:extLst>
              <a:ext uri="{FF2B5EF4-FFF2-40B4-BE49-F238E27FC236}">
                <a16:creationId xmlns:a16="http://schemas.microsoft.com/office/drawing/2014/main" id="{89AA7B5E-143A-CA34-8209-804A299BEE8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96699" y="850847"/>
            <a:ext cx="1890546" cy="758296"/>
          </a:xfrm>
          <a:prstGeom prst="rect">
            <a:avLst/>
          </a:prstGeom>
        </p:spPr>
      </p:pic>
      <p:sp>
        <p:nvSpPr>
          <p:cNvPr id="12" name="TextBox 11">
            <a:hlinkClick r:id="rId16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pic>
        <p:nvPicPr>
          <p:cNvPr id="21" name="Picture 20">
            <a:hlinkClick r:id="rId17" action="ppaction://hlinksldjump"/>
            <a:extLst>
              <a:ext uri="{FF2B5EF4-FFF2-40B4-BE49-F238E27FC236}">
                <a16:creationId xmlns:a16="http://schemas.microsoft.com/office/drawing/2014/main" id="{C987B253-DF7A-0ECC-8538-0ADA1ACF95E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3566" y="577162"/>
            <a:ext cx="533475" cy="20957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10254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218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8721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51184" y="3219553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06984" y="3544940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9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2145" y="2531585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528" y="3580640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312" y="3232469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954" y="2880941"/>
            <a:ext cx="137807" cy="137807"/>
          </a:xfrm>
          <a:prstGeom prst="rect">
            <a:avLst/>
          </a:prstGeom>
        </p:spPr>
      </p:pic>
      <p:pic>
        <p:nvPicPr>
          <p:cNvPr id="31" name="Picture 30" descr="A close-up of a contact us&#10;&#10;Description automatically generated">
            <a:extLst>
              <a:ext uri="{FF2B5EF4-FFF2-40B4-BE49-F238E27FC236}">
                <a16:creationId xmlns:a16="http://schemas.microsoft.com/office/drawing/2014/main" id="{ED0A18B1-B680-106D-FFBE-FD3E9C67C8C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96699" y="1756601"/>
            <a:ext cx="1890546" cy="71383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67D2C89-DB81-565E-B397-87B55AD0A566}"/>
              </a:ext>
            </a:extLst>
          </p:cNvPr>
          <p:cNvSpPr txBox="1"/>
          <p:nvPr/>
        </p:nvSpPr>
        <p:spPr>
          <a:xfrm>
            <a:off x="7007041" y="673186"/>
            <a:ext cx="1054524" cy="1553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800" b="1" dirty="0"/>
              <a:t>Owner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064FCC-DED3-5B0A-9732-2694724874D6}"/>
              </a:ext>
            </a:extLst>
          </p:cNvPr>
          <p:cNvSpPr txBox="1"/>
          <p:nvPr/>
        </p:nvSpPr>
        <p:spPr>
          <a:xfrm>
            <a:off x="7013572" y="1601274"/>
            <a:ext cx="1054524" cy="1553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800" b="1" dirty="0"/>
              <a:t>Responsible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195521" y="3903200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158" y="3926132"/>
            <a:ext cx="137806" cy="137806"/>
          </a:xfrm>
          <a:prstGeom prst="rect">
            <a:avLst/>
          </a:prstGeom>
        </p:spPr>
      </p:pic>
      <p:pic>
        <p:nvPicPr>
          <p:cNvPr id="45" name="Picture 44" descr="A screenshot of a computer&#10;&#10;Description automatically generated">
            <a:extLst>
              <a:ext uri="{FF2B5EF4-FFF2-40B4-BE49-F238E27FC236}">
                <a16:creationId xmlns:a16="http://schemas.microsoft.com/office/drawing/2014/main" id="{A767D313-7965-3CE6-B30C-F7E45CBB814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92454" y="835846"/>
            <a:ext cx="5747190" cy="87652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69FC7EA-6B2D-C827-CAFA-90DCD38E5D0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793512" y="893165"/>
            <a:ext cx="146432" cy="12028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74228C8-BB71-04BA-A11D-34C55003295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D1E20D27-23D7-F893-58B8-BD9D75F9A89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883754" y="685918"/>
            <a:ext cx="2995583" cy="3027171"/>
          </a:xfrm>
          <a:prstGeom prst="rect">
            <a:avLst/>
          </a:prstGeom>
        </p:spPr>
      </p:pic>
      <p:pic>
        <p:nvPicPr>
          <p:cNvPr id="30" name="Picture 29" descr="A grey x on a white background&#10;&#10;Description automatically generated">
            <a:hlinkClick r:id="rId4" action="ppaction://hlinksldjump"/>
            <a:extLst>
              <a:ext uri="{FF2B5EF4-FFF2-40B4-BE49-F238E27FC236}">
                <a16:creationId xmlns:a16="http://schemas.microsoft.com/office/drawing/2014/main" id="{88C99D42-41F1-4CF4-870B-8425D615576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665490" y="786926"/>
            <a:ext cx="56041" cy="5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0008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445"/>
            <a:ext cx="9144000" cy="46125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" y="492418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1865568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4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12" y="579153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9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06809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0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51524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06133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14" name="TextBox 13">
            <a:hlinkClick r:id="rId11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09143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44065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2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297" y="1872099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788" y="2219195"/>
            <a:ext cx="137806" cy="137806"/>
          </a:xfrm>
          <a:prstGeom prst="rect">
            <a:avLst/>
          </a:prstGeom>
        </p:spPr>
      </p:pic>
      <p:pic>
        <p:nvPicPr>
          <p:cNvPr id="10" name="Picture 9" descr="A blue background with black text&#10;&#10;Description automatically generated">
            <a:extLst>
              <a:ext uri="{FF2B5EF4-FFF2-40B4-BE49-F238E27FC236}">
                <a16:creationId xmlns:a16="http://schemas.microsoft.com/office/drawing/2014/main" id="{89AA7B5E-143A-CA34-8209-804A299BEE8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96699" y="850847"/>
            <a:ext cx="1890546" cy="758296"/>
          </a:xfrm>
          <a:prstGeom prst="rect">
            <a:avLst/>
          </a:prstGeom>
        </p:spPr>
      </p:pic>
      <p:sp>
        <p:nvSpPr>
          <p:cNvPr id="12" name="TextBox 11">
            <a:hlinkClick r:id="rId16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pic>
        <p:nvPicPr>
          <p:cNvPr id="21" name="Picture 20">
            <a:hlinkClick r:id="rId17" action="ppaction://hlinksldjump"/>
            <a:extLst>
              <a:ext uri="{FF2B5EF4-FFF2-40B4-BE49-F238E27FC236}">
                <a16:creationId xmlns:a16="http://schemas.microsoft.com/office/drawing/2014/main" id="{C987B253-DF7A-0ECC-8538-0ADA1ACF95E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3566" y="577162"/>
            <a:ext cx="533475" cy="20957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10254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218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8721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51184" y="3219553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06984" y="3544940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9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2145" y="2531585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528" y="3580640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312" y="3232469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954" y="2880941"/>
            <a:ext cx="137807" cy="137807"/>
          </a:xfrm>
          <a:prstGeom prst="rect">
            <a:avLst/>
          </a:prstGeom>
        </p:spPr>
      </p:pic>
      <p:pic>
        <p:nvPicPr>
          <p:cNvPr id="31" name="Picture 30" descr="A close-up of a contact us&#10;&#10;Description automatically generated">
            <a:extLst>
              <a:ext uri="{FF2B5EF4-FFF2-40B4-BE49-F238E27FC236}">
                <a16:creationId xmlns:a16="http://schemas.microsoft.com/office/drawing/2014/main" id="{ED0A18B1-B680-106D-FFBE-FD3E9C67C8C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96699" y="1756601"/>
            <a:ext cx="1890546" cy="71383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67D2C89-DB81-565E-B397-87B55AD0A566}"/>
              </a:ext>
            </a:extLst>
          </p:cNvPr>
          <p:cNvSpPr txBox="1"/>
          <p:nvPr/>
        </p:nvSpPr>
        <p:spPr>
          <a:xfrm>
            <a:off x="7007041" y="673186"/>
            <a:ext cx="1054524" cy="1553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800" b="1" dirty="0"/>
              <a:t>Owner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064FCC-DED3-5B0A-9732-2694724874D6}"/>
              </a:ext>
            </a:extLst>
          </p:cNvPr>
          <p:cNvSpPr txBox="1"/>
          <p:nvPr/>
        </p:nvSpPr>
        <p:spPr>
          <a:xfrm>
            <a:off x="7013572" y="1601274"/>
            <a:ext cx="1054524" cy="1553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800" b="1" dirty="0"/>
              <a:t>Responsible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195521" y="3903200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158" y="3926132"/>
            <a:ext cx="137806" cy="137806"/>
          </a:xfrm>
          <a:prstGeom prst="rect">
            <a:avLst/>
          </a:prstGeom>
        </p:spPr>
      </p:pic>
      <p:pic>
        <p:nvPicPr>
          <p:cNvPr id="45" name="Picture 44" descr="A screenshot of a computer&#10;&#10;Description automatically generated">
            <a:extLst>
              <a:ext uri="{FF2B5EF4-FFF2-40B4-BE49-F238E27FC236}">
                <a16:creationId xmlns:a16="http://schemas.microsoft.com/office/drawing/2014/main" id="{A767D313-7965-3CE6-B30C-F7E45CBB814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92454" y="835846"/>
            <a:ext cx="5747190" cy="87652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69FC7EA-6B2D-C827-CAFA-90DCD38E5D0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793512" y="893165"/>
            <a:ext cx="146432" cy="12028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74228C8-BB71-04BA-A11D-34C55003295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AB958BE-2AD6-EEDD-A78C-194BE51FC16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896183" y="672877"/>
            <a:ext cx="2946053" cy="2276967"/>
          </a:xfrm>
          <a:prstGeom prst="rect">
            <a:avLst/>
          </a:prstGeom>
        </p:spPr>
      </p:pic>
      <p:pic>
        <p:nvPicPr>
          <p:cNvPr id="30" name="Picture 29" descr="A grey x on a white background&#10;&#10;Description automatically generated">
            <a:hlinkClick r:id="rId4" action="ppaction://hlinksldjump"/>
            <a:extLst>
              <a:ext uri="{FF2B5EF4-FFF2-40B4-BE49-F238E27FC236}">
                <a16:creationId xmlns:a16="http://schemas.microsoft.com/office/drawing/2014/main" id="{88C99D42-41F1-4CF4-870B-8425D615576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665490" y="786926"/>
            <a:ext cx="56041" cy="5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4674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445"/>
            <a:ext cx="9144000" cy="46125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" y="492418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1865568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4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12" y="579153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9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06809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0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51524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06133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14" name="TextBox 13">
            <a:hlinkClick r:id="rId11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09143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44065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2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297" y="1872099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788" y="2219195"/>
            <a:ext cx="137806" cy="137806"/>
          </a:xfrm>
          <a:prstGeom prst="rect">
            <a:avLst/>
          </a:prstGeom>
        </p:spPr>
      </p:pic>
      <p:pic>
        <p:nvPicPr>
          <p:cNvPr id="10" name="Picture 9" descr="A blue background with black text&#10;&#10;Description automatically generated">
            <a:extLst>
              <a:ext uri="{FF2B5EF4-FFF2-40B4-BE49-F238E27FC236}">
                <a16:creationId xmlns:a16="http://schemas.microsoft.com/office/drawing/2014/main" id="{89AA7B5E-143A-CA34-8209-804A299BEE8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96699" y="850847"/>
            <a:ext cx="1890546" cy="758296"/>
          </a:xfrm>
          <a:prstGeom prst="rect">
            <a:avLst/>
          </a:prstGeom>
        </p:spPr>
      </p:pic>
      <p:sp>
        <p:nvSpPr>
          <p:cNvPr id="12" name="TextBox 11">
            <a:hlinkClick r:id="rId16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pic>
        <p:nvPicPr>
          <p:cNvPr id="21" name="Picture 20">
            <a:hlinkClick r:id="rId17" action="ppaction://hlinksldjump"/>
            <a:extLst>
              <a:ext uri="{FF2B5EF4-FFF2-40B4-BE49-F238E27FC236}">
                <a16:creationId xmlns:a16="http://schemas.microsoft.com/office/drawing/2014/main" id="{C987B253-DF7A-0ECC-8538-0ADA1ACF95E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3566" y="577162"/>
            <a:ext cx="533475" cy="20957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10254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218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8721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51184" y="3219553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06984" y="3544940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9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2145" y="2531585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528" y="3580640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312" y="3232469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954" y="2880941"/>
            <a:ext cx="137807" cy="137807"/>
          </a:xfrm>
          <a:prstGeom prst="rect">
            <a:avLst/>
          </a:prstGeom>
        </p:spPr>
      </p:pic>
      <p:pic>
        <p:nvPicPr>
          <p:cNvPr id="31" name="Picture 30" descr="A close-up of a contact us&#10;&#10;Description automatically generated">
            <a:extLst>
              <a:ext uri="{FF2B5EF4-FFF2-40B4-BE49-F238E27FC236}">
                <a16:creationId xmlns:a16="http://schemas.microsoft.com/office/drawing/2014/main" id="{ED0A18B1-B680-106D-FFBE-FD3E9C67C8C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96699" y="1756601"/>
            <a:ext cx="1890546" cy="71383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67D2C89-DB81-565E-B397-87B55AD0A566}"/>
              </a:ext>
            </a:extLst>
          </p:cNvPr>
          <p:cNvSpPr txBox="1"/>
          <p:nvPr/>
        </p:nvSpPr>
        <p:spPr>
          <a:xfrm>
            <a:off x="7007041" y="673186"/>
            <a:ext cx="1054524" cy="1553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800" b="1" dirty="0"/>
              <a:t>Owner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064FCC-DED3-5B0A-9732-2694724874D6}"/>
              </a:ext>
            </a:extLst>
          </p:cNvPr>
          <p:cNvSpPr txBox="1"/>
          <p:nvPr/>
        </p:nvSpPr>
        <p:spPr>
          <a:xfrm>
            <a:off x="7013572" y="1601274"/>
            <a:ext cx="1054524" cy="1553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800" b="1" dirty="0"/>
              <a:t>Responsible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195521" y="3903200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158" y="3926132"/>
            <a:ext cx="137806" cy="137806"/>
          </a:xfrm>
          <a:prstGeom prst="rect">
            <a:avLst/>
          </a:prstGeom>
        </p:spPr>
      </p:pic>
      <p:pic>
        <p:nvPicPr>
          <p:cNvPr id="45" name="Picture 44" descr="A screenshot of a computer&#10;&#10;Description automatically generated">
            <a:extLst>
              <a:ext uri="{FF2B5EF4-FFF2-40B4-BE49-F238E27FC236}">
                <a16:creationId xmlns:a16="http://schemas.microsoft.com/office/drawing/2014/main" id="{A767D313-7965-3CE6-B30C-F7E45CBB814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92454" y="835846"/>
            <a:ext cx="5747190" cy="87652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69FC7EA-6B2D-C827-CAFA-90DCD38E5D0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793512" y="893165"/>
            <a:ext cx="146432" cy="12028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74228C8-BB71-04BA-A11D-34C55003295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AB958BE-2AD6-EEDD-A78C-194BE51FC16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896183" y="672877"/>
            <a:ext cx="2946053" cy="2276967"/>
          </a:xfrm>
          <a:prstGeom prst="rect">
            <a:avLst/>
          </a:prstGeom>
        </p:spPr>
      </p:pic>
      <p:pic>
        <p:nvPicPr>
          <p:cNvPr id="30" name="Picture 29" descr="A grey x on a white background&#10;&#10;Description automatically generated">
            <a:hlinkClick r:id="rId29" action="ppaction://hlinksldjump"/>
            <a:extLst>
              <a:ext uri="{FF2B5EF4-FFF2-40B4-BE49-F238E27FC236}">
                <a16:creationId xmlns:a16="http://schemas.microsoft.com/office/drawing/2014/main" id="{88C99D42-41F1-4CF4-870B-8425D615576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665490" y="786926"/>
            <a:ext cx="56041" cy="5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9152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445"/>
            <a:ext cx="9144000" cy="46125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" y="492418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1865568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4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12" y="579153"/>
            <a:ext cx="1008243" cy="94033"/>
          </a:xfrm>
          <a:prstGeom prst="rect">
            <a:avLst/>
          </a:prstGeom>
        </p:spPr>
      </p:pic>
      <p:sp>
        <p:nvSpPr>
          <p:cNvPr id="43" name="TextBox 42">
            <a:hlinkClick r:id="rId9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06809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Legal entity / </a:t>
            </a:r>
          </a:p>
        </p:txBody>
      </p:sp>
      <p:sp>
        <p:nvSpPr>
          <p:cNvPr id="51" name="TextBox 50">
            <a:hlinkClick r:id="rId10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51524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Legal entity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06133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Integration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14" name="TextBox 13">
            <a:hlinkClick r:id="rId11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09143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Legal entity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44065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2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297" y="1872099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788" y="2219195"/>
            <a:ext cx="137806" cy="137806"/>
          </a:xfrm>
          <a:prstGeom prst="rect">
            <a:avLst/>
          </a:prstGeom>
        </p:spPr>
      </p:pic>
      <p:pic>
        <p:nvPicPr>
          <p:cNvPr id="10" name="Picture 9" descr="A blue background with black text&#10;&#10;Description automatically generated">
            <a:extLst>
              <a:ext uri="{FF2B5EF4-FFF2-40B4-BE49-F238E27FC236}">
                <a16:creationId xmlns:a16="http://schemas.microsoft.com/office/drawing/2014/main" id="{89AA7B5E-143A-CA34-8209-804A299BEE8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96699" y="850847"/>
            <a:ext cx="1890546" cy="758296"/>
          </a:xfrm>
          <a:prstGeom prst="rect">
            <a:avLst/>
          </a:prstGeom>
        </p:spPr>
      </p:pic>
      <p:sp>
        <p:nvSpPr>
          <p:cNvPr id="12" name="TextBox 11">
            <a:hlinkClick r:id="rId16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pic>
        <p:nvPicPr>
          <p:cNvPr id="21" name="Picture 20">
            <a:hlinkClick r:id="rId17" action="ppaction://hlinksldjump"/>
            <a:extLst>
              <a:ext uri="{FF2B5EF4-FFF2-40B4-BE49-F238E27FC236}">
                <a16:creationId xmlns:a16="http://schemas.microsoft.com/office/drawing/2014/main" id="{C987B253-DF7A-0ECC-8538-0ADA1ACF95E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3566" y="577162"/>
            <a:ext cx="533475" cy="20957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2EF0644-852D-1D49-4DDB-541608E67093}"/>
              </a:ext>
            </a:extLst>
          </p:cNvPr>
          <p:cNvSpPr txBox="1"/>
          <p:nvPr/>
        </p:nvSpPr>
        <p:spPr>
          <a:xfrm>
            <a:off x="782167" y="310254"/>
            <a:ext cx="1890546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1 – Alliance Laundry (Netherland) B.V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3FE25C-8D82-0094-24C5-80A57BE582F5}"/>
              </a:ext>
            </a:extLst>
          </p:cNvPr>
          <p:cNvSpPr txBox="1"/>
          <p:nvPr/>
        </p:nvSpPr>
        <p:spPr>
          <a:xfrm>
            <a:off x="246170" y="25218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AF2030-3E8B-DBA0-F91B-B0F453B0405F}"/>
              </a:ext>
            </a:extLst>
          </p:cNvPr>
          <p:cNvSpPr txBox="1"/>
          <p:nvPr/>
        </p:nvSpPr>
        <p:spPr>
          <a:xfrm>
            <a:off x="259904" y="287217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Pseudo account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9523C8-7813-7C45-8CE1-AA470316C192}"/>
              </a:ext>
            </a:extLst>
          </p:cNvPr>
          <p:cNvSpPr txBox="1"/>
          <p:nvPr/>
        </p:nvSpPr>
        <p:spPr>
          <a:xfrm>
            <a:off x="251184" y="3219553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Formulas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F89879-3CEF-9CF5-564C-66E4DA2939E1}"/>
              </a:ext>
            </a:extLst>
          </p:cNvPr>
          <p:cNvSpPr txBox="1"/>
          <p:nvPr/>
        </p:nvSpPr>
        <p:spPr>
          <a:xfrm>
            <a:off x="206984" y="3544940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5" name="TextBox 4">
            <a:hlinkClick r:id="rId19" action="ppaction://hlinksldjump"/>
            <a:extLst>
              <a:ext uri="{FF2B5EF4-FFF2-40B4-BE49-F238E27FC236}">
                <a16:creationId xmlns:a16="http://schemas.microsoft.com/office/drawing/2014/main" id="{BA123102-433B-0C19-FEBF-A8252E9BC59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2A8E3-4A30-AA35-E2DA-3C881F1D32B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2145" y="2531585"/>
            <a:ext cx="132449" cy="132449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A0D793-3DC3-2457-C0E8-60533859DFB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528" y="3580640"/>
            <a:ext cx="132449" cy="13244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DECEB38-E49F-0948-56BD-7EE14A8E8F7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312" y="3232469"/>
            <a:ext cx="132450" cy="13245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6074B-0CEE-DF92-FC32-BACA8291AAC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954" y="2880941"/>
            <a:ext cx="137807" cy="137807"/>
          </a:xfrm>
          <a:prstGeom prst="rect">
            <a:avLst/>
          </a:prstGeom>
        </p:spPr>
      </p:pic>
      <p:pic>
        <p:nvPicPr>
          <p:cNvPr id="31" name="Picture 30" descr="A close-up of a contact us&#10;&#10;Description automatically generated">
            <a:extLst>
              <a:ext uri="{FF2B5EF4-FFF2-40B4-BE49-F238E27FC236}">
                <a16:creationId xmlns:a16="http://schemas.microsoft.com/office/drawing/2014/main" id="{ED0A18B1-B680-106D-FFBE-FD3E9C67C8C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96699" y="1756601"/>
            <a:ext cx="1890546" cy="71383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67D2C89-DB81-565E-B397-87B55AD0A566}"/>
              </a:ext>
            </a:extLst>
          </p:cNvPr>
          <p:cNvSpPr txBox="1"/>
          <p:nvPr/>
        </p:nvSpPr>
        <p:spPr>
          <a:xfrm>
            <a:off x="7007041" y="673186"/>
            <a:ext cx="1054524" cy="1553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800" b="1" dirty="0"/>
              <a:t>Owner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064FCC-DED3-5B0A-9732-2694724874D6}"/>
              </a:ext>
            </a:extLst>
          </p:cNvPr>
          <p:cNvSpPr txBox="1"/>
          <p:nvPr/>
        </p:nvSpPr>
        <p:spPr>
          <a:xfrm>
            <a:off x="7013572" y="1601274"/>
            <a:ext cx="1054524" cy="1553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800" b="1" dirty="0"/>
              <a:t>Responsible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3459C5-0599-C2C2-9680-9F6C49D4B857}"/>
              </a:ext>
            </a:extLst>
          </p:cNvPr>
          <p:cNvSpPr txBox="1"/>
          <p:nvPr/>
        </p:nvSpPr>
        <p:spPr>
          <a:xfrm>
            <a:off x="195521" y="3903200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parts</a:t>
            </a:r>
          </a:p>
        </p:txBody>
      </p:sp>
      <p:pic>
        <p:nvPicPr>
          <p:cNvPr id="42" name="Picture 4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5E7B5B-D02D-4976-A4F6-336C8CC4CB9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158" y="3926132"/>
            <a:ext cx="137806" cy="137806"/>
          </a:xfrm>
          <a:prstGeom prst="rect">
            <a:avLst/>
          </a:prstGeom>
        </p:spPr>
      </p:pic>
      <p:pic>
        <p:nvPicPr>
          <p:cNvPr id="45" name="Picture 44" descr="A screenshot of a computer&#10;&#10;Description automatically generated">
            <a:extLst>
              <a:ext uri="{FF2B5EF4-FFF2-40B4-BE49-F238E27FC236}">
                <a16:creationId xmlns:a16="http://schemas.microsoft.com/office/drawing/2014/main" id="{A767D313-7965-3CE6-B30C-F7E45CBB814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92454" y="835846"/>
            <a:ext cx="5747190" cy="87652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69FC7EA-6B2D-C827-CAFA-90DCD38E5D0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793512" y="893165"/>
            <a:ext cx="146432" cy="12028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74228C8-BB71-04BA-A11D-34C55003295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D1E20D27-23D7-F893-58B8-BD9D75F9A89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883754" y="685918"/>
            <a:ext cx="2995583" cy="3027171"/>
          </a:xfrm>
          <a:prstGeom prst="rect">
            <a:avLst/>
          </a:prstGeom>
        </p:spPr>
      </p:pic>
      <p:pic>
        <p:nvPicPr>
          <p:cNvPr id="30" name="Picture 29" descr="A grey x on a white background&#10;&#10;Description automatically generated">
            <a:hlinkClick r:id="rId29" action="ppaction://hlinksldjump"/>
            <a:extLst>
              <a:ext uri="{FF2B5EF4-FFF2-40B4-BE49-F238E27FC236}">
                <a16:creationId xmlns:a16="http://schemas.microsoft.com/office/drawing/2014/main" id="{88C99D42-41F1-4CF4-870B-8425D615576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665490" y="786926"/>
            <a:ext cx="56041" cy="5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21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445"/>
            <a:ext cx="9144000" cy="46125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" y="492418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1865568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4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12" y="579153"/>
            <a:ext cx="1008243" cy="9403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06809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Setting 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51524"/>
            <a:ext cx="91468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Class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06133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Amount types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14" name="TextBox 13">
            <a:hlinkClick r:id="rId9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09143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Setting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44065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0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297" y="1872099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788" y="2219195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13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" name="TextBox 1">
            <a:hlinkClick r:id="rId9" action="ppaction://hlinksldjump"/>
            <a:extLst>
              <a:ext uri="{FF2B5EF4-FFF2-40B4-BE49-F238E27FC236}">
                <a16:creationId xmlns:a16="http://schemas.microsoft.com/office/drawing/2014/main" id="{051CF4D1-6F3F-E093-39BA-CF4B120DC0BF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F0FFCE-C309-77C8-801E-76063D9EA4DF}"/>
              </a:ext>
            </a:extLst>
          </p:cNvPr>
          <p:cNvSpPr txBox="1"/>
          <p:nvPr/>
        </p:nvSpPr>
        <p:spPr>
          <a:xfrm>
            <a:off x="303166" y="2559891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Ledgers</a:t>
            </a:r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ED0855C-1031-6A73-3F84-EF81BD6C437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3374" y="2595591"/>
            <a:ext cx="132449" cy="1324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EA8D5D-0B1A-CD38-AFC2-AB67CD85E873}"/>
              </a:ext>
            </a:extLst>
          </p:cNvPr>
          <p:cNvSpPr txBox="1"/>
          <p:nvPr/>
        </p:nvSpPr>
        <p:spPr>
          <a:xfrm>
            <a:off x="303166" y="2901955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Chart of account</a:t>
            </a:r>
          </a:p>
        </p:txBody>
      </p:sp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409C3A4-41C7-9DE4-AFBD-941DA8ADB67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2145" y="2925709"/>
            <a:ext cx="132449" cy="1324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4C6E82-78B2-616C-23FC-D89C729FDA0E}"/>
              </a:ext>
            </a:extLst>
          </p:cNvPr>
          <p:cNvSpPr txBox="1"/>
          <p:nvPr/>
        </p:nvSpPr>
        <p:spPr>
          <a:xfrm>
            <a:off x="311029" y="3255713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Ext. account values</a:t>
            </a:r>
          </a:p>
        </p:txBody>
      </p:sp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580D502-D61B-6838-BA5B-310441698CF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844" y="3261683"/>
            <a:ext cx="137806" cy="13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26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445"/>
            <a:ext cx="9144000" cy="46125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" y="492418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1865568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4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12" y="579153"/>
            <a:ext cx="1008243" cy="9403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06809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Setting 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51524"/>
            <a:ext cx="91468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Transaction List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6" y="2206133"/>
            <a:ext cx="1058465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Total reconciliation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14" name="TextBox 13">
            <a:hlinkClick r:id="rId9" action="ppaction://hlinksldjump"/>
            <a:extLst>
              <a:ext uri="{FF2B5EF4-FFF2-40B4-BE49-F238E27FC236}">
                <a16:creationId xmlns:a16="http://schemas.microsoft.com/office/drawing/2014/main" id="{EB4C6659-55A6-1D8C-EBF4-853F6EEA9425}"/>
              </a:ext>
            </a:extLst>
          </p:cNvPr>
          <p:cNvSpPr txBox="1"/>
          <p:nvPr/>
        </p:nvSpPr>
        <p:spPr>
          <a:xfrm>
            <a:off x="5373667" y="60179"/>
            <a:ext cx="745567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09143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Report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44065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journal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Journal number:         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hlinkClick r:id="rId10" action="ppaction://hlinksldjump"/>
            <a:extLst>
              <a:ext uri="{FF2B5EF4-FFF2-40B4-BE49-F238E27FC236}">
                <a16:creationId xmlns:a16="http://schemas.microsoft.com/office/drawing/2014/main" id="{B38A4334-CF19-06C2-4598-0B2B35CA67D0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64FE-B69C-C53B-C257-51E1B637B4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297" y="1872099"/>
            <a:ext cx="132449" cy="132449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39E333-C6D2-875D-3914-F020CBEA07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788" y="2219195"/>
            <a:ext cx="137806" cy="137806"/>
          </a:xfrm>
          <a:prstGeom prst="rect">
            <a:avLst/>
          </a:prstGeom>
        </p:spPr>
      </p:pic>
      <p:sp>
        <p:nvSpPr>
          <p:cNvPr id="12" name="TextBox 11">
            <a:hlinkClick r:id="rId13" action="ppaction://hlinksldjump"/>
            <a:extLst>
              <a:ext uri="{FF2B5EF4-FFF2-40B4-BE49-F238E27FC236}">
                <a16:creationId xmlns:a16="http://schemas.microsoft.com/office/drawing/2014/main" id="{8D1B4D14-AAAF-73E3-D633-0FC8B71536C6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" name="TextBox 1">
            <a:hlinkClick r:id="rId14" action="ppaction://hlinksldjump"/>
            <a:extLst>
              <a:ext uri="{FF2B5EF4-FFF2-40B4-BE49-F238E27FC236}">
                <a16:creationId xmlns:a16="http://schemas.microsoft.com/office/drawing/2014/main" id="{8269202D-9931-5288-D0FF-0E523E25F052}"/>
              </a:ext>
            </a:extLst>
          </p:cNvPr>
          <p:cNvSpPr txBox="1"/>
          <p:nvPr/>
        </p:nvSpPr>
        <p:spPr>
          <a:xfrm>
            <a:off x="4381546" y="67806"/>
            <a:ext cx="752157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19775546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445"/>
            <a:ext cx="9144000" cy="46125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" y="492418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1865568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4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12" y="579153"/>
            <a:ext cx="1008243" cy="9403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06809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Journal search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1B83963-9619-8686-728B-8B96CC23B8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59" y="1807716"/>
            <a:ext cx="238158" cy="1314633"/>
          </a:xfrm>
          <a:prstGeom prst="rect">
            <a:avLst/>
          </a:prstGeom>
        </p:spPr>
      </p:pic>
      <p:sp>
        <p:nvSpPr>
          <p:cNvPr id="51" name="TextBox 50">
            <a:hlinkClick r:id="rId10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4" y="1851524"/>
            <a:ext cx="869553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Journal - search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19195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Transaction search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D5B6CD9-920D-2F7C-C0B3-60C05CA9FE81}"/>
              </a:ext>
            </a:extLst>
          </p:cNvPr>
          <p:cNvSpPr txBox="1"/>
          <p:nvPr/>
        </p:nvSpPr>
        <p:spPr>
          <a:xfrm>
            <a:off x="273891" y="2561866"/>
            <a:ext cx="1052840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Manual journal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09143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Journal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44065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GLI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GLI number:         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08A192E2-1B50-309E-7746-82455478146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9870" y="786741"/>
            <a:ext cx="6583843" cy="37861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0DF7DF-30F8-A214-CB11-569430805B5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4130" y="1391265"/>
            <a:ext cx="495369" cy="204816"/>
          </a:xfrm>
          <a:prstGeom prst="rect">
            <a:avLst/>
          </a:prstGeom>
        </p:spPr>
      </p:pic>
      <p:pic>
        <p:nvPicPr>
          <p:cNvPr id="17" name="Picture 16">
            <a:hlinkClick r:id="rId13" action="ppaction://hlinksldjump"/>
            <a:extLst>
              <a:ext uri="{FF2B5EF4-FFF2-40B4-BE49-F238E27FC236}">
                <a16:creationId xmlns:a16="http://schemas.microsoft.com/office/drawing/2014/main" id="{CE33244A-3ADF-9A33-38A1-87FAF85B8BC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22968" y="1994742"/>
            <a:ext cx="161263" cy="119454"/>
          </a:xfrm>
          <a:prstGeom prst="rect">
            <a:avLst/>
          </a:prstGeom>
        </p:spPr>
      </p:pic>
      <p:pic>
        <p:nvPicPr>
          <p:cNvPr id="18" name="Picture 17" descr="A black background with a black square&#10;&#10;Description automatically generated with medium confidence">
            <a:hlinkClick r:id="rId15" action="ppaction://hlinksldjump"/>
            <a:extLst>
              <a:ext uri="{FF2B5EF4-FFF2-40B4-BE49-F238E27FC236}">
                <a16:creationId xmlns:a16="http://schemas.microsoft.com/office/drawing/2014/main" id="{E07EAE1C-4778-E65F-09A8-2215DF78410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65975" y="1026675"/>
            <a:ext cx="156993" cy="156993"/>
          </a:xfrm>
          <a:prstGeom prst="rect">
            <a:avLst/>
          </a:prstGeom>
        </p:spPr>
      </p:pic>
      <p:sp>
        <p:nvSpPr>
          <p:cNvPr id="21" name="TextBox 20">
            <a:hlinkClick r:id="rId17" action="ppaction://hlinksldjump"/>
            <a:extLst>
              <a:ext uri="{FF2B5EF4-FFF2-40B4-BE49-F238E27FC236}">
                <a16:creationId xmlns:a16="http://schemas.microsoft.com/office/drawing/2014/main" id="{2F1D46BF-45D5-9683-0E64-603DC2672E0D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DE4C7E-8A41-1C7F-E65A-D1A18AEE6505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sp>
        <p:nvSpPr>
          <p:cNvPr id="24" name="TextBox 23">
            <a:hlinkClick r:id="rId18" action="ppaction://hlinksldjump"/>
            <a:extLst>
              <a:ext uri="{FF2B5EF4-FFF2-40B4-BE49-F238E27FC236}">
                <a16:creationId xmlns:a16="http://schemas.microsoft.com/office/drawing/2014/main" id="{2EB5F5DB-1DE2-9FFD-F6CF-25A19E890083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C77474-22A1-FB59-E259-1D808D612892}"/>
              </a:ext>
            </a:extLst>
          </p:cNvPr>
          <p:cNvSpPr/>
          <p:nvPr/>
        </p:nvSpPr>
        <p:spPr>
          <a:xfrm>
            <a:off x="59659" y="2890207"/>
            <a:ext cx="614253" cy="271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sp>
        <p:nvSpPr>
          <p:cNvPr id="3" name="TextBox 2">
            <a:hlinkClick r:id="rId19" action="ppaction://hlinksldjump"/>
            <a:extLst>
              <a:ext uri="{FF2B5EF4-FFF2-40B4-BE49-F238E27FC236}">
                <a16:creationId xmlns:a16="http://schemas.microsoft.com/office/drawing/2014/main" id="{1AD9921E-5E18-FBE8-45E0-62476C74F518}"/>
              </a:ext>
            </a:extLst>
          </p:cNvPr>
          <p:cNvSpPr txBox="1"/>
          <p:nvPr/>
        </p:nvSpPr>
        <p:spPr>
          <a:xfrm>
            <a:off x="4381546" y="67806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36693266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445"/>
            <a:ext cx="9144000" cy="46125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0AAA6A-417E-E1D8-B709-B9C7E8C4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" y="492418"/>
            <a:ext cx="1216814" cy="4071929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4651024-5550-2B76-CDC3-3AAF4E4C77C8}"/>
              </a:ext>
            </a:extLst>
          </p:cNvPr>
          <p:cNvSpPr/>
          <p:nvPr/>
        </p:nvSpPr>
        <p:spPr>
          <a:xfrm>
            <a:off x="295433" y="1865568"/>
            <a:ext cx="869553" cy="167057"/>
          </a:xfrm>
          <a:prstGeom prst="roundRect">
            <a:avLst/>
          </a:prstGeom>
          <a:solidFill>
            <a:srgbClr val="F1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 err="1">
              <a:solidFill>
                <a:schemeClr val="accent1"/>
              </a:solidFill>
            </a:endParaRPr>
          </a:p>
        </p:txBody>
      </p:sp>
      <p:pic>
        <p:nvPicPr>
          <p:cNvPr id="52" name="Picture 51">
            <a:hlinkClick r:id="rId4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6A66FBB1-A6D7-630E-CCAE-6284215AD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12" y="579153"/>
            <a:ext cx="1008243" cy="9403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06809"/>
            <a:ext cx="942277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Journal search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1B83963-9619-8686-728B-8B96CC23B8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59" y="1807716"/>
            <a:ext cx="238158" cy="1314633"/>
          </a:xfrm>
          <a:prstGeom prst="rect">
            <a:avLst/>
          </a:prstGeom>
        </p:spPr>
      </p:pic>
      <p:sp>
        <p:nvSpPr>
          <p:cNvPr id="51" name="TextBox 50">
            <a:hlinkClick r:id="rId10" action="ppaction://hlinksldjump"/>
            <a:extLst>
              <a:ext uri="{FF2B5EF4-FFF2-40B4-BE49-F238E27FC236}">
                <a16:creationId xmlns:a16="http://schemas.microsoft.com/office/drawing/2014/main" id="{81626ED2-475F-B358-DBF8-8F5CF59433D4}"/>
              </a:ext>
            </a:extLst>
          </p:cNvPr>
          <p:cNvSpPr txBox="1"/>
          <p:nvPr/>
        </p:nvSpPr>
        <p:spPr>
          <a:xfrm>
            <a:off x="294645" y="1851524"/>
            <a:ext cx="764498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GLI - search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5A5C04-197D-69C8-5332-4590E9333B38}"/>
              </a:ext>
            </a:extLst>
          </p:cNvPr>
          <p:cNvSpPr txBox="1"/>
          <p:nvPr/>
        </p:nvSpPr>
        <p:spPr>
          <a:xfrm>
            <a:off x="275137" y="2219195"/>
            <a:ext cx="958002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Transaction search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D5B6CD9-920D-2F7C-C0B3-60C05CA9FE81}"/>
              </a:ext>
            </a:extLst>
          </p:cNvPr>
          <p:cNvSpPr txBox="1"/>
          <p:nvPr/>
        </p:nvSpPr>
        <p:spPr>
          <a:xfrm>
            <a:off x="238991" y="2561866"/>
            <a:ext cx="1052840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Manual transaction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2A288A-3A85-9175-3A72-73736445D07E}"/>
              </a:ext>
            </a:extLst>
          </p:cNvPr>
          <p:cNvSpPr txBox="1"/>
          <p:nvPr/>
        </p:nvSpPr>
        <p:spPr>
          <a:xfrm>
            <a:off x="245988" y="2922707"/>
            <a:ext cx="1019434" cy="1681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700" b="1" dirty="0"/>
              <a:t>Accounting rules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36E75D-D392-712C-E1D1-C4734A6A572C}"/>
              </a:ext>
            </a:extLst>
          </p:cNvPr>
          <p:cNvGrpSpPr/>
          <p:nvPr/>
        </p:nvGrpSpPr>
        <p:grpSpPr>
          <a:xfrm>
            <a:off x="43981" y="1609143"/>
            <a:ext cx="1074574" cy="134868"/>
            <a:chOff x="43981" y="1772426"/>
            <a:chExt cx="1074574" cy="13486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D5670C-D51B-D632-8CCB-AB36E268E308}"/>
                </a:ext>
              </a:extLst>
            </p:cNvPr>
            <p:cNvSpPr txBox="1"/>
            <p:nvPr/>
          </p:nvSpPr>
          <p:spPr>
            <a:xfrm>
              <a:off x="43981" y="1772426"/>
              <a:ext cx="914400" cy="134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sz="600" b="1" dirty="0">
                  <a:solidFill>
                    <a:srgbClr val="7B7168"/>
                  </a:solidFill>
                </a:rPr>
                <a:t>GLI menu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99569BF-09A4-DA63-3892-B67196F22DDB}"/>
                </a:ext>
              </a:extLst>
            </p:cNvPr>
            <p:cNvCxnSpPr/>
            <p:nvPr/>
          </p:nvCxnSpPr>
          <p:spPr>
            <a:xfrm>
              <a:off x="59659" y="1907294"/>
              <a:ext cx="1058896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A1969F-9A61-BD68-4897-4B4E9CA1A29E}"/>
              </a:ext>
            </a:extLst>
          </p:cNvPr>
          <p:cNvGrpSpPr/>
          <p:nvPr/>
        </p:nvGrpSpPr>
        <p:grpSpPr>
          <a:xfrm>
            <a:off x="8923" y="744065"/>
            <a:ext cx="1667419" cy="679539"/>
            <a:chOff x="0" y="816119"/>
            <a:chExt cx="1667419" cy="67953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F1BDEC-356A-4AE6-9AEA-601284D96C18}"/>
                </a:ext>
              </a:extLst>
            </p:cNvPr>
            <p:cNvSpPr txBox="1"/>
            <p:nvPr/>
          </p:nvSpPr>
          <p:spPr>
            <a:xfrm>
              <a:off x="0" y="816119"/>
              <a:ext cx="1667419" cy="6550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500" b="1" u="sng" dirty="0"/>
                <a:t>Last GLI transaction</a:t>
              </a:r>
            </a:p>
            <a:p>
              <a:pPr algn="l">
                <a:lnSpc>
                  <a:spcPct val="150000"/>
                </a:lnSpc>
              </a:pPr>
              <a:r>
                <a:rPr lang="en-US" sz="500" dirty="0"/>
                <a:t>Legal entity:   	       Tietoevry standard</a:t>
              </a:r>
            </a:p>
            <a:p>
              <a:pPr algn="l"/>
              <a:r>
                <a:rPr lang="en-US" sz="500" dirty="0"/>
                <a:t>GLI number:                  23153</a:t>
              </a:r>
            </a:p>
            <a:p>
              <a:pPr algn="l"/>
              <a:r>
                <a:rPr lang="en-US" sz="500" dirty="0"/>
                <a:t>Accounting event:      Invoicing</a:t>
              </a:r>
            </a:p>
            <a:p>
              <a:pPr algn="l"/>
              <a:r>
                <a:rPr lang="en-US" sz="500" dirty="0"/>
                <a:t>No of transactions :    2 452</a:t>
              </a:r>
            </a:p>
            <a:p>
              <a:pPr algn="l"/>
              <a:r>
                <a:rPr lang="en-US" sz="500" dirty="0"/>
                <a:t>Created	         2024-10-17</a:t>
              </a:r>
            </a:p>
            <a:p>
              <a:pPr algn="l"/>
              <a:r>
                <a:rPr lang="en-US" sz="500" dirty="0"/>
                <a:t>Created by                      Rikard Krameus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B7FD0E-4625-5982-B2A0-DFD4CEF00A8D}"/>
                </a:ext>
              </a:extLst>
            </p:cNvPr>
            <p:cNvSpPr/>
            <p:nvPr/>
          </p:nvSpPr>
          <p:spPr>
            <a:xfrm>
              <a:off x="59659" y="858795"/>
              <a:ext cx="1140745" cy="6368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 err="1">
                <a:solidFill>
                  <a:schemeClr val="accent1"/>
                </a:solidFill>
              </a:endParaRPr>
            </a:p>
          </p:txBody>
        </p:sp>
      </p:grpSp>
      <p:pic>
        <p:nvPicPr>
          <p:cNvPr id="17" name="Picture 16">
            <a:hlinkClick r:id="rId11" action="ppaction://hlinksldjump"/>
            <a:extLst>
              <a:ext uri="{FF2B5EF4-FFF2-40B4-BE49-F238E27FC236}">
                <a16:creationId xmlns:a16="http://schemas.microsoft.com/office/drawing/2014/main" id="{CE33244A-3ADF-9A33-38A1-87FAF85B8B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2968" y="1994742"/>
            <a:ext cx="161263" cy="119454"/>
          </a:xfrm>
          <a:prstGeom prst="rect">
            <a:avLst/>
          </a:prstGeom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FBDDE9A-46A2-9751-68E0-61FFF47C992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7556" y="788751"/>
            <a:ext cx="6583844" cy="3786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0DF7DF-30F8-A214-CB11-569430805B5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34130" y="1391265"/>
            <a:ext cx="495369" cy="204816"/>
          </a:xfrm>
          <a:prstGeom prst="rect">
            <a:avLst/>
          </a:prstGeom>
        </p:spPr>
      </p:pic>
      <p:pic>
        <p:nvPicPr>
          <p:cNvPr id="5" name="Picture 4" descr="A black background with a black square&#10;&#10;Description automatically generated with medium confidence">
            <a:hlinkClick r:id="rId15" action="ppaction://hlinksldjump"/>
            <a:extLst>
              <a:ext uri="{FF2B5EF4-FFF2-40B4-BE49-F238E27FC236}">
                <a16:creationId xmlns:a16="http://schemas.microsoft.com/office/drawing/2014/main" id="{89FFF1E8-E0FD-95DB-A83E-22C43707E9D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72506" y="1032168"/>
            <a:ext cx="156993" cy="156993"/>
          </a:xfrm>
          <a:prstGeom prst="rect">
            <a:avLst/>
          </a:prstGeom>
        </p:spPr>
      </p:pic>
      <p:pic>
        <p:nvPicPr>
          <p:cNvPr id="6" name="Picture 5">
            <a:hlinkClick r:id="rId11" action="ppaction://hlinksldjump"/>
            <a:extLst>
              <a:ext uri="{FF2B5EF4-FFF2-40B4-BE49-F238E27FC236}">
                <a16:creationId xmlns:a16="http://schemas.microsoft.com/office/drawing/2014/main" id="{D39074CC-99D3-01E3-201D-97220E35656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3599" y="1994742"/>
            <a:ext cx="161263" cy="119454"/>
          </a:xfrm>
          <a:prstGeom prst="rect">
            <a:avLst/>
          </a:prstGeom>
        </p:spPr>
      </p:pic>
      <p:sp>
        <p:nvSpPr>
          <p:cNvPr id="12" name="TextBox 11">
            <a:hlinkClick r:id="rId17" action="ppaction://hlinksldjump"/>
            <a:extLst>
              <a:ext uri="{FF2B5EF4-FFF2-40B4-BE49-F238E27FC236}">
                <a16:creationId xmlns:a16="http://schemas.microsoft.com/office/drawing/2014/main" id="{E1072FEC-995A-7C06-FA56-EC6B40520C7E}"/>
              </a:ext>
            </a:extLst>
          </p:cNvPr>
          <p:cNvSpPr txBox="1"/>
          <p:nvPr/>
        </p:nvSpPr>
        <p:spPr>
          <a:xfrm>
            <a:off x="5373667" y="60179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29B7C8-C211-A07A-93F0-12D90376188A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sp>
        <p:nvSpPr>
          <p:cNvPr id="15" name="TextBox 14">
            <a:hlinkClick r:id="rId18" action="ppaction://hlinksldjump"/>
            <a:extLst>
              <a:ext uri="{FF2B5EF4-FFF2-40B4-BE49-F238E27FC236}">
                <a16:creationId xmlns:a16="http://schemas.microsoft.com/office/drawing/2014/main" id="{5AF6CAC7-2288-7EAB-177B-A01EB029131E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" name="TextBox 1">
            <a:hlinkClick r:id="rId19" action="ppaction://hlinksldjump"/>
            <a:extLst>
              <a:ext uri="{FF2B5EF4-FFF2-40B4-BE49-F238E27FC236}">
                <a16:creationId xmlns:a16="http://schemas.microsoft.com/office/drawing/2014/main" id="{BB8A86AF-7278-A0C8-30EB-19FE707E3E23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3588872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689566"/>
          </a:xfrm>
          <a:prstGeom prst="rect">
            <a:avLst/>
          </a:prstGeom>
        </p:spPr>
      </p:pic>
      <p:pic>
        <p:nvPicPr>
          <p:cNvPr id="52" name="Picture 51">
            <a:hlinkClick r:id="rId3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sp>
        <p:nvSpPr>
          <p:cNvPr id="43" name="TextBox 42">
            <a:hlinkClick r:id="rId7" action="ppaction://hlinksldjump"/>
            <a:extLst>
              <a:ext uri="{FF2B5EF4-FFF2-40B4-BE49-F238E27FC236}">
                <a16:creationId xmlns:a16="http://schemas.microsoft.com/office/drawing/2014/main" id="{E27FBCDC-6687-48D9-405B-E8786C42F75A}"/>
              </a:ext>
            </a:extLst>
          </p:cNvPr>
          <p:cNvSpPr txBox="1"/>
          <p:nvPr/>
        </p:nvSpPr>
        <p:spPr>
          <a:xfrm>
            <a:off x="311029" y="313340"/>
            <a:ext cx="724870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Journal search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9312A5-A536-9B65-B34A-71888D66C2A4}"/>
              </a:ext>
            </a:extLst>
          </p:cNvPr>
          <p:cNvSpPr txBox="1"/>
          <p:nvPr/>
        </p:nvSpPr>
        <p:spPr>
          <a:xfrm>
            <a:off x="855613" y="310299"/>
            <a:ext cx="699814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/ GLI - 124856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E86E8C9-0F48-DCD3-30ED-C65B761131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224" y="627081"/>
            <a:ext cx="7005488" cy="3952153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91B402F0-0546-4BE0-454D-E7D37508D4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225" y="624679"/>
            <a:ext cx="7005488" cy="3952153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hlinkClick r:id="rId10" action="ppaction://hlinksldjump"/>
            <a:extLst>
              <a:ext uri="{FF2B5EF4-FFF2-40B4-BE49-F238E27FC236}">
                <a16:creationId xmlns:a16="http://schemas.microsoft.com/office/drawing/2014/main" id="{56B465C8-31C8-53F0-B019-82D8FA7E6F4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6271" y="796833"/>
            <a:ext cx="156993" cy="156993"/>
          </a:xfrm>
          <a:prstGeom prst="rect">
            <a:avLst/>
          </a:prstGeom>
        </p:spPr>
      </p:pic>
      <p:pic>
        <p:nvPicPr>
          <p:cNvPr id="16" name="Picture 15">
            <a:hlinkClick r:id="rId12" action="ppaction://hlinksldjump"/>
            <a:extLst>
              <a:ext uri="{FF2B5EF4-FFF2-40B4-BE49-F238E27FC236}">
                <a16:creationId xmlns:a16="http://schemas.microsoft.com/office/drawing/2014/main" id="{60A9D038-799C-E369-BE03-EC0E60A648E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5899" y="1396849"/>
            <a:ext cx="106234" cy="112875"/>
          </a:xfrm>
          <a:prstGeom prst="rect">
            <a:avLst/>
          </a:prstGeom>
        </p:spPr>
      </p:pic>
      <p:sp>
        <p:nvSpPr>
          <p:cNvPr id="19" name="TextBox 18">
            <a:hlinkClick r:id="rId14" action="ppaction://hlinksldjump"/>
            <a:extLst>
              <a:ext uri="{FF2B5EF4-FFF2-40B4-BE49-F238E27FC236}">
                <a16:creationId xmlns:a16="http://schemas.microsoft.com/office/drawing/2014/main" id="{4EF2EBD7-36ED-FE18-733C-B5B0B0B0D6ED}"/>
              </a:ext>
            </a:extLst>
          </p:cNvPr>
          <p:cNvSpPr txBox="1"/>
          <p:nvPr/>
        </p:nvSpPr>
        <p:spPr>
          <a:xfrm>
            <a:off x="5373667" y="73241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40899C-60F9-2A23-2358-EC4BE8EFBC05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sp>
        <p:nvSpPr>
          <p:cNvPr id="23" name="TextBox 22">
            <a:hlinkClick r:id="rId15" action="ppaction://hlinksldjump"/>
            <a:extLst>
              <a:ext uri="{FF2B5EF4-FFF2-40B4-BE49-F238E27FC236}">
                <a16:creationId xmlns:a16="http://schemas.microsoft.com/office/drawing/2014/main" id="{B567FD3E-942B-FC02-FD82-C18951CBEC5D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3" name="TextBox 2">
            <a:hlinkClick r:id="rId16" action="ppaction://hlinksldjump"/>
            <a:extLst>
              <a:ext uri="{FF2B5EF4-FFF2-40B4-BE49-F238E27FC236}">
                <a16:creationId xmlns:a16="http://schemas.microsoft.com/office/drawing/2014/main" id="{989DAA74-2356-7CA9-FCCD-DC28E368B614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38248222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689566"/>
          </a:xfrm>
          <a:prstGeom prst="rect">
            <a:avLst/>
          </a:prstGeom>
        </p:spPr>
      </p:pic>
      <p:pic>
        <p:nvPicPr>
          <p:cNvPr id="52" name="Picture 51">
            <a:hlinkClick r:id="rId3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0A9D038-799C-E369-BE03-EC0E60A648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899" y="1396849"/>
            <a:ext cx="106234" cy="112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BD01FD-5B2D-2A59-51E0-B8A65EB01A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6383" y="1542463"/>
            <a:ext cx="6662057" cy="346479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D4749FD5-4F65-9760-306A-035CDB2FCD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339" y="629412"/>
            <a:ext cx="6988312" cy="3942464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hlinkClick r:id="rId10" action="ppaction://hlinksldjump"/>
            <a:extLst>
              <a:ext uri="{FF2B5EF4-FFF2-40B4-BE49-F238E27FC236}">
                <a16:creationId xmlns:a16="http://schemas.microsoft.com/office/drawing/2014/main" id="{56B465C8-31C8-53F0-B019-82D8FA7E6F4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6271" y="796833"/>
            <a:ext cx="156993" cy="1569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7704BF9-0723-8918-C46C-8B9D2D3929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466" y="1555215"/>
            <a:ext cx="6662057" cy="346479"/>
          </a:xfrm>
          <a:prstGeom prst="rect">
            <a:avLst/>
          </a:prstGeom>
        </p:spPr>
      </p:pic>
      <p:pic>
        <p:nvPicPr>
          <p:cNvPr id="18" name="Picture 17">
            <a:hlinkClick r:id="rId12" action="ppaction://hlinksldjump"/>
            <a:extLst>
              <a:ext uri="{FF2B5EF4-FFF2-40B4-BE49-F238E27FC236}">
                <a16:creationId xmlns:a16="http://schemas.microsoft.com/office/drawing/2014/main" id="{B03BC3FD-85EE-A746-F76E-2A0A8ABA1D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2892" y="1411711"/>
            <a:ext cx="89670" cy="84950"/>
          </a:xfrm>
          <a:prstGeom prst="rect">
            <a:avLst/>
          </a:prstGeom>
        </p:spPr>
      </p:pic>
      <p:sp>
        <p:nvSpPr>
          <p:cNvPr id="19" name="TextBox 18">
            <a:hlinkClick r:id="rId14" action="ppaction://hlinksldjump"/>
            <a:extLst>
              <a:ext uri="{FF2B5EF4-FFF2-40B4-BE49-F238E27FC236}">
                <a16:creationId xmlns:a16="http://schemas.microsoft.com/office/drawing/2014/main" id="{DF41777D-5A1C-7E1E-0993-2187FE26A96F}"/>
              </a:ext>
            </a:extLst>
          </p:cNvPr>
          <p:cNvSpPr txBox="1"/>
          <p:nvPr/>
        </p:nvSpPr>
        <p:spPr>
          <a:xfrm>
            <a:off x="311029" y="313340"/>
            <a:ext cx="724870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Journal search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BCC9C0-1672-A135-B83B-CBB34A4AD580}"/>
              </a:ext>
            </a:extLst>
          </p:cNvPr>
          <p:cNvSpPr txBox="1"/>
          <p:nvPr/>
        </p:nvSpPr>
        <p:spPr>
          <a:xfrm>
            <a:off x="855613" y="310299"/>
            <a:ext cx="699814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/ GLI - 124856</a:t>
            </a:r>
          </a:p>
        </p:txBody>
      </p:sp>
      <p:sp>
        <p:nvSpPr>
          <p:cNvPr id="22" name="TextBox 21">
            <a:hlinkClick r:id="rId15" action="ppaction://hlinksldjump"/>
            <a:extLst>
              <a:ext uri="{FF2B5EF4-FFF2-40B4-BE49-F238E27FC236}">
                <a16:creationId xmlns:a16="http://schemas.microsoft.com/office/drawing/2014/main" id="{2A236A32-D552-6237-1E04-C0B0A6669389}"/>
              </a:ext>
            </a:extLst>
          </p:cNvPr>
          <p:cNvSpPr txBox="1"/>
          <p:nvPr/>
        </p:nvSpPr>
        <p:spPr>
          <a:xfrm>
            <a:off x="5373667" y="73241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42D1F6-E3DE-273B-CC41-CF2AF0D36CE8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sp>
        <p:nvSpPr>
          <p:cNvPr id="24" name="TextBox 23">
            <a:hlinkClick r:id="rId16" action="ppaction://hlinksldjump"/>
            <a:extLst>
              <a:ext uri="{FF2B5EF4-FFF2-40B4-BE49-F238E27FC236}">
                <a16:creationId xmlns:a16="http://schemas.microsoft.com/office/drawing/2014/main" id="{6684E7A0-7F37-6AC8-F87C-5F29220E04C5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" name="TextBox 1">
            <a:hlinkClick r:id="rId17" action="ppaction://hlinksldjump"/>
            <a:extLst>
              <a:ext uri="{FF2B5EF4-FFF2-40B4-BE49-F238E27FC236}">
                <a16:creationId xmlns:a16="http://schemas.microsoft.com/office/drawing/2014/main" id="{274084B1-1BDF-BB78-2BC1-BEDA7BFCB20C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20460921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689566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8076EBC6-66C3-9FA0-D705-557D388BB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266" y="790452"/>
            <a:ext cx="6901574" cy="3893530"/>
          </a:xfrm>
          <a:prstGeom prst="rect">
            <a:avLst/>
          </a:prstGeom>
        </p:spPr>
      </p:pic>
      <p:pic>
        <p:nvPicPr>
          <p:cNvPr id="52" name="Picture 51">
            <a:hlinkClick r:id="rId4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pic>
        <p:nvPicPr>
          <p:cNvPr id="6" name="Picture 5" descr="A black background with a black square&#10;&#10;Description automatically generated with medium confidence">
            <a:hlinkClick r:id="rId8" action="ppaction://hlinksldjump"/>
            <a:extLst>
              <a:ext uri="{FF2B5EF4-FFF2-40B4-BE49-F238E27FC236}">
                <a16:creationId xmlns:a16="http://schemas.microsoft.com/office/drawing/2014/main" id="{931F86E7-70D4-2575-1961-DB0E486A73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1049" y="972269"/>
            <a:ext cx="156993" cy="156993"/>
          </a:xfrm>
          <a:prstGeom prst="rect">
            <a:avLst/>
          </a:prstGeom>
        </p:spPr>
      </p:pic>
      <p:sp>
        <p:nvSpPr>
          <p:cNvPr id="28" name="TextBox 27">
            <a:hlinkClick r:id="rId10" action="ppaction://hlinksldjump"/>
            <a:extLst>
              <a:ext uri="{FF2B5EF4-FFF2-40B4-BE49-F238E27FC236}">
                <a16:creationId xmlns:a16="http://schemas.microsoft.com/office/drawing/2014/main" id="{9A5C1DB3-450D-607E-940F-044E7000A002}"/>
              </a:ext>
            </a:extLst>
          </p:cNvPr>
          <p:cNvSpPr txBox="1"/>
          <p:nvPr/>
        </p:nvSpPr>
        <p:spPr>
          <a:xfrm>
            <a:off x="311029" y="313340"/>
            <a:ext cx="724870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Journal search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F6F61A-0456-EF01-78BF-B4DDC9B2F054}"/>
              </a:ext>
            </a:extLst>
          </p:cNvPr>
          <p:cNvSpPr txBox="1"/>
          <p:nvPr/>
        </p:nvSpPr>
        <p:spPr>
          <a:xfrm>
            <a:off x="855613" y="310299"/>
            <a:ext cx="699814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/ GLI - 124856</a:t>
            </a:r>
          </a:p>
        </p:txBody>
      </p:sp>
      <p:sp>
        <p:nvSpPr>
          <p:cNvPr id="31" name="TextBox 30">
            <a:hlinkClick r:id="rId11" action="ppaction://hlinksldjump"/>
            <a:extLst>
              <a:ext uri="{FF2B5EF4-FFF2-40B4-BE49-F238E27FC236}">
                <a16:creationId xmlns:a16="http://schemas.microsoft.com/office/drawing/2014/main" id="{56B07875-DEF8-F183-AA2B-99CB6EEAFC26}"/>
              </a:ext>
            </a:extLst>
          </p:cNvPr>
          <p:cNvSpPr txBox="1"/>
          <p:nvPr/>
        </p:nvSpPr>
        <p:spPr>
          <a:xfrm>
            <a:off x="5373667" y="73241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54B7ED-7670-6EDB-1230-72447B918EE1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sp>
        <p:nvSpPr>
          <p:cNvPr id="33" name="TextBox 32">
            <a:hlinkClick r:id="rId12" action="ppaction://hlinksldjump"/>
            <a:extLst>
              <a:ext uri="{FF2B5EF4-FFF2-40B4-BE49-F238E27FC236}">
                <a16:creationId xmlns:a16="http://schemas.microsoft.com/office/drawing/2014/main" id="{6DE92C9A-FFE7-4561-A293-0475D77B1AAA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" name="TextBox 1">
            <a:hlinkClick r:id="rId13" action="ppaction://hlinksldjump"/>
            <a:extLst>
              <a:ext uri="{FF2B5EF4-FFF2-40B4-BE49-F238E27FC236}">
                <a16:creationId xmlns:a16="http://schemas.microsoft.com/office/drawing/2014/main" id="{29C255F9-9A93-39C7-555F-D801DB60CD90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7" name="Picture 6">
            <a:hlinkClick r:id="rId14" action="ppaction://hlinksldjump"/>
            <a:extLst>
              <a:ext uri="{FF2B5EF4-FFF2-40B4-BE49-F238E27FC236}">
                <a16:creationId xmlns:a16="http://schemas.microsoft.com/office/drawing/2014/main" id="{E8BF8EEC-C077-75B3-06E9-2D770B0CB41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44040" y="1567053"/>
            <a:ext cx="274787" cy="1068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B57EBA-CB7A-6277-BA68-CA7F12C1CCB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44039" y="1733465"/>
            <a:ext cx="274787" cy="1068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C1CAFC-6A96-8561-C34C-89A81603EF8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51658" y="2100701"/>
            <a:ext cx="274787" cy="1068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6979AF-D0FA-A497-BF04-E42B7E84944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50569" y="2276807"/>
            <a:ext cx="274787" cy="1068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2B459F-46EA-8F0B-CBF9-5FC9B20CF21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44037" y="2459914"/>
            <a:ext cx="274787" cy="1068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08AF4C-894A-7260-CD0E-19B087B078E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51658" y="2648241"/>
            <a:ext cx="274787" cy="10686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A15E79E-0E71-ACC3-90C2-7539F35F171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57099" y="2827840"/>
            <a:ext cx="274787" cy="10686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78F6266-B430-F18D-5D36-20A758A1E4B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51659" y="1917083"/>
            <a:ext cx="274787" cy="10686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86BB70E-557D-F4E0-2591-31BDB48FB80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54031" y="2993562"/>
            <a:ext cx="274787" cy="10686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1C69278-4486-63E9-67E3-7E4D7C76C4B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47500" y="3191832"/>
            <a:ext cx="274787" cy="10686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C3F2592-A970-98F5-578C-F4B7A10910B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47499" y="3364996"/>
            <a:ext cx="274787" cy="10686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41EF35A-DE22-EB8D-3847-28AA369E323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63209" y="3540495"/>
            <a:ext cx="274787" cy="10686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BD11789-F3F2-C367-42F5-9AD30E77304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63209" y="3720701"/>
            <a:ext cx="274787" cy="10686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51A59D4-B4DF-D5FD-2F37-975AE31CF6F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62590" y="3930473"/>
            <a:ext cx="274787" cy="106862"/>
          </a:xfrm>
          <a:prstGeom prst="rect">
            <a:avLst/>
          </a:prstGeom>
        </p:spPr>
      </p:pic>
      <p:pic>
        <p:nvPicPr>
          <p:cNvPr id="45" name="Picture 44">
            <a:hlinkClick r:id="rId16" action="ppaction://hlinksldjump"/>
            <a:extLst>
              <a:ext uri="{FF2B5EF4-FFF2-40B4-BE49-F238E27FC236}">
                <a16:creationId xmlns:a16="http://schemas.microsoft.com/office/drawing/2014/main" id="{46F473B2-7C71-7B07-D127-5EE0837F0BD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20416" y="583353"/>
            <a:ext cx="413494" cy="21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075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689566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8076EBC6-66C3-9FA0-D705-557D388BB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266" y="790452"/>
            <a:ext cx="6901574" cy="3893530"/>
          </a:xfrm>
          <a:prstGeom prst="rect">
            <a:avLst/>
          </a:prstGeom>
        </p:spPr>
      </p:pic>
      <p:pic>
        <p:nvPicPr>
          <p:cNvPr id="52" name="Picture 51">
            <a:hlinkClick r:id="rId4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pic>
        <p:nvPicPr>
          <p:cNvPr id="6" name="Picture 5" descr="A black background with a black square&#10;&#10;Description automatically generated with medium confidence">
            <a:hlinkClick r:id="rId8" action="ppaction://hlinksldjump"/>
            <a:extLst>
              <a:ext uri="{FF2B5EF4-FFF2-40B4-BE49-F238E27FC236}">
                <a16:creationId xmlns:a16="http://schemas.microsoft.com/office/drawing/2014/main" id="{931F86E7-70D4-2575-1961-DB0E486A73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1049" y="972269"/>
            <a:ext cx="156993" cy="156993"/>
          </a:xfrm>
          <a:prstGeom prst="rect">
            <a:avLst/>
          </a:prstGeom>
        </p:spPr>
      </p:pic>
      <p:sp>
        <p:nvSpPr>
          <p:cNvPr id="28" name="TextBox 27">
            <a:hlinkClick r:id="rId10" action="ppaction://hlinksldjump"/>
            <a:extLst>
              <a:ext uri="{FF2B5EF4-FFF2-40B4-BE49-F238E27FC236}">
                <a16:creationId xmlns:a16="http://schemas.microsoft.com/office/drawing/2014/main" id="{9A5C1DB3-450D-607E-940F-044E7000A002}"/>
              </a:ext>
            </a:extLst>
          </p:cNvPr>
          <p:cNvSpPr txBox="1"/>
          <p:nvPr/>
        </p:nvSpPr>
        <p:spPr>
          <a:xfrm>
            <a:off x="311029" y="313340"/>
            <a:ext cx="724870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Journal search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F6F61A-0456-EF01-78BF-B4DDC9B2F054}"/>
              </a:ext>
            </a:extLst>
          </p:cNvPr>
          <p:cNvSpPr txBox="1"/>
          <p:nvPr/>
        </p:nvSpPr>
        <p:spPr>
          <a:xfrm>
            <a:off x="855613" y="310299"/>
            <a:ext cx="699814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/ GLI - 124856</a:t>
            </a:r>
          </a:p>
        </p:txBody>
      </p:sp>
      <p:sp>
        <p:nvSpPr>
          <p:cNvPr id="31" name="TextBox 30">
            <a:hlinkClick r:id="rId11" action="ppaction://hlinksldjump"/>
            <a:extLst>
              <a:ext uri="{FF2B5EF4-FFF2-40B4-BE49-F238E27FC236}">
                <a16:creationId xmlns:a16="http://schemas.microsoft.com/office/drawing/2014/main" id="{56B07875-DEF8-F183-AA2B-99CB6EEAFC26}"/>
              </a:ext>
            </a:extLst>
          </p:cNvPr>
          <p:cNvSpPr txBox="1"/>
          <p:nvPr/>
        </p:nvSpPr>
        <p:spPr>
          <a:xfrm>
            <a:off x="5373667" y="73241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54B7ED-7670-6EDB-1230-72447B918EE1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E92C9A-FFE7-4561-A293-0475D77B1AAA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" name="TextBox 1">
            <a:hlinkClick r:id="rId12" action="ppaction://hlinksldjump"/>
            <a:extLst>
              <a:ext uri="{FF2B5EF4-FFF2-40B4-BE49-F238E27FC236}">
                <a16:creationId xmlns:a16="http://schemas.microsoft.com/office/drawing/2014/main" id="{29C255F9-9A93-39C7-555F-D801DB60CD90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BF8EEC-C077-75B3-06E9-2D770B0CB41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4040" y="1567053"/>
            <a:ext cx="274787" cy="1068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B57EBA-CB7A-6277-BA68-CA7F12C1CC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4039" y="1733465"/>
            <a:ext cx="274787" cy="1068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C1CAFC-6A96-8561-C34C-89A81603EF8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51658" y="2100701"/>
            <a:ext cx="274787" cy="1068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6979AF-D0FA-A497-BF04-E42B7E84944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50569" y="2276807"/>
            <a:ext cx="274787" cy="1068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2B459F-46EA-8F0B-CBF9-5FC9B20CF21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4037" y="2459914"/>
            <a:ext cx="274787" cy="1068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08AF4C-894A-7260-CD0E-19B087B078E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51658" y="2648241"/>
            <a:ext cx="274787" cy="10686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A15E79E-0E71-ACC3-90C2-7539F35F171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57099" y="2827840"/>
            <a:ext cx="274787" cy="10686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78F6266-B430-F18D-5D36-20A758A1E4B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51659" y="1917083"/>
            <a:ext cx="274787" cy="10686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86BB70E-557D-F4E0-2591-31BDB48FB80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54031" y="2993562"/>
            <a:ext cx="274787" cy="10686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1C69278-4486-63E9-67E3-7E4D7C76C4B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7500" y="3191832"/>
            <a:ext cx="274787" cy="10686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C3F2592-A970-98F5-578C-F4B7A10910B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7499" y="3364996"/>
            <a:ext cx="274787" cy="10686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41EF35A-DE22-EB8D-3847-28AA369E323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63209" y="3540495"/>
            <a:ext cx="274787" cy="10686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BD11789-F3F2-C367-42F5-9AD30E77304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63209" y="3720701"/>
            <a:ext cx="274787" cy="10686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51A59D4-B4DF-D5FD-2F37-975AE31CF6F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62590" y="3930473"/>
            <a:ext cx="274787" cy="10686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6F473B2-7C71-7B07-D127-5EE0837F0BD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0416" y="583353"/>
            <a:ext cx="413494" cy="21404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FC525A-4DD3-3093-6F7B-AC8DDED23F9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 descr="A screenshot of a computer&#10;&#10;Description automatically generated">
            <a:extLst>
              <a:ext uri="{FF2B5EF4-FFF2-40B4-BE49-F238E27FC236}">
                <a16:creationId xmlns:a16="http://schemas.microsoft.com/office/drawing/2014/main" id="{AEEB2C1B-B7A5-2148-6640-02ED3248D4E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56735" y="545729"/>
            <a:ext cx="4092810" cy="3567128"/>
          </a:xfrm>
          <a:prstGeom prst="rect">
            <a:avLst/>
          </a:prstGeom>
        </p:spPr>
      </p:pic>
      <p:pic>
        <p:nvPicPr>
          <p:cNvPr id="20" name="Picture 19" descr="A grey x on a white background&#10;&#10;Description automatically generated">
            <a:hlinkClick r:id="rId16" action="ppaction://hlinksldjump"/>
            <a:extLst>
              <a:ext uri="{FF2B5EF4-FFF2-40B4-BE49-F238E27FC236}">
                <a16:creationId xmlns:a16="http://schemas.microsoft.com/office/drawing/2014/main" id="{B27A11A1-6C1D-D32B-033F-098E1673C05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0256" y="658591"/>
            <a:ext cx="56041" cy="5201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D2418E2-3B20-8BB5-4EB4-45563C6F4AE9}"/>
              </a:ext>
            </a:extLst>
          </p:cNvPr>
          <p:cNvCxnSpPr/>
          <p:nvPr/>
        </p:nvCxnSpPr>
        <p:spPr>
          <a:xfrm>
            <a:off x="2854234" y="2773860"/>
            <a:ext cx="3024052" cy="0"/>
          </a:xfrm>
          <a:prstGeom prst="line">
            <a:avLst/>
          </a:prstGeom>
          <a:ln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3202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screenshot of a computer&#10;&#10;Description automatically generated">
            <a:extLst>
              <a:ext uri="{FF2B5EF4-FFF2-40B4-BE49-F238E27FC236}">
                <a16:creationId xmlns:a16="http://schemas.microsoft.com/office/drawing/2014/main" id="{ECEDA40E-209E-CEFC-4321-564A7E8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689566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8076EBC6-66C3-9FA0-D705-557D388BB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266" y="790452"/>
            <a:ext cx="6901574" cy="3893530"/>
          </a:xfrm>
          <a:prstGeom prst="rect">
            <a:avLst/>
          </a:prstGeom>
        </p:spPr>
      </p:pic>
      <p:pic>
        <p:nvPicPr>
          <p:cNvPr id="52" name="Picture 51">
            <a:hlinkClick r:id="rId4" action="ppaction://hlinksldjump"/>
            <a:extLst>
              <a:ext uri="{FF2B5EF4-FFF2-40B4-BE49-F238E27FC236}">
                <a16:creationId xmlns:a16="http://schemas.microsoft.com/office/drawing/2014/main" id="{FEF6DFEA-A96A-CF85-7BAD-94D6B421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88" y="359200"/>
            <a:ext cx="103930" cy="9403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EC5B2AF-AA77-938A-D846-87DCD5A23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9" y="115099"/>
            <a:ext cx="177279" cy="12837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7E0F10B8-F18F-D575-B95C-9F9F37FC3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477" y="132578"/>
            <a:ext cx="585195" cy="1350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BBB358-B378-CB1C-FFC5-DD320D0A0796}"/>
              </a:ext>
            </a:extLst>
          </p:cNvPr>
          <p:cNvSpPr txBox="1"/>
          <p:nvPr/>
        </p:nvSpPr>
        <p:spPr>
          <a:xfrm>
            <a:off x="4892040" y="2905349"/>
            <a:ext cx="1815737" cy="393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1100" dirty="0" err="1"/>
          </a:p>
        </p:txBody>
      </p:sp>
      <p:pic>
        <p:nvPicPr>
          <p:cNvPr id="6" name="Picture 5" descr="A black background with a black square&#10;&#10;Description automatically generated with medium confidence">
            <a:hlinkClick r:id="rId8" action="ppaction://hlinksldjump"/>
            <a:extLst>
              <a:ext uri="{FF2B5EF4-FFF2-40B4-BE49-F238E27FC236}">
                <a16:creationId xmlns:a16="http://schemas.microsoft.com/office/drawing/2014/main" id="{931F86E7-70D4-2575-1961-DB0E486A73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1049" y="972269"/>
            <a:ext cx="156993" cy="156993"/>
          </a:xfrm>
          <a:prstGeom prst="rect">
            <a:avLst/>
          </a:prstGeom>
        </p:spPr>
      </p:pic>
      <p:sp>
        <p:nvSpPr>
          <p:cNvPr id="28" name="TextBox 27">
            <a:hlinkClick r:id="rId10" action="ppaction://hlinksldjump"/>
            <a:extLst>
              <a:ext uri="{FF2B5EF4-FFF2-40B4-BE49-F238E27FC236}">
                <a16:creationId xmlns:a16="http://schemas.microsoft.com/office/drawing/2014/main" id="{9A5C1DB3-450D-607E-940F-044E7000A002}"/>
              </a:ext>
            </a:extLst>
          </p:cNvPr>
          <p:cNvSpPr txBox="1"/>
          <p:nvPr/>
        </p:nvSpPr>
        <p:spPr>
          <a:xfrm>
            <a:off x="311029" y="313340"/>
            <a:ext cx="724870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Journal search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F6F61A-0456-EF01-78BF-B4DDC9B2F054}"/>
              </a:ext>
            </a:extLst>
          </p:cNvPr>
          <p:cNvSpPr txBox="1"/>
          <p:nvPr/>
        </p:nvSpPr>
        <p:spPr>
          <a:xfrm>
            <a:off x="855613" y="310299"/>
            <a:ext cx="699814" cy="21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600" b="1" dirty="0"/>
              <a:t>/ GLI - 124856</a:t>
            </a:r>
          </a:p>
        </p:txBody>
      </p:sp>
      <p:sp>
        <p:nvSpPr>
          <p:cNvPr id="31" name="TextBox 30">
            <a:hlinkClick r:id="rId11" action="ppaction://hlinksldjump"/>
            <a:extLst>
              <a:ext uri="{FF2B5EF4-FFF2-40B4-BE49-F238E27FC236}">
                <a16:creationId xmlns:a16="http://schemas.microsoft.com/office/drawing/2014/main" id="{56B07875-DEF8-F183-AA2B-99CB6EEAFC26}"/>
              </a:ext>
            </a:extLst>
          </p:cNvPr>
          <p:cNvSpPr txBox="1"/>
          <p:nvPr/>
        </p:nvSpPr>
        <p:spPr>
          <a:xfrm>
            <a:off x="5373667" y="73241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Settings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54B7ED-7670-6EDB-1230-72447B918EE1}"/>
              </a:ext>
            </a:extLst>
          </p:cNvPr>
          <p:cNvSpPr txBox="1"/>
          <p:nvPr/>
        </p:nvSpPr>
        <p:spPr>
          <a:xfrm>
            <a:off x="3348961" y="69401"/>
            <a:ext cx="80508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Journals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E92C9A-FFE7-4561-A293-0475D77B1AAA}"/>
              </a:ext>
            </a:extLst>
          </p:cNvPr>
          <p:cNvSpPr txBox="1"/>
          <p:nvPr/>
        </p:nvSpPr>
        <p:spPr>
          <a:xfrm>
            <a:off x="2172640" y="71227"/>
            <a:ext cx="852128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Legal entity</a:t>
            </a:r>
          </a:p>
        </p:txBody>
      </p:sp>
      <p:sp>
        <p:nvSpPr>
          <p:cNvPr id="2" name="TextBox 1">
            <a:hlinkClick r:id="rId12" action="ppaction://hlinksldjump"/>
            <a:extLst>
              <a:ext uri="{FF2B5EF4-FFF2-40B4-BE49-F238E27FC236}">
                <a16:creationId xmlns:a16="http://schemas.microsoft.com/office/drawing/2014/main" id="{29C255F9-9A93-39C7-555F-D801DB60CD90}"/>
              </a:ext>
            </a:extLst>
          </p:cNvPr>
          <p:cNvSpPr txBox="1"/>
          <p:nvPr/>
        </p:nvSpPr>
        <p:spPr>
          <a:xfrm>
            <a:off x="4381546" y="67806"/>
            <a:ext cx="1216814" cy="258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000" b="1" dirty="0"/>
              <a:t>Reports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BF8EEC-C077-75B3-06E9-2D770B0CB41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4040" y="1567053"/>
            <a:ext cx="274787" cy="1068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B57EBA-CB7A-6277-BA68-CA7F12C1CC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4039" y="1733465"/>
            <a:ext cx="274787" cy="1068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C1CAFC-6A96-8561-C34C-89A81603EF8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51658" y="2100701"/>
            <a:ext cx="274787" cy="1068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6979AF-D0FA-A497-BF04-E42B7E84944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50569" y="2276807"/>
            <a:ext cx="274787" cy="1068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2B459F-46EA-8F0B-CBF9-5FC9B20CF21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4037" y="2459914"/>
            <a:ext cx="274787" cy="1068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08AF4C-894A-7260-CD0E-19B087B078E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51658" y="2648241"/>
            <a:ext cx="274787" cy="10686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A15E79E-0E71-ACC3-90C2-7539F35F171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57099" y="2827840"/>
            <a:ext cx="274787" cy="10686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78F6266-B430-F18D-5D36-20A758A1E4B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51659" y="1917083"/>
            <a:ext cx="274787" cy="10686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86BB70E-557D-F4E0-2591-31BDB48FB80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54031" y="2993562"/>
            <a:ext cx="274787" cy="10686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1C69278-4486-63E9-67E3-7E4D7C76C4B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7500" y="3191832"/>
            <a:ext cx="274787" cy="10686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C3F2592-A970-98F5-578C-F4B7A10910B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7499" y="3364996"/>
            <a:ext cx="274787" cy="10686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41EF35A-DE22-EB8D-3847-28AA369E323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63209" y="3540495"/>
            <a:ext cx="274787" cy="10686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BD11789-F3F2-C367-42F5-9AD30E77304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63209" y="3720701"/>
            <a:ext cx="274787" cy="10686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51A59D4-B4DF-D5FD-2F37-975AE31CF6F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62590" y="3930473"/>
            <a:ext cx="274787" cy="10686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6F473B2-7C71-7B07-D127-5EE0837F0BD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0416" y="583353"/>
            <a:ext cx="413494" cy="21404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FC525A-4DD3-3093-6F7B-AC8DDED23F9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15DB46A6-7C6F-AB5B-53BA-7F6C4AD07E8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45979" y="546079"/>
            <a:ext cx="4092810" cy="1961921"/>
          </a:xfrm>
          <a:prstGeom prst="rect">
            <a:avLst/>
          </a:prstGeom>
        </p:spPr>
      </p:pic>
      <p:pic>
        <p:nvPicPr>
          <p:cNvPr id="20" name="Picture 19" descr="A grey x on a white background&#10;&#10;Description automatically generated">
            <a:hlinkClick r:id="rId16" action="ppaction://hlinksldjump"/>
            <a:extLst>
              <a:ext uri="{FF2B5EF4-FFF2-40B4-BE49-F238E27FC236}">
                <a16:creationId xmlns:a16="http://schemas.microsoft.com/office/drawing/2014/main" id="{B27A11A1-6C1D-D32B-033F-098E1673C05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0256" y="658591"/>
            <a:ext cx="56041" cy="5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010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DA655FC-32BE-5AD5-41D4-5D44C7FDC5F4}"/>
              </a:ext>
            </a:extLst>
          </p:cNvPr>
          <p:cNvSpPr/>
          <p:nvPr/>
        </p:nvSpPr>
        <p:spPr>
          <a:xfrm>
            <a:off x="6308875" y="3754154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Formula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5FBD39-614A-6D89-0307-CB75C091CEA7}"/>
              </a:ext>
            </a:extLst>
          </p:cNvPr>
          <p:cNvSpPr/>
          <p:nvPr/>
        </p:nvSpPr>
        <p:spPr>
          <a:xfrm>
            <a:off x="4824524" y="338299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Accounting Event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8A7AC0-E320-419C-8556-44CFCED27F65}"/>
              </a:ext>
            </a:extLst>
          </p:cNvPr>
          <p:cNvSpPr/>
          <p:nvPr/>
        </p:nvSpPr>
        <p:spPr>
          <a:xfrm>
            <a:off x="4824523" y="1417751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Formula Condition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F91899-3172-AEC8-3356-8D87A10FC453}"/>
              </a:ext>
            </a:extLst>
          </p:cNvPr>
          <p:cNvSpPr/>
          <p:nvPr/>
        </p:nvSpPr>
        <p:spPr>
          <a:xfrm>
            <a:off x="7150084" y="1066384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Amount Type</a:t>
            </a:r>
            <a:endParaRPr lang="en-US" sz="1350" dirty="0">
              <a:solidFill>
                <a:srgbClr val="FF0000"/>
              </a:solidFill>
            </a:endParaRP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77FB0602-4EAC-D98B-1C71-C6E4F3CDFBEF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6208525" y="519454"/>
            <a:ext cx="100350" cy="2052296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3AF37F11-3615-C037-4FDC-DAE3C3984AA9}"/>
              </a:ext>
            </a:extLst>
          </p:cNvPr>
          <p:cNvCxnSpPr>
            <a:cxnSpLocks/>
            <a:stCxn id="17" idx="2"/>
            <a:endCxn id="12" idx="3"/>
          </p:cNvCxnSpPr>
          <p:nvPr/>
        </p:nvCxnSpPr>
        <p:spPr>
          <a:xfrm rot="5400000">
            <a:off x="6514172" y="2607396"/>
            <a:ext cx="2506616" cy="149210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0190FA0-F4F8-7AD6-8692-91FAB39185FA}"/>
              </a:ext>
            </a:extLst>
          </p:cNvPr>
          <p:cNvSpPr txBox="1"/>
          <p:nvPr/>
        </p:nvSpPr>
        <p:spPr>
          <a:xfrm>
            <a:off x="4338057" y="4191731"/>
            <a:ext cx="470132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Name   Description                                             AmountTypeID     </a:t>
            </a:r>
            <a:r>
              <a:rPr lang="en-US" sz="750" b="1" u="sng" dirty="0" err="1"/>
              <a:t>FormulaCondition:ID</a:t>
            </a:r>
            <a:r>
              <a:rPr lang="en-US" sz="750" b="1" u="sng" dirty="0"/>
              <a:t>       </a:t>
            </a:r>
            <a:r>
              <a:rPr lang="en-US" sz="750" b="1" u="sng" dirty="0" err="1"/>
              <a:t>PseudoAccountCOA:ID</a:t>
            </a:r>
            <a:r>
              <a:rPr lang="en-US" sz="750" b="1" u="sng" dirty="0"/>
              <a:t>  </a:t>
            </a:r>
          </a:p>
          <a:p>
            <a:pPr marL="171450" indent="-171450">
              <a:buAutoNum type="arabicPlain" startAt="43"/>
            </a:pPr>
            <a:r>
              <a:rPr lang="en-US" sz="750" dirty="0"/>
              <a:t>PF-014    Fixed Asset Value from the Line.              1011                             34                                             49</a:t>
            </a:r>
          </a:p>
          <a:p>
            <a:pPr marL="171450" indent="-171450">
              <a:buAutoNum type="arabicPlain" startAt="43"/>
            </a:pPr>
            <a:r>
              <a:rPr lang="en-US" sz="750" dirty="0"/>
              <a:t>PF-061    Sum of all Period amortizations               1012</a:t>
            </a:r>
          </a:p>
          <a:p>
            <a:pPr marL="171450" indent="-171450">
              <a:buAutoNum type="arabicPlain" startAt="43"/>
            </a:pPr>
            <a:r>
              <a:rPr lang="en-US" sz="750" dirty="0"/>
              <a:t>PF-062    Sum of all Period rents                               1013</a:t>
            </a:r>
          </a:p>
          <a:p>
            <a:pPr marL="171450" indent="-171450">
              <a:buAutoNum type="arabicPlain" startAt="43"/>
            </a:pPr>
            <a:r>
              <a:rPr lang="en-US" sz="750" dirty="0"/>
              <a:t>PF-062    Sum of all Period interests                         1014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233C335-2793-62BE-4491-517E0718D2A4}"/>
              </a:ext>
            </a:extLst>
          </p:cNvPr>
          <p:cNvSpPr/>
          <p:nvPr/>
        </p:nvSpPr>
        <p:spPr>
          <a:xfrm>
            <a:off x="7152376" y="49399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Amount Group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E5B5262-4738-B2D3-3A9E-89B0AC74EA60}"/>
              </a:ext>
            </a:extLst>
          </p:cNvPr>
          <p:cNvSpPr/>
          <p:nvPr/>
        </p:nvSpPr>
        <p:spPr>
          <a:xfrm>
            <a:off x="2328996" y="3518383"/>
            <a:ext cx="1584430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350" dirty="0"/>
              <a:t>PseudoAccountCOA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A9DB8A-E6F9-20D7-E31C-9DB3003A1C10}"/>
              </a:ext>
            </a:extLst>
          </p:cNvPr>
          <p:cNvSpPr txBox="1"/>
          <p:nvPr/>
        </p:nvSpPr>
        <p:spPr>
          <a:xfrm>
            <a:off x="4640876" y="700608"/>
            <a:ext cx="2109968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Name           Calculation Date         Event Date                </a:t>
            </a:r>
          </a:p>
          <a:p>
            <a:r>
              <a:rPr lang="en-US" sz="750" dirty="0"/>
              <a:t>77     Activation          No                                  Yes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FB51A3-A96E-7C73-E116-400E6F9DCC01}"/>
              </a:ext>
            </a:extLst>
          </p:cNvPr>
          <p:cNvSpPr txBox="1"/>
          <p:nvPr/>
        </p:nvSpPr>
        <p:spPr>
          <a:xfrm>
            <a:off x="4824523" y="1794162"/>
            <a:ext cx="166914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Name</a:t>
            </a:r>
          </a:p>
          <a:p>
            <a:r>
              <a:rPr lang="en-US" sz="750" dirty="0"/>
              <a:t>34     Check What accounting product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BF6F340-D0D2-95E6-A809-4063D7243A7E}"/>
              </a:ext>
            </a:extLst>
          </p:cNvPr>
          <p:cNvSpPr/>
          <p:nvPr/>
        </p:nvSpPr>
        <p:spPr>
          <a:xfrm>
            <a:off x="2312274" y="1513555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Conditions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3987C9-9D5D-B387-9E5D-85DB3B4A72A7}"/>
              </a:ext>
            </a:extLst>
          </p:cNvPr>
          <p:cNvSpPr txBox="1"/>
          <p:nvPr/>
        </p:nvSpPr>
        <p:spPr>
          <a:xfrm>
            <a:off x="273831" y="1958740"/>
            <a:ext cx="44169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Level   Formula Condition ID       </a:t>
            </a:r>
            <a:r>
              <a:rPr lang="en-US" sz="750" b="1" u="sng" dirty="0" err="1"/>
              <a:t>ConditionValues:ID</a:t>
            </a:r>
            <a:r>
              <a:rPr lang="en-US" sz="750" b="1" u="sng" dirty="0"/>
              <a:t>     </a:t>
            </a:r>
            <a:r>
              <a:rPr lang="en-US" sz="750" b="1" u="sng" dirty="0" err="1"/>
              <a:t>PseudoAccountCOA:ID</a:t>
            </a:r>
            <a:r>
              <a:rPr lang="en-US" sz="750" b="1" u="sng" dirty="0"/>
              <a:t>    Value                Operator </a:t>
            </a:r>
          </a:p>
          <a:p>
            <a:pPr marL="171450" indent="-171450">
              <a:buAutoNum type="arabicPlain" startAt="64"/>
            </a:pPr>
            <a:r>
              <a:rPr lang="en-US" sz="750" dirty="0"/>
              <a:t>    1                 34                                           66                                         50                         Direct Lease</a:t>
            </a:r>
          </a:p>
          <a:p>
            <a:pPr marL="171450" indent="-171450">
              <a:buFontTx/>
              <a:buAutoNum type="arabicPlain" startAt="64"/>
            </a:pPr>
            <a:r>
              <a:rPr lang="en-US" sz="750" dirty="0"/>
              <a:t>    1                 34                                           66                                         51                         OP Lease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273753B-817B-1FD3-162D-E0916BFE4CAB}"/>
              </a:ext>
            </a:extLst>
          </p:cNvPr>
          <p:cNvSpPr txBox="1"/>
          <p:nvPr/>
        </p:nvSpPr>
        <p:spPr>
          <a:xfrm>
            <a:off x="2473456" y="469776"/>
            <a:ext cx="1543859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Name</a:t>
            </a:r>
            <a:endParaRPr lang="en-US" sz="750" dirty="0"/>
          </a:p>
          <a:p>
            <a:r>
              <a:rPr lang="en-US" sz="750" dirty="0"/>
              <a:t>66   Accounting Product</a:t>
            </a:r>
          </a:p>
          <a:p>
            <a:r>
              <a:rPr lang="en-US" sz="750" dirty="0"/>
              <a:t>67   Invoice type</a:t>
            </a:r>
          </a:p>
          <a:p>
            <a:pPr marL="171450" indent="-171450">
              <a:buAutoNum type="arabicPlain" startAt="68"/>
            </a:pPr>
            <a:r>
              <a:rPr lang="en-US" sz="750" dirty="0"/>
              <a:t>Payment Method</a:t>
            </a:r>
          </a:p>
          <a:p>
            <a:pPr marL="171450" indent="-171450">
              <a:buAutoNum type="arabicPlain" startAt="68"/>
            </a:pPr>
            <a:r>
              <a:rPr lang="en-US" sz="750" dirty="0"/>
              <a:t>Amount Code              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4CECBE-11A3-2F74-9226-060BF004B568}"/>
              </a:ext>
            </a:extLst>
          </p:cNvPr>
          <p:cNvSpPr/>
          <p:nvPr/>
        </p:nvSpPr>
        <p:spPr>
          <a:xfrm>
            <a:off x="2287314" y="145151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Condition Values</a:t>
            </a:r>
            <a:endParaRPr lang="en-US" sz="1350" dirty="0">
              <a:solidFill>
                <a:srgbClr val="FF0000"/>
              </a:solidFill>
            </a:endParaRP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90AD816E-B816-D3F2-9EC0-8682B7B95CD7}"/>
              </a:ext>
            </a:extLst>
          </p:cNvPr>
          <p:cNvCxnSpPr>
            <a:stCxn id="3" idx="1"/>
            <a:endCxn id="54" idx="1"/>
          </p:cNvCxnSpPr>
          <p:nvPr/>
        </p:nvCxnSpPr>
        <p:spPr>
          <a:xfrm rot="10800000" flipH="1" flipV="1">
            <a:off x="2287314" y="326305"/>
            <a:ext cx="24960" cy="1368404"/>
          </a:xfrm>
          <a:prstGeom prst="bentConnector3">
            <a:avLst>
              <a:gd name="adj1" fmla="val -68689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B848FD6-0E85-5859-C94D-3964FE0B19FD}"/>
              </a:ext>
            </a:extLst>
          </p:cNvPr>
          <p:cNvSpPr txBox="1"/>
          <p:nvPr/>
        </p:nvSpPr>
        <p:spPr>
          <a:xfrm>
            <a:off x="7087238" y="1417750"/>
            <a:ext cx="1767473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Name                       Amount Group:ID</a:t>
            </a:r>
          </a:p>
          <a:p>
            <a:pPr marL="171450" indent="-171450">
              <a:buAutoNum type="arabicPlain" startAt="1010"/>
            </a:pPr>
            <a:r>
              <a:rPr lang="en-US" sz="750" dirty="0"/>
              <a:t>  Purchase Price                    23</a:t>
            </a:r>
          </a:p>
          <a:p>
            <a:pPr marL="171450" indent="-171450">
              <a:buAutoNum type="arabicPlain" startAt="1010"/>
            </a:pPr>
            <a:r>
              <a:rPr lang="en-US" sz="750" dirty="0"/>
              <a:t>  Fixed Asset Value               23 </a:t>
            </a:r>
          </a:p>
          <a:p>
            <a:pPr marL="171450" indent="-171450">
              <a:buAutoNum type="arabicPlain" startAt="1010"/>
            </a:pPr>
            <a:r>
              <a:rPr lang="en-US" sz="750" dirty="0"/>
              <a:t> Total Amortization              23</a:t>
            </a:r>
          </a:p>
          <a:p>
            <a:pPr marL="171450" indent="-171450">
              <a:buAutoNum type="arabicPlain" startAt="1010"/>
            </a:pPr>
            <a:r>
              <a:rPr lang="en-US" sz="750" dirty="0"/>
              <a:t> Total Rent                             23</a:t>
            </a:r>
          </a:p>
          <a:p>
            <a:pPr marL="171450" indent="-171450">
              <a:buAutoNum type="arabicPlain" startAt="1010"/>
            </a:pPr>
            <a:r>
              <a:rPr lang="en-US" sz="750" dirty="0"/>
              <a:t> Total Interest                       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9AC457-9E75-941E-C4B6-6A553D0A5433}"/>
              </a:ext>
            </a:extLst>
          </p:cNvPr>
          <p:cNvSpPr txBox="1"/>
          <p:nvPr/>
        </p:nvSpPr>
        <p:spPr>
          <a:xfrm>
            <a:off x="7237897" y="430047"/>
            <a:ext cx="14661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Name</a:t>
            </a:r>
          </a:p>
          <a:p>
            <a:r>
              <a:rPr lang="en-US" sz="750" dirty="0"/>
              <a:t>23    Message </a:t>
            </a:r>
          </a:p>
          <a:p>
            <a:r>
              <a:rPr lang="en-US" sz="750" dirty="0"/>
              <a:t>231   Accrual</a:t>
            </a:r>
          </a:p>
          <a:p>
            <a:r>
              <a:rPr lang="en-US" sz="750" dirty="0"/>
              <a:t>232   Monthly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D5AE19F-22FC-0D1E-A8BE-A6B570CBA552}"/>
              </a:ext>
            </a:extLst>
          </p:cNvPr>
          <p:cNvCxnSpPr>
            <a:stCxn id="44" idx="2"/>
            <a:endCxn id="17" idx="0"/>
          </p:cNvCxnSpPr>
          <p:nvPr/>
        </p:nvCxnSpPr>
        <p:spPr>
          <a:xfrm flipH="1">
            <a:off x="7842085" y="411707"/>
            <a:ext cx="2291" cy="6546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6B06EBC3-5F1F-CF09-E55B-334BE585E76A}"/>
              </a:ext>
            </a:extLst>
          </p:cNvPr>
          <p:cNvSpPr/>
          <p:nvPr/>
        </p:nvSpPr>
        <p:spPr>
          <a:xfrm>
            <a:off x="142860" y="3974717"/>
            <a:ext cx="1584430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350" dirty="0"/>
              <a:t>PseudoAccount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E2A609-91D5-4D95-F818-8CC8B855907E}"/>
              </a:ext>
            </a:extLst>
          </p:cNvPr>
          <p:cNvSpPr/>
          <p:nvPr/>
        </p:nvSpPr>
        <p:spPr>
          <a:xfrm>
            <a:off x="498933" y="2627134"/>
            <a:ext cx="1584430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350" dirty="0"/>
              <a:t>ChartOfAccount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2AF106-18EA-7045-B309-56F058D27E2B}"/>
              </a:ext>
            </a:extLst>
          </p:cNvPr>
          <p:cNvSpPr/>
          <p:nvPr/>
        </p:nvSpPr>
        <p:spPr>
          <a:xfrm>
            <a:off x="4824523" y="2571751"/>
            <a:ext cx="1584430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350" dirty="0"/>
              <a:t>Accounting Rules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3AC7FB-CDA3-B84C-045F-FEDE4A12A03E}"/>
              </a:ext>
            </a:extLst>
          </p:cNvPr>
          <p:cNvSpPr txBox="1"/>
          <p:nvPr/>
        </p:nvSpPr>
        <p:spPr>
          <a:xfrm>
            <a:off x="23958" y="3078480"/>
            <a:ext cx="386862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Name		                  Description                     Order       Depth   </a:t>
            </a:r>
            <a:r>
              <a:rPr lang="en-US" sz="750" b="1" u="sng" dirty="0" err="1"/>
              <a:t>ParentID</a:t>
            </a:r>
            <a:endParaRPr lang="en-US" sz="750" b="1" u="sng" dirty="0"/>
          </a:p>
          <a:p>
            <a:r>
              <a:rPr lang="en-US" sz="750" dirty="0"/>
              <a:t>8        Accounts, Notes and Loan receivables    Account 1300 - 1399      1.2.1         2             7        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CB4F12-03F7-A719-CFBC-74AB07596C6C}"/>
              </a:ext>
            </a:extLst>
          </p:cNvPr>
          <p:cNvSpPr txBox="1"/>
          <p:nvPr/>
        </p:nvSpPr>
        <p:spPr>
          <a:xfrm>
            <a:off x="104619" y="4313444"/>
            <a:ext cx="25667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  </a:t>
            </a:r>
            <a:r>
              <a:rPr lang="en-US" sz="750" b="1" u="sng" dirty="0" err="1"/>
              <a:t>PseudoAccount</a:t>
            </a:r>
            <a:r>
              <a:rPr lang="en-US" sz="750" b="1" u="sng" dirty="0"/>
              <a:t>     Name               </a:t>
            </a:r>
          </a:p>
          <a:p>
            <a:pPr marL="171450" indent="-171450">
              <a:buAutoNum type="arabicPlain" startAt="341"/>
            </a:pPr>
            <a:r>
              <a:rPr lang="en-US" sz="750" dirty="0"/>
              <a:t>   140000                    Equipment Purchases   </a:t>
            </a:r>
          </a:p>
          <a:p>
            <a:pPr marL="171450" indent="-171450">
              <a:buAutoNum type="arabicPlain" startAt="341"/>
            </a:pPr>
            <a:r>
              <a:rPr lang="en-US" sz="750" dirty="0"/>
              <a:t>   140001	             Equipment Purchases– Direct Lease</a:t>
            </a:r>
          </a:p>
          <a:p>
            <a:pPr marL="171450" indent="-171450">
              <a:buFontTx/>
              <a:buAutoNum type="arabicPlain" startAt="341"/>
            </a:pPr>
            <a:r>
              <a:rPr lang="en-US" sz="750" dirty="0"/>
              <a:t>   140002                    Equipment Purchases– OP Lease</a:t>
            </a:r>
          </a:p>
          <a:p>
            <a:pPr marL="171450" indent="-171450">
              <a:buAutoNum type="arabicPlain" startAt="341"/>
            </a:pPr>
            <a:r>
              <a:rPr lang="en-US" sz="750" dirty="0"/>
              <a:t>   140000                    Equipment Purchases</a:t>
            </a:r>
          </a:p>
          <a:p>
            <a:pPr marL="171450" indent="-171450">
              <a:buAutoNum type="arabicPlain" startAt="341"/>
            </a:pPr>
            <a:r>
              <a:rPr lang="en-US" sz="750" dirty="0"/>
              <a:t>   192101                    Lease Rec - Curr Year Volume</a:t>
            </a:r>
          </a:p>
          <a:p>
            <a:pPr marL="171450" indent="-171450">
              <a:buAutoNum type="arabicPlain" startAt="341"/>
            </a:pPr>
            <a:r>
              <a:rPr lang="en-US" sz="750" dirty="0"/>
              <a:t>   192401                    Unearn Inc- Curr Year Volume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80F151-C66C-4123-0955-7E0BE35F323C}"/>
              </a:ext>
            </a:extLst>
          </p:cNvPr>
          <p:cNvSpPr txBox="1"/>
          <p:nvPr/>
        </p:nvSpPr>
        <p:spPr>
          <a:xfrm>
            <a:off x="2113679" y="3870470"/>
            <a:ext cx="22243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ChartOfAccount:ID       </a:t>
            </a:r>
            <a:r>
              <a:rPr lang="en-US" sz="750" b="1" u="sng" dirty="0" err="1"/>
              <a:t>PseudoAccount:ID</a:t>
            </a:r>
            <a:r>
              <a:rPr lang="en-US" sz="750" b="1" u="sng" dirty="0"/>
              <a:t>  </a:t>
            </a:r>
          </a:p>
          <a:p>
            <a:pPr marL="171450" indent="-171450">
              <a:buAutoNum type="arabicPlain" startAt="49"/>
            </a:pPr>
            <a:r>
              <a:rPr lang="en-US" sz="750" dirty="0"/>
              <a:t>            8                                           341 </a:t>
            </a:r>
          </a:p>
          <a:p>
            <a:pPr marL="171450" indent="-171450">
              <a:buFontTx/>
              <a:buAutoNum type="arabicPlain" startAt="49"/>
            </a:pPr>
            <a:r>
              <a:rPr lang="en-US" sz="750" dirty="0"/>
              <a:t>            8                                           342                   </a:t>
            </a:r>
          </a:p>
          <a:p>
            <a:pPr marL="171450" indent="-171450">
              <a:buFontTx/>
              <a:buAutoNum type="arabicPlain" startAt="49"/>
            </a:pPr>
            <a:r>
              <a:rPr lang="en-US" sz="750" dirty="0"/>
              <a:t>            8                                           343                                 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84BE1FF8-B422-E0C8-8CC2-874EE79D2B63}"/>
              </a:ext>
            </a:extLst>
          </p:cNvPr>
          <p:cNvCxnSpPr>
            <a:stCxn id="27" idx="3"/>
            <a:endCxn id="45" idx="0"/>
          </p:cNvCxnSpPr>
          <p:nvPr/>
        </p:nvCxnSpPr>
        <p:spPr>
          <a:xfrm>
            <a:off x="2083363" y="2808288"/>
            <a:ext cx="1037849" cy="710094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D724AB95-2E7A-EDC2-D692-187357B9A978}"/>
              </a:ext>
            </a:extLst>
          </p:cNvPr>
          <p:cNvCxnSpPr>
            <a:stCxn id="26" idx="3"/>
            <a:endCxn id="45" idx="2"/>
          </p:cNvCxnSpPr>
          <p:nvPr/>
        </p:nvCxnSpPr>
        <p:spPr>
          <a:xfrm flipV="1">
            <a:off x="1727290" y="3880692"/>
            <a:ext cx="1393922" cy="275180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0B604FD1-0EC6-71FA-A9EA-C36F26478572}"/>
              </a:ext>
            </a:extLst>
          </p:cNvPr>
          <p:cNvCxnSpPr>
            <a:cxnSpLocks/>
            <a:stCxn id="45" idx="3"/>
            <a:endCxn id="12" idx="1"/>
          </p:cNvCxnSpPr>
          <p:nvPr/>
        </p:nvCxnSpPr>
        <p:spPr>
          <a:xfrm>
            <a:off x="3913426" y="3699537"/>
            <a:ext cx="2395449" cy="235772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3E193B02-08F1-9F6F-9579-512B975DA46F}"/>
              </a:ext>
            </a:extLst>
          </p:cNvPr>
          <p:cNvCxnSpPr>
            <a:cxnSpLocks/>
            <a:endCxn id="28" idx="3"/>
          </p:cNvCxnSpPr>
          <p:nvPr/>
        </p:nvCxnSpPr>
        <p:spPr>
          <a:xfrm rot="16200000" flipV="1">
            <a:off x="6356826" y="2805032"/>
            <a:ext cx="1015351" cy="911097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92328F1-AF07-DFF6-CEE2-6272D43477AB}"/>
              </a:ext>
            </a:extLst>
          </p:cNvPr>
          <p:cNvSpPr txBox="1"/>
          <p:nvPr/>
        </p:nvSpPr>
        <p:spPr>
          <a:xfrm>
            <a:off x="4142767" y="2933379"/>
            <a:ext cx="400813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 Accounting </a:t>
            </a:r>
            <a:r>
              <a:rPr lang="en-US" sz="750" b="1" u="sng" dirty="0" err="1"/>
              <a:t>Formulas:ID</a:t>
            </a:r>
            <a:r>
              <a:rPr lang="en-US" sz="750" b="1" u="sng" dirty="0"/>
              <a:t>   Accounting </a:t>
            </a:r>
            <a:r>
              <a:rPr lang="en-US" sz="750" b="1" u="sng" dirty="0" err="1"/>
              <a:t>Ledger:ID</a:t>
            </a:r>
            <a:r>
              <a:rPr lang="en-US" sz="750" b="1" u="sng" dirty="0"/>
              <a:t>      AccountingEvent ID             Debit/Credit</a:t>
            </a:r>
          </a:p>
          <a:p>
            <a:r>
              <a:rPr lang="en-US" sz="750" dirty="0"/>
              <a:t>672                 43                                         531                                  77                                           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B8A92C0-827A-42DF-1E10-91147C239A61}"/>
              </a:ext>
            </a:extLst>
          </p:cNvPr>
          <p:cNvSpPr/>
          <p:nvPr/>
        </p:nvSpPr>
        <p:spPr>
          <a:xfrm>
            <a:off x="297536" y="342597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Accounting Class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24A2CD8-2519-3029-DA46-486CA4B5C2A5}"/>
              </a:ext>
            </a:extLst>
          </p:cNvPr>
          <p:cNvSpPr/>
          <p:nvPr/>
        </p:nvSpPr>
        <p:spPr>
          <a:xfrm>
            <a:off x="294789" y="1143796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Accounting Ledger</a:t>
            </a:r>
            <a:endParaRPr lang="en-US" sz="1350" dirty="0">
              <a:solidFill>
                <a:srgbClr val="FF0000"/>
              </a:solidFill>
            </a:endParaRP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095EE953-68F4-8562-8D62-06523DE702F6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6208523" y="1598906"/>
            <a:ext cx="688665" cy="2169351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5145E2E-9815-6D90-2F61-9DEE1CD4A52B}"/>
              </a:ext>
            </a:extLst>
          </p:cNvPr>
          <p:cNvSpPr txBox="1"/>
          <p:nvPr/>
        </p:nvSpPr>
        <p:spPr>
          <a:xfrm>
            <a:off x="145755" y="1491505"/>
            <a:ext cx="17449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  Name               Accounting Class: ID  </a:t>
            </a:r>
          </a:p>
          <a:p>
            <a:pPr marL="171450" indent="-171450">
              <a:buAutoNum type="arabicPlain" startAt="531"/>
            </a:pPr>
            <a:r>
              <a:rPr lang="en-US" sz="750" dirty="0"/>
              <a:t>Local Legal               21</a:t>
            </a:r>
          </a:p>
          <a:p>
            <a:pPr marL="171450" indent="-171450">
              <a:buAutoNum type="arabicPlain" startAt="531"/>
            </a:pPr>
            <a:r>
              <a:rPr lang="en-US" sz="750" dirty="0"/>
              <a:t>US GAAP                   21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7C2E52-1607-E067-86FE-9F2A0A854C02}"/>
              </a:ext>
            </a:extLst>
          </p:cNvPr>
          <p:cNvSpPr txBox="1"/>
          <p:nvPr/>
        </p:nvSpPr>
        <p:spPr>
          <a:xfrm>
            <a:off x="207571" y="704443"/>
            <a:ext cx="15738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   Name               Legal Entity: ID  </a:t>
            </a:r>
          </a:p>
          <a:p>
            <a:r>
              <a:rPr lang="en-US" sz="750" dirty="0"/>
              <a:t>2323   PF-Contract              21</a:t>
            </a:r>
          </a:p>
          <a:p>
            <a:r>
              <a:rPr lang="en-US" sz="750" dirty="0"/>
              <a:t>2324  AR-Invoicing              21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0019432-F79D-26A6-DB92-01FBA520541F}"/>
              </a:ext>
            </a:extLst>
          </p:cNvPr>
          <p:cNvSpPr/>
          <p:nvPr/>
        </p:nvSpPr>
        <p:spPr>
          <a:xfrm>
            <a:off x="302512" y="-44699"/>
            <a:ext cx="1384001" cy="290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50" b="1" u="sng" dirty="0"/>
              <a:t>Legal Entity = ALS = ID 21</a:t>
            </a:r>
            <a:endParaRPr lang="en-US" sz="750" b="1" u="sng" dirty="0">
              <a:solidFill>
                <a:srgbClr val="FF0000"/>
              </a:solidFill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CF02B99-2445-DDA4-BD75-E7BC8D440DBA}"/>
              </a:ext>
            </a:extLst>
          </p:cNvPr>
          <p:cNvCxnSpPr>
            <a:stCxn id="60" idx="2"/>
            <a:endCxn id="48" idx="0"/>
          </p:cNvCxnSpPr>
          <p:nvPr/>
        </p:nvCxnSpPr>
        <p:spPr>
          <a:xfrm flipH="1">
            <a:off x="989537" y="245839"/>
            <a:ext cx="4976" cy="967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33BA4A1-7863-B9CD-94BA-520ABE2561FC}"/>
              </a:ext>
            </a:extLst>
          </p:cNvPr>
          <p:cNvCxnSpPr>
            <a:stCxn id="59" idx="0"/>
            <a:endCxn id="49" idx="0"/>
          </p:cNvCxnSpPr>
          <p:nvPr/>
        </p:nvCxnSpPr>
        <p:spPr>
          <a:xfrm flipH="1">
            <a:off x="986790" y="704443"/>
            <a:ext cx="7724" cy="4393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F1FF03AA-292F-4D22-E2E2-594C9AD15862}"/>
              </a:ext>
            </a:extLst>
          </p:cNvPr>
          <p:cNvCxnSpPr>
            <a:stCxn id="58" idx="0"/>
            <a:endCxn id="28" idx="0"/>
          </p:cNvCxnSpPr>
          <p:nvPr/>
        </p:nvCxnSpPr>
        <p:spPr>
          <a:xfrm rot="16200000" flipH="1">
            <a:off x="2777372" y="-267615"/>
            <a:ext cx="1080246" cy="4598486"/>
          </a:xfrm>
          <a:prstGeom prst="bentConnector3">
            <a:avLst>
              <a:gd name="adj1" fmla="val -21162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ABB63A2E-7F04-E868-36C9-91689065CD7A}"/>
              </a:ext>
            </a:extLst>
          </p:cNvPr>
          <p:cNvCxnSpPr>
            <a:stCxn id="15" idx="1"/>
            <a:endCxn id="54" idx="3"/>
          </p:cNvCxnSpPr>
          <p:nvPr/>
        </p:nvCxnSpPr>
        <p:spPr>
          <a:xfrm rot="10800000" flipV="1">
            <a:off x="3696276" y="1598905"/>
            <a:ext cx="1128248" cy="95804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73D01FAF-2670-2E40-4342-9AF4A88BB178}"/>
              </a:ext>
            </a:extLst>
          </p:cNvPr>
          <p:cNvCxnSpPr>
            <a:cxnSpLocks/>
            <a:stCxn id="54" idx="2"/>
          </p:cNvCxnSpPr>
          <p:nvPr/>
        </p:nvCxnSpPr>
        <p:spPr>
          <a:xfrm rot="16200000" flipH="1">
            <a:off x="2392112" y="2488026"/>
            <a:ext cx="1642518" cy="41819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7898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E585A9-3FBF-DECB-DBF6-FFD2E374D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3" y="57150"/>
            <a:ext cx="2831510" cy="26717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4BAF12-3B6F-C7B9-D6DC-8F724F980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302" y="157163"/>
            <a:ext cx="2814847" cy="29375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479C83-9507-01F1-18D2-5AB8C2E2A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594" y="157163"/>
            <a:ext cx="2937286" cy="35181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576658-37B0-A17E-388F-FBD30A793B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3594" y="3675314"/>
            <a:ext cx="2937286" cy="91738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DAC423B-7637-4FB5-FF96-F6EB7349A2BF}"/>
              </a:ext>
            </a:extLst>
          </p:cNvPr>
          <p:cNvSpPr/>
          <p:nvPr/>
        </p:nvSpPr>
        <p:spPr>
          <a:xfrm>
            <a:off x="552018" y="2728913"/>
            <a:ext cx="1584430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350" dirty="0"/>
              <a:t>ChartOfAccount</a:t>
            </a:r>
            <a:endParaRPr lang="en-US" sz="1350" dirty="0">
              <a:solidFill>
                <a:srgbClr val="FF0000"/>
              </a:solidFill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DE341AA4-001F-A987-31CB-D15CCF9D58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1" y="3167502"/>
            <a:ext cx="2247200" cy="165459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6FCE261-0234-3A24-9077-36DB24E2176C}"/>
              </a:ext>
            </a:extLst>
          </p:cNvPr>
          <p:cNvSpPr/>
          <p:nvPr/>
        </p:nvSpPr>
        <p:spPr>
          <a:xfrm>
            <a:off x="3456727" y="3337832"/>
            <a:ext cx="1584430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350" dirty="0"/>
              <a:t>PseudoAccountCOA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3BBCB2-99B8-F305-2990-66E950ACE428}"/>
              </a:ext>
            </a:extLst>
          </p:cNvPr>
          <p:cNvSpPr/>
          <p:nvPr/>
        </p:nvSpPr>
        <p:spPr>
          <a:xfrm>
            <a:off x="1914733" y="4289460"/>
            <a:ext cx="1584430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350" dirty="0"/>
              <a:t>PseudoAccount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00AE04-4E6D-A3FA-333E-11E92A0CB6A2}"/>
              </a:ext>
            </a:extLst>
          </p:cNvPr>
          <p:cNvSpPr txBox="1"/>
          <p:nvPr/>
        </p:nvSpPr>
        <p:spPr>
          <a:xfrm>
            <a:off x="1798988" y="4641805"/>
            <a:ext cx="2566736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  </a:t>
            </a:r>
            <a:r>
              <a:rPr lang="en-US" sz="750" b="1" u="sng" dirty="0" err="1"/>
              <a:t>PseudoAccount</a:t>
            </a:r>
            <a:r>
              <a:rPr lang="en-US" sz="750" b="1" u="sng" dirty="0"/>
              <a:t>     Name               </a:t>
            </a:r>
          </a:p>
          <a:p>
            <a:pPr marL="171450" indent="-171450">
              <a:buAutoNum type="arabicPlain" startAt="341"/>
            </a:pPr>
            <a:r>
              <a:rPr lang="en-US" sz="750" dirty="0"/>
              <a:t>   140000                    Equipment Purchases   </a:t>
            </a:r>
          </a:p>
          <a:p>
            <a:pPr marL="171450" indent="-171450">
              <a:buAutoNum type="arabicPlain" startAt="341"/>
            </a:pPr>
            <a:r>
              <a:rPr lang="en-US" sz="750" dirty="0"/>
              <a:t>   140001	             Equipment Purchases– Direct Lease</a:t>
            </a:r>
          </a:p>
          <a:p>
            <a:pPr marL="171450" indent="-171450">
              <a:buFontTx/>
              <a:buAutoNum type="arabicPlain" startAt="341"/>
            </a:pPr>
            <a:r>
              <a:rPr lang="en-US" sz="750" dirty="0"/>
              <a:t>   140002                    Equipment Purchases– OP Lease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0C3769-C006-BB67-E069-879BD36DA469}"/>
              </a:ext>
            </a:extLst>
          </p:cNvPr>
          <p:cNvSpPr txBox="1"/>
          <p:nvPr/>
        </p:nvSpPr>
        <p:spPr>
          <a:xfrm>
            <a:off x="3253536" y="3729343"/>
            <a:ext cx="22243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ChartOfAccount:ID       </a:t>
            </a:r>
            <a:r>
              <a:rPr lang="en-US" sz="750" b="1" u="sng" dirty="0" err="1"/>
              <a:t>PseudoAccount:ID</a:t>
            </a:r>
            <a:r>
              <a:rPr lang="en-US" sz="750" b="1" u="sng" dirty="0"/>
              <a:t>  </a:t>
            </a:r>
          </a:p>
          <a:p>
            <a:pPr marL="171450" indent="-171450">
              <a:buAutoNum type="arabicPlain" startAt="49"/>
            </a:pPr>
            <a:r>
              <a:rPr lang="en-US" sz="750" dirty="0"/>
              <a:t>           17                                           341 </a:t>
            </a:r>
          </a:p>
          <a:p>
            <a:pPr marL="171450" indent="-171450">
              <a:buFontTx/>
              <a:buAutoNum type="arabicPlain" startAt="49"/>
            </a:pPr>
            <a:r>
              <a:rPr lang="en-US" sz="750" dirty="0"/>
              <a:t>           17                                           342                   </a:t>
            </a:r>
          </a:p>
          <a:p>
            <a:pPr marL="171450" indent="-171450">
              <a:buFontTx/>
              <a:buAutoNum type="arabicPlain" startAt="49"/>
            </a:pPr>
            <a:r>
              <a:rPr lang="en-US" sz="750" dirty="0"/>
              <a:t>           17                                           343                                 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228FDB18-BDB2-47E0-43D8-4CFF2356B878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136447" y="2910067"/>
            <a:ext cx="1320280" cy="50750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AD3B3EA-8BA1-321A-3F58-FB311DDD960A}"/>
              </a:ext>
            </a:extLst>
          </p:cNvPr>
          <p:cNvCxnSpPr>
            <a:cxnSpLocks/>
            <a:stCxn id="5" idx="0"/>
          </p:cNvCxnSpPr>
          <p:nvPr/>
        </p:nvCxnSpPr>
        <p:spPr>
          <a:xfrm rot="5400000" flipH="1" flipV="1">
            <a:off x="2743048" y="3575781"/>
            <a:ext cx="677579" cy="749779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01ECD69-164E-80F4-BDF0-8FBC507D22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5785" y="3518986"/>
            <a:ext cx="1764752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6791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2A776CE-8BCB-0730-DAA5-34AD867D2CB7}"/>
              </a:ext>
            </a:extLst>
          </p:cNvPr>
          <p:cNvSpPr/>
          <p:nvPr/>
        </p:nvSpPr>
        <p:spPr>
          <a:xfrm>
            <a:off x="4838662" y="1052604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Formula Condition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24B545-E82A-5162-2DE5-02175BBEC904}"/>
              </a:ext>
            </a:extLst>
          </p:cNvPr>
          <p:cNvSpPr/>
          <p:nvPr/>
        </p:nvSpPr>
        <p:spPr>
          <a:xfrm>
            <a:off x="7150084" y="1066384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Amount Type</a:t>
            </a:r>
            <a:endParaRPr lang="en-US" sz="1350" dirty="0">
              <a:solidFill>
                <a:srgbClr val="FF0000"/>
              </a:solidFill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31E34120-FD23-5E55-E92C-754C779AC2C1}"/>
              </a:ext>
            </a:extLst>
          </p:cNvPr>
          <p:cNvCxnSpPr>
            <a:cxnSpLocks/>
            <a:stCxn id="6" idx="2"/>
          </p:cNvCxnSpPr>
          <p:nvPr/>
        </p:nvCxnSpPr>
        <p:spPr>
          <a:xfrm rot="5400000">
            <a:off x="6514172" y="2607396"/>
            <a:ext cx="2506616" cy="149210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5B6B141-746D-099D-EA64-BD98810E137E}"/>
              </a:ext>
            </a:extLst>
          </p:cNvPr>
          <p:cNvSpPr/>
          <p:nvPr/>
        </p:nvSpPr>
        <p:spPr>
          <a:xfrm>
            <a:off x="7152376" y="49399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Amount Group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1EB03F-CA0E-A68E-3D73-40F9DA1F1DEB}"/>
              </a:ext>
            </a:extLst>
          </p:cNvPr>
          <p:cNvSpPr txBox="1"/>
          <p:nvPr/>
        </p:nvSpPr>
        <p:spPr>
          <a:xfrm>
            <a:off x="4797154" y="1376621"/>
            <a:ext cx="166914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Name</a:t>
            </a:r>
          </a:p>
          <a:p>
            <a:r>
              <a:rPr lang="en-US" sz="750" dirty="0"/>
              <a:t>34     Check What accounting product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2EA999-D1C6-ED79-7F58-5B9DCC2400B0}"/>
              </a:ext>
            </a:extLst>
          </p:cNvPr>
          <p:cNvSpPr/>
          <p:nvPr/>
        </p:nvSpPr>
        <p:spPr>
          <a:xfrm>
            <a:off x="1751074" y="1055442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Conditions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91212F-2714-8B27-F05D-2ABAEEC8D322}"/>
              </a:ext>
            </a:extLst>
          </p:cNvPr>
          <p:cNvSpPr txBox="1"/>
          <p:nvPr/>
        </p:nvSpPr>
        <p:spPr>
          <a:xfrm>
            <a:off x="223972" y="1466621"/>
            <a:ext cx="44169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Level   Formula Condition ID       </a:t>
            </a:r>
            <a:r>
              <a:rPr lang="en-US" sz="750" b="1" u="sng" dirty="0" err="1"/>
              <a:t>ConditionValues:ID</a:t>
            </a:r>
            <a:r>
              <a:rPr lang="en-US" sz="750" b="1" u="sng" dirty="0"/>
              <a:t>     </a:t>
            </a:r>
            <a:r>
              <a:rPr lang="en-US" sz="750" b="1" u="sng" dirty="0" err="1"/>
              <a:t>PseudoAccountCOA:ID</a:t>
            </a:r>
            <a:r>
              <a:rPr lang="en-US" sz="750" b="1" u="sng" dirty="0"/>
              <a:t>    Value                Operator </a:t>
            </a:r>
          </a:p>
          <a:p>
            <a:pPr marL="171450" indent="-171450">
              <a:buAutoNum type="arabicPlain" startAt="64"/>
            </a:pPr>
            <a:r>
              <a:rPr lang="en-US" sz="750" dirty="0"/>
              <a:t>    1                 34                                           66                                         50                         Direct Lease</a:t>
            </a:r>
          </a:p>
          <a:p>
            <a:pPr marL="171450" indent="-171450">
              <a:buFontTx/>
              <a:buAutoNum type="arabicPlain" startAt="64"/>
            </a:pPr>
            <a:r>
              <a:rPr lang="en-US" sz="750" dirty="0"/>
              <a:t>    1                 34                                           66                                         51                         OP Lease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159BBC-0A76-70E2-4180-C8319A9714DF}"/>
              </a:ext>
            </a:extLst>
          </p:cNvPr>
          <p:cNvSpPr txBox="1"/>
          <p:nvPr/>
        </p:nvSpPr>
        <p:spPr>
          <a:xfrm>
            <a:off x="573618" y="426712"/>
            <a:ext cx="154385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Name</a:t>
            </a:r>
            <a:endParaRPr lang="en-US" sz="750" dirty="0"/>
          </a:p>
          <a:p>
            <a:r>
              <a:rPr lang="en-US" sz="750" dirty="0"/>
              <a:t>66   Accounting Product</a:t>
            </a:r>
          </a:p>
          <a:p>
            <a:r>
              <a:rPr lang="en-US" sz="750" dirty="0"/>
              <a:t>67   Invoice type</a:t>
            </a:r>
          </a:p>
          <a:p>
            <a:pPr marL="171450" indent="-171450">
              <a:buAutoNum type="arabicPlain" startAt="68"/>
            </a:pPr>
            <a:r>
              <a:rPr lang="en-US" sz="750" dirty="0"/>
              <a:t>Payment Method</a:t>
            </a:r>
          </a:p>
          <a:p>
            <a:pPr marL="171450" indent="-171450">
              <a:buAutoNum type="arabicPlain" startAt="68"/>
            </a:pPr>
            <a:r>
              <a:rPr lang="en-US" sz="750" dirty="0"/>
              <a:t>Amount Code  </a:t>
            </a:r>
          </a:p>
          <a:p>
            <a:pPr marL="171450" indent="-171450">
              <a:buAutoNum type="arabicPlain" startAt="68"/>
            </a:pPr>
            <a:r>
              <a:rPr lang="en-US" sz="750" dirty="0"/>
              <a:t>Portfolio              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45DC9A-9FBD-0CBF-611B-3E16059E8E8B}"/>
              </a:ext>
            </a:extLst>
          </p:cNvPr>
          <p:cNvSpPr/>
          <p:nvPr/>
        </p:nvSpPr>
        <p:spPr>
          <a:xfrm>
            <a:off x="367074" y="67738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Condition Values</a:t>
            </a:r>
            <a:endParaRPr lang="en-US" sz="1350" dirty="0">
              <a:solidFill>
                <a:srgbClr val="FF0000"/>
              </a:solidFill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13AB8018-26EC-6D1F-E463-856F9E253A3C}"/>
              </a:ext>
            </a:extLst>
          </p:cNvPr>
          <p:cNvCxnSpPr>
            <a:stCxn id="15" idx="1"/>
            <a:endCxn id="12" idx="1"/>
          </p:cNvCxnSpPr>
          <p:nvPr/>
        </p:nvCxnSpPr>
        <p:spPr>
          <a:xfrm rot="10800000" flipH="1" flipV="1">
            <a:off x="367074" y="248893"/>
            <a:ext cx="1384001" cy="987704"/>
          </a:xfrm>
          <a:prstGeom prst="bentConnector3">
            <a:avLst>
              <a:gd name="adj1" fmla="val -1238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0F0D100-E8B3-9219-480F-DFD3C1394955}"/>
              </a:ext>
            </a:extLst>
          </p:cNvPr>
          <p:cNvSpPr txBox="1"/>
          <p:nvPr/>
        </p:nvSpPr>
        <p:spPr>
          <a:xfrm>
            <a:off x="7237897" y="430047"/>
            <a:ext cx="14661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Name</a:t>
            </a:r>
          </a:p>
          <a:p>
            <a:r>
              <a:rPr lang="en-US" sz="750" dirty="0"/>
              <a:t>23    Message </a:t>
            </a:r>
          </a:p>
          <a:p>
            <a:r>
              <a:rPr lang="en-US" sz="750" dirty="0"/>
              <a:t>231   Accrual</a:t>
            </a:r>
          </a:p>
          <a:p>
            <a:r>
              <a:rPr lang="en-US" sz="750" dirty="0"/>
              <a:t>232   Monthly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4C1B695-31E3-EFCB-704B-71271DD0436D}"/>
              </a:ext>
            </a:extLst>
          </p:cNvPr>
          <p:cNvCxnSpPr>
            <a:stCxn id="9" idx="2"/>
            <a:endCxn id="6" idx="0"/>
          </p:cNvCxnSpPr>
          <p:nvPr/>
        </p:nvCxnSpPr>
        <p:spPr>
          <a:xfrm flipH="1">
            <a:off x="7842085" y="411707"/>
            <a:ext cx="2291" cy="6546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013242D1-B5E3-3013-AA07-7F01AF9313A2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222663" y="1233759"/>
            <a:ext cx="663913" cy="2520395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ED2916E-C82D-DE95-9A6C-FF2B0DEE6DE6}"/>
              </a:ext>
            </a:extLst>
          </p:cNvPr>
          <p:cNvSpPr/>
          <p:nvPr/>
        </p:nvSpPr>
        <p:spPr>
          <a:xfrm>
            <a:off x="6308875" y="3754154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Formula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55CD0E-A8AF-DA5B-D328-6AB564D7F2A9}"/>
              </a:ext>
            </a:extLst>
          </p:cNvPr>
          <p:cNvSpPr txBox="1"/>
          <p:nvPr/>
        </p:nvSpPr>
        <p:spPr>
          <a:xfrm>
            <a:off x="4173583" y="4325552"/>
            <a:ext cx="486903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Name   Description                                        AmountTypeID     </a:t>
            </a:r>
            <a:r>
              <a:rPr lang="en-US" sz="750" b="1" u="sng" dirty="0" err="1"/>
              <a:t>FormulaCondition:ID</a:t>
            </a:r>
            <a:r>
              <a:rPr lang="en-US" sz="750" b="1" u="sng" dirty="0"/>
              <a:t>                </a:t>
            </a:r>
            <a:r>
              <a:rPr lang="en-US" sz="750" b="1" u="sng" dirty="0" err="1"/>
              <a:t>PseudoAccountCOA:ID</a:t>
            </a:r>
            <a:r>
              <a:rPr lang="en-US" sz="750" b="1" u="sng" dirty="0"/>
              <a:t>  </a:t>
            </a:r>
          </a:p>
          <a:p>
            <a:pPr marL="171450" indent="-171450">
              <a:buAutoNum type="arabicPlain" startAt="43"/>
            </a:pPr>
            <a:r>
              <a:rPr lang="en-US" sz="750" dirty="0"/>
              <a:t>PF-014    Fixed Asset Value from the Line.             1011                             34                                                   49</a:t>
            </a:r>
          </a:p>
          <a:p>
            <a:pPr marL="171450" indent="-171450">
              <a:buAutoNum type="arabicPlain" startAt="43"/>
            </a:pPr>
            <a:r>
              <a:rPr lang="en-US" sz="750" dirty="0"/>
              <a:t>PF-061    Sum of all Period amortizations               1012</a:t>
            </a:r>
          </a:p>
          <a:p>
            <a:pPr marL="171450" indent="-171450">
              <a:buAutoNum type="arabicPlain" startAt="43"/>
            </a:pPr>
            <a:r>
              <a:rPr lang="en-US" sz="750" dirty="0"/>
              <a:t>PF-062    Sum of all Period rents                               1013</a:t>
            </a:r>
          </a:p>
          <a:p>
            <a:pPr marL="171450" indent="-171450">
              <a:buAutoNum type="arabicPlain" startAt="43"/>
            </a:pPr>
            <a:r>
              <a:rPr lang="en-US" sz="750" dirty="0"/>
              <a:t>PF-062    Sum of all Period interests                         1014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A696EEA-7B04-2D52-0147-AD6F9B1A4873}"/>
              </a:ext>
            </a:extLst>
          </p:cNvPr>
          <p:cNvCxnSpPr>
            <a:stCxn id="12" idx="3"/>
            <a:endCxn id="5" idx="1"/>
          </p:cNvCxnSpPr>
          <p:nvPr/>
        </p:nvCxnSpPr>
        <p:spPr>
          <a:xfrm flipV="1">
            <a:off x="3135075" y="1233758"/>
            <a:ext cx="1703588" cy="28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C084F29-41A7-EAD0-E771-782A8B50F4A1}"/>
              </a:ext>
            </a:extLst>
          </p:cNvPr>
          <p:cNvSpPr txBox="1"/>
          <p:nvPr/>
        </p:nvSpPr>
        <p:spPr>
          <a:xfrm>
            <a:off x="7087238" y="1417750"/>
            <a:ext cx="1767473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Name                       Amount Group:ID</a:t>
            </a:r>
          </a:p>
          <a:p>
            <a:pPr marL="171450" indent="-171450">
              <a:buAutoNum type="arabicPlain" startAt="1010"/>
            </a:pPr>
            <a:r>
              <a:rPr lang="en-US" sz="750" dirty="0"/>
              <a:t>  Purchase Price                    23</a:t>
            </a:r>
          </a:p>
          <a:p>
            <a:pPr marL="171450" indent="-171450">
              <a:buAutoNum type="arabicPlain" startAt="1010"/>
            </a:pPr>
            <a:r>
              <a:rPr lang="en-US" sz="750" dirty="0"/>
              <a:t>  Fixed Asset Value               23 </a:t>
            </a:r>
          </a:p>
          <a:p>
            <a:pPr marL="171450" indent="-171450">
              <a:buAutoNum type="arabicPlain" startAt="1010"/>
            </a:pPr>
            <a:r>
              <a:rPr lang="en-US" sz="750" dirty="0"/>
              <a:t> Total Amortization              23</a:t>
            </a:r>
          </a:p>
          <a:p>
            <a:pPr marL="171450" indent="-171450">
              <a:buAutoNum type="arabicPlain" startAt="1010"/>
            </a:pPr>
            <a:r>
              <a:rPr lang="en-US" sz="750" dirty="0"/>
              <a:t> Total Rent                             23</a:t>
            </a:r>
          </a:p>
          <a:p>
            <a:pPr marL="171450" indent="-171450">
              <a:buAutoNum type="arabicPlain" startAt="1010"/>
            </a:pPr>
            <a:r>
              <a:rPr lang="en-US" sz="750" dirty="0"/>
              <a:t> Total Interest                       23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62B5997-1EBB-CEFB-9F9E-2496F2C50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99" y="1846975"/>
            <a:ext cx="6116944" cy="240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193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DA655FC-32BE-5AD5-41D4-5D44C7FDC5F4}"/>
              </a:ext>
            </a:extLst>
          </p:cNvPr>
          <p:cNvSpPr/>
          <p:nvPr/>
        </p:nvSpPr>
        <p:spPr>
          <a:xfrm>
            <a:off x="3091740" y="1688875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Formula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5FBD39-614A-6D89-0307-CB75C091CEA7}"/>
              </a:ext>
            </a:extLst>
          </p:cNvPr>
          <p:cNvSpPr/>
          <p:nvPr/>
        </p:nvSpPr>
        <p:spPr>
          <a:xfrm>
            <a:off x="3037507" y="22464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Accounting Event</a:t>
            </a:r>
            <a:endParaRPr lang="en-US" sz="1350" dirty="0">
              <a:solidFill>
                <a:srgbClr val="FF0000"/>
              </a:solidFill>
            </a:endParaRP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77FB0602-4EAC-D98B-1C71-C6E4F3CDFBEF}"/>
              </a:ext>
            </a:extLst>
          </p:cNvPr>
          <p:cNvCxnSpPr>
            <a:cxnSpLocks/>
            <a:stCxn id="13" idx="2"/>
            <a:endCxn id="28" idx="0"/>
          </p:cNvCxnSpPr>
          <p:nvPr/>
        </p:nvCxnSpPr>
        <p:spPr>
          <a:xfrm rot="5400000">
            <a:off x="3554115" y="560165"/>
            <a:ext cx="350784" cy="952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0190FA0-F4F8-7AD6-8692-91FAB39185FA}"/>
              </a:ext>
            </a:extLst>
          </p:cNvPr>
          <p:cNvSpPr txBox="1"/>
          <p:nvPr/>
        </p:nvSpPr>
        <p:spPr>
          <a:xfrm>
            <a:off x="1781457" y="2078588"/>
            <a:ext cx="470132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Name   Description                                             AmountTypeID     </a:t>
            </a:r>
            <a:r>
              <a:rPr lang="en-US" sz="750" b="1" u="sng" dirty="0" err="1"/>
              <a:t>FormulaCondition:ID</a:t>
            </a:r>
            <a:r>
              <a:rPr lang="en-US" sz="750" b="1" u="sng" dirty="0"/>
              <a:t>       </a:t>
            </a:r>
            <a:r>
              <a:rPr lang="en-US" sz="750" b="1" u="sng" dirty="0" err="1"/>
              <a:t>PseudoAccountCOA:ID</a:t>
            </a:r>
            <a:r>
              <a:rPr lang="en-US" sz="750" b="1" u="sng" dirty="0"/>
              <a:t>  </a:t>
            </a:r>
          </a:p>
          <a:p>
            <a:pPr marL="171450" indent="-171450">
              <a:buAutoNum type="arabicPlain" startAt="43"/>
            </a:pPr>
            <a:r>
              <a:rPr lang="en-US" sz="750" dirty="0"/>
              <a:t>PF-014    Fixed Asset Value from the Line.              1011                             34                                             49</a:t>
            </a:r>
          </a:p>
          <a:p>
            <a:pPr marL="171450" indent="-171450">
              <a:buAutoNum type="arabicPlain" startAt="43"/>
            </a:pPr>
            <a:r>
              <a:rPr lang="en-US" sz="750" dirty="0"/>
              <a:t>PF-061    Sum of all Period amortizations               1012</a:t>
            </a:r>
          </a:p>
          <a:p>
            <a:pPr marL="171450" indent="-171450">
              <a:buAutoNum type="arabicPlain" startAt="43"/>
            </a:pPr>
            <a:r>
              <a:rPr lang="en-US" sz="750" dirty="0"/>
              <a:t>PF-062    Sum of all Period rents                               1013</a:t>
            </a:r>
          </a:p>
          <a:p>
            <a:pPr marL="171450" indent="-171450">
              <a:buAutoNum type="arabicPlain" startAt="43"/>
            </a:pPr>
            <a:r>
              <a:rPr lang="en-US" sz="750" dirty="0"/>
              <a:t>PF-062    Sum of all Period interests                         1014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A9DB8A-E6F9-20D7-E31C-9DB3003A1C10}"/>
              </a:ext>
            </a:extLst>
          </p:cNvPr>
          <p:cNvSpPr txBox="1"/>
          <p:nvPr/>
        </p:nvSpPr>
        <p:spPr>
          <a:xfrm>
            <a:off x="2612527" y="336994"/>
            <a:ext cx="2109968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Name           Calculation Date         Event Date                </a:t>
            </a:r>
          </a:p>
          <a:p>
            <a:r>
              <a:rPr lang="en-US" sz="750" dirty="0"/>
              <a:t>77     Activation          No                                  Yes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2AF106-18EA-7045-B309-56F058D27E2B}"/>
              </a:ext>
            </a:extLst>
          </p:cNvPr>
          <p:cNvSpPr/>
          <p:nvPr/>
        </p:nvSpPr>
        <p:spPr>
          <a:xfrm>
            <a:off x="2937292" y="735557"/>
            <a:ext cx="1584430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350" dirty="0"/>
              <a:t>Accounting Rules</a:t>
            </a:r>
            <a:endParaRPr lang="en-US" sz="1350" dirty="0">
              <a:solidFill>
                <a:srgbClr val="FF0000"/>
              </a:solidFill>
            </a:endParaRP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3E193B02-08F1-9F6F-9579-512B975DA46F}"/>
              </a:ext>
            </a:extLst>
          </p:cNvPr>
          <p:cNvCxnSpPr>
            <a:cxnSpLocks/>
            <a:stCxn id="12" idx="0"/>
          </p:cNvCxnSpPr>
          <p:nvPr/>
        </p:nvCxnSpPr>
        <p:spPr>
          <a:xfrm rot="5400000" flipH="1" flipV="1">
            <a:off x="3516402" y="1365206"/>
            <a:ext cx="591006" cy="5633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92328F1-AF07-DFF6-CEE2-6272D43477AB}"/>
              </a:ext>
            </a:extLst>
          </p:cNvPr>
          <p:cNvSpPr txBox="1"/>
          <p:nvPr/>
        </p:nvSpPr>
        <p:spPr>
          <a:xfrm>
            <a:off x="2034513" y="1076175"/>
            <a:ext cx="400813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 Accounting </a:t>
            </a:r>
            <a:r>
              <a:rPr lang="en-US" sz="750" b="1" u="sng" dirty="0" err="1"/>
              <a:t>Formulas:ID</a:t>
            </a:r>
            <a:r>
              <a:rPr lang="en-US" sz="750" b="1" u="sng" dirty="0"/>
              <a:t>   Accounting </a:t>
            </a:r>
            <a:r>
              <a:rPr lang="en-US" sz="750" b="1" u="sng" dirty="0" err="1"/>
              <a:t>Ledger:ID</a:t>
            </a:r>
            <a:r>
              <a:rPr lang="en-US" sz="750" b="1" u="sng" dirty="0"/>
              <a:t>      AccountingEvent ID             Debit/Credit</a:t>
            </a:r>
          </a:p>
          <a:p>
            <a:r>
              <a:rPr lang="en-US" sz="750" dirty="0"/>
              <a:t>672                 43                                         531                                  77                                           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B8A92C0-827A-42DF-1E10-91147C239A61}"/>
              </a:ext>
            </a:extLst>
          </p:cNvPr>
          <p:cNvSpPr/>
          <p:nvPr/>
        </p:nvSpPr>
        <p:spPr>
          <a:xfrm>
            <a:off x="297536" y="342597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Accounting Class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24A2CD8-2519-3029-DA46-486CA4B5C2A5}"/>
              </a:ext>
            </a:extLst>
          </p:cNvPr>
          <p:cNvSpPr/>
          <p:nvPr/>
        </p:nvSpPr>
        <p:spPr>
          <a:xfrm>
            <a:off x="294789" y="1143796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Accounting Ledger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145E2E-9815-6D90-2F61-9DEE1CD4A52B}"/>
              </a:ext>
            </a:extLst>
          </p:cNvPr>
          <p:cNvSpPr txBox="1"/>
          <p:nvPr/>
        </p:nvSpPr>
        <p:spPr>
          <a:xfrm>
            <a:off x="145755" y="1491505"/>
            <a:ext cx="17449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  Name               Accounting Class: ID  </a:t>
            </a:r>
          </a:p>
          <a:p>
            <a:pPr marL="171450" indent="-171450">
              <a:buAutoNum type="arabicPlain" startAt="531"/>
            </a:pPr>
            <a:r>
              <a:rPr lang="en-US" sz="750" dirty="0"/>
              <a:t>Local Legal               21</a:t>
            </a:r>
          </a:p>
          <a:p>
            <a:pPr marL="171450" indent="-171450">
              <a:buAutoNum type="arabicPlain" startAt="531"/>
            </a:pPr>
            <a:r>
              <a:rPr lang="en-US" sz="750" dirty="0"/>
              <a:t>US GAAP                   21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7C2E52-1607-E067-86FE-9F2A0A854C02}"/>
              </a:ext>
            </a:extLst>
          </p:cNvPr>
          <p:cNvSpPr txBox="1"/>
          <p:nvPr/>
        </p:nvSpPr>
        <p:spPr>
          <a:xfrm>
            <a:off x="207571" y="704443"/>
            <a:ext cx="15738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   Name               Legal Entity: ID  </a:t>
            </a:r>
          </a:p>
          <a:p>
            <a:r>
              <a:rPr lang="en-US" sz="750" dirty="0"/>
              <a:t>2323   PF-Contract              21</a:t>
            </a:r>
          </a:p>
          <a:p>
            <a:r>
              <a:rPr lang="en-US" sz="750" dirty="0"/>
              <a:t>2324  AR-Invoicing              21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0019432-F79D-26A6-DB92-01FBA520541F}"/>
              </a:ext>
            </a:extLst>
          </p:cNvPr>
          <p:cNvSpPr/>
          <p:nvPr/>
        </p:nvSpPr>
        <p:spPr>
          <a:xfrm>
            <a:off x="302512" y="-44699"/>
            <a:ext cx="1384001" cy="290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50" b="1" u="sng" dirty="0"/>
              <a:t>Legal Entity = ALS = ID 21</a:t>
            </a:r>
            <a:endParaRPr lang="en-US" sz="750" b="1" u="sng" dirty="0">
              <a:solidFill>
                <a:srgbClr val="FF0000"/>
              </a:solidFill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CF02B99-2445-DDA4-BD75-E7BC8D440DBA}"/>
              </a:ext>
            </a:extLst>
          </p:cNvPr>
          <p:cNvCxnSpPr>
            <a:stCxn id="60" idx="2"/>
            <a:endCxn id="48" idx="0"/>
          </p:cNvCxnSpPr>
          <p:nvPr/>
        </p:nvCxnSpPr>
        <p:spPr>
          <a:xfrm flipH="1">
            <a:off x="989537" y="245839"/>
            <a:ext cx="4976" cy="967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33BA4A1-7863-B9CD-94BA-520ABE2561FC}"/>
              </a:ext>
            </a:extLst>
          </p:cNvPr>
          <p:cNvCxnSpPr>
            <a:stCxn id="59" idx="0"/>
            <a:endCxn id="49" idx="0"/>
          </p:cNvCxnSpPr>
          <p:nvPr/>
        </p:nvCxnSpPr>
        <p:spPr>
          <a:xfrm flipH="1">
            <a:off x="986790" y="704443"/>
            <a:ext cx="7724" cy="4393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F1FF03AA-292F-4D22-E2E2-594C9AD15862}"/>
              </a:ext>
            </a:extLst>
          </p:cNvPr>
          <p:cNvCxnSpPr>
            <a:cxnSpLocks/>
            <a:stCxn id="49" idx="3"/>
            <a:endCxn id="28" idx="1"/>
          </p:cNvCxnSpPr>
          <p:nvPr/>
        </p:nvCxnSpPr>
        <p:spPr>
          <a:xfrm flipV="1">
            <a:off x="1678790" y="916711"/>
            <a:ext cx="1258502" cy="40823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9C5700A-D8FF-3611-5B0D-1A7300A15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54" y="2810207"/>
            <a:ext cx="5210970" cy="228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5732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7" descr="A picture containing black, darkness&#10;&#10;Description automatically generated">
            <a:hlinkClick r:id="rId2" action="ppaction://hlinksldjump"/>
            <a:extLst>
              <a:ext uri="{FF2B5EF4-FFF2-40B4-BE49-F238E27FC236}">
                <a16:creationId xmlns:a16="http://schemas.microsoft.com/office/drawing/2014/main" id="{31FCC468-54E5-08E1-C82C-974EDBD63A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477525" y="1057229"/>
            <a:ext cx="123797" cy="123797"/>
          </a:xfrm>
          <a:prstGeom prst="rect">
            <a:avLst/>
          </a:prstGeom>
        </p:spPr>
      </p:pic>
      <p:pic>
        <p:nvPicPr>
          <p:cNvPr id="7" name="Picture 6" descr="A red circle with a white x in it&#10;&#10;Description automatically generated">
            <a:extLst>
              <a:ext uri="{FF2B5EF4-FFF2-40B4-BE49-F238E27FC236}">
                <a16:creationId xmlns:a16="http://schemas.microsoft.com/office/drawing/2014/main" id="{A4E74A4E-5268-5864-1920-1DACDA37A5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808827" y="2392953"/>
            <a:ext cx="99038" cy="99038"/>
          </a:xfrm>
          <a:prstGeom prst="rect">
            <a:avLst/>
          </a:prstGeom>
        </p:spPr>
      </p:pic>
      <p:pic>
        <p:nvPicPr>
          <p:cNvPr id="30" name="Picture 29" descr="A green circle with a white cross&#10;&#10;Description automatically generated">
            <a:extLst>
              <a:ext uri="{FF2B5EF4-FFF2-40B4-BE49-F238E27FC236}">
                <a16:creationId xmlns:a16="http://schemas.microsoft.com/office/drawing/2014/main" id="{CDD10022-BE62-2FD8-1C55-6616860EC9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538" y="2392882"/>
            <a:ext cx="99038" cy="9903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73D8D02-7018-51D9-4B98-F38E01012922}"/>
              </a:ext>
            </a:extLst>
          </p:cNvPr>
          <p:cNvSpPr txBox="1"/>
          <p:nvPr/>
        </p:nvSpPr>
        <p:spPr>
          <a:xfrm>
            <a:off x="2460718" y="2181815"/>
            <a:ext cx="124716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u="sng" dirty="0"/>
              <a:t>Condition Value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EC80A0-9745-8B9F-DA5F-FD46B026496C}"/>
              </a:ext>
            </a:extLst>
          </p:cNvPr>
          <p:cNvSpPr txBox="1"/>
          <p:nvPr/>
        </p:nvSpPr>
        <p:spPr>
          <a:xfrm>
            <a:off x="3415609" y="2301550"/>
            <a:ext cx="271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ym typeface="Wingdings" panose="05000000000000000000" pitchFamily="2" charset="2"/>
              </a:rPr>
              <a:t>=</a:t>
            </a:r>
            <a:endParaRPr lang="en-US" sz="1200" b="1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2D5E3A9-AE1D-7F18-85F4-D4752B6238D8}"/>
              </a:ext>
            </a:extLst>
          </p:cNvPr>
          <p:cNvSpPr/>
          <p:nvPr/>
        </p:nvSpPr>
        <p:spPr>
          <a:xfrm>
            <a:off x="2319349" y="2348343"/>
            <a:ext cx="1069826" cy="161923"/>
          </a:xfrm>
          <a:prstGeom prst="roundRect">
            <a:avLst>
              <a:gd name="adj" fmla="val 4613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513533-83EE-BC36-11AD-5E60D9E5C706}"/>
              </a:ext>
            </a:extLst>
          </p:cNvPr>
          <p:cNvSpPr txBox="1"/>
          <p:nvPr/>
        </p:nvSpPr>
        <p:spPr>
          <a:xfrm>
            <a:off x="3778005" y="2186093"/>
            <a:ext cx="124716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u="sng" dirty="0"/>
              <a:t>Compare value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FC6D466-C4C0-D82B-B57E-14B492AC1A77}"/>
              </a:ext>
            </a:extLst>
          </p:cNvPr>
          <p:cNvSpPr/>
          <p:nvPr/>
        </p:nvSpPr>
        <p:spPr>
          <a:xfrm>
            <a:off x="3673264" y="2342537"/>
            <a:ext cx="990481" cy="161923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45" name="Picture 44" descr="A red circle with a white x in it&#10;&#10;Description automatically generated">
            <a:extLst>
              <a:ext uri="{FF2B5EF4-FFF2-40B4-BE49-F238E27FC236}">
                <a16:creationId xmlns:a16="http://schemas.microsoft.com/office/drawing/2014/main" id="{BEAEEEE1-CCDB-8375-AF07-CD2EB3C8D7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815906" y="2628565"/>
            <a:ext cx="99038" cy="99038"/>
          </a:xfrm>
          <a:prstGeom prst="rect">
            <a:avLst/>
          </a:prstGeom>
        </p:spPr>
      </p:pic>
      <p:pic>
        <p:nvPicPr>
          <p:cNvPr id="47" name="Picture 46" descr="A green circle with a white cross&#10;&#10;Description automatically generated">
            <a:extLst>
              <a:ext uri="{FF2B5EF4-FFF2-40B4-BE49-F238E27FC236}">
                <a16:creationId xmlns:a16="http://schemas.microsoft.com/office/drawing/2014/main" id="{BAADE234-44DA-BFE2-983C-F2A052E196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690" y="2628495"/>
            <a:ext cx="99038" cy="99038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5C24D6CA-0CE6-A6B0-15D6-DCFBF85F31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8680" y="1527826"/>
            <a:ext cx="947439" cy="143552"/>
          </a:xfrm>
          <a:prstGeom prst="rect">
            <a:avLst/>
          </a:prstGeom>
        </p:spPr>
      </p:pic>
      <p:pic>
        <p:nvPicPr>
          <p:cNvPr id="64" name="Picture 63" descr="A green circle with a white cross&#10;&#10;Description automatically generated">
            <a:extLst>
              <a:ext uri="{FF2B5EF4-FFF2-40B4-BE49-F238E27FC236}">
                <a16:creationId xmlns:a16="http://schemas.microsoft.com/office/drawing/2014/main" id="{E48D3518-5C25-CB47-E5E5-E73961CD9D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511" y="2854687"/>
            <a:ext cx="99038" cy="99038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4283EF7-1623-BD5A-2325-BCC9DDD808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8522" y="2363200"/>
            <a:ext cx="947439" cy="1435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A91F24-D580-25CD-93EE-A28A3C050801}"/>
              </a:ext>
            </a:extLst>
          </p:cNvPr>
          <p:cNvSpPr txBox="1"/>
          <p:nvPr/>
        </p:nvSpPr>
        <p:spPr>
          <a:xfrm>
            <a:off x="1572675" y="1789052"/>
            <a:ext cx="12471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Condition</a:t>
            </a:r>
            <a:r>
              <a:rPr lang="en-US" sz="675" b="1" dirty="0"/>
              <a:t>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DC87BD-D381-7F1E-954A-30C3A936838E}"/>
              </a:ext>
            </a:extLst>
          </p:cNvPr>
          <p:cNvSpPr txBox="1"/>
          <p:nvPr/>
        </p:nvSpPr>
        <p:spPr>
          <a:xfrm>
            <a:off x="1609513" y="1328277"/>
            <a:ext cx="2034876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Name                                                                          PF - 014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48B8CD-7E54-6929-50FC-BFA6A129147F}"/>
              </a:ext>
            </a:extLst>
          </p:cNvPr>
          <p:cNvSpPr txBox="1"/>
          <p:nvPr/>
        </p:nvSpPr>
        <p:spPr>
          <a:xfrm>
            <a:off x="3756013" y="1322729"/>
            <a:ext cx="20474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Description       	      Fixed Asset Value from the 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3A7D74-5419-43BC-7368-1EA2379943E7}"/>
              </a:ext>
            </a:extLst>
          </p:cNvPr>
          <p:cNvSpPr txBox="1"/>
          <p:nvPr/>
        </p:nvSpPr>
        <p:spPr>
          <a:xfrm>
            <a:off x="1609618" y="1513469"/>
            <a:ext cx="217436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Amount Type                                        Fixed Asset Value	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8CD209-8A3B-B54F-D340-C683971C9455}"/>
              </a:ext>
            </a:extLst>
          </p:cNvPr>
          <p:cNvSpPr txBox="1"/>
          <p:nvPr/>
        </p:nvSpPr>
        <p:spPr>
          <a:xfrm>
            <a:off x="2002945" y="2293471"/>
            <a:ext cx="271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ym typeface="Wingdings" panose="05000000000000000000" pitchFamily="2" charset="2"/>
              </a:rPr>
              <a:t>IF</a:t>
            </a:r>
            <a:endParaRPr lang="en-US" sz="12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50CBB4-6A8C-DB48-2D16-C4F49665769D}"/>
              </a:ext>
            </a:extLst>
          </p:cNvPr>
          <p:cNvSpPr txBox="1"/>
          <p:nvPr/>
        </p:nvSpPr>
        <p:spPr>
          <a:xfrm>
            <a:off x="2402473" y="2323764"/>
            <a:ext cx="106982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/>
              <a:t>Accounting Product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C35529-C971-1899-D0C4-A1417BC56D82}"/>
              </a:ext>
            </a:extLst>
          </p:cNvPr>
          <p:cNvSpPr txBox="1"/>
          <p:nvPr/>
        </p:nvSpPr>
        <p:spPr>
          <a:xfrm>
            <a:off x="3679979" y="2335434"/>
            <a:ext cx="106982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/>
              <a:t>Direct Lease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C0717F8-07D9-C69D-6A4E-E50F5427129C}"/>
              </a:ext>
            </a:extLst>
          </p:cNvPr>
          <p:cNvSpPr/>
          <p:nvPr/>
        </p:nvSpPr>
        <p:spPr>
          <a:xfrm>
            <a:off x="5055511" y="2344373"/>
            <a:ext cx="1069826" cy="161923"/>
          </a:xfrm>
          <a:prstGeom prst="roundRect">
            <a:avLst>
              <a:gd name="adj" fmla="val 4613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5EE67D-C644-DCF4-511C-4BC621583C7E}"/>
              </a:ext>
            </a:extLst>
          </p:cNvPr>
          <p:cNvSpPr txBox="1"/>
          <p:nvPr/>
        </p:nvSpPr>
        <p:spPr>
          <a:xfrm>
            <a:off x="4630018" y="2293471"/>
            <a:ext cx="47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ym typeface="Wingdings" panose="05000000000000000000" pitchFamily="2" charset="2"/>
              </a:rPr>
              <a:t>Then</a:t>
            </a:r>
            <a:endParaRPr lang="en-US" sz="1200" b="1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298A891-F877-F70D-6824-B831860EC0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8598" y="2633857"/>
            <a:ext cx="947439" cy="14355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7E952EA-8B24-EC3D-6D33-6F1FA586FF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0041" y="2348343"/>
            <a:ext cx="947439" cy="143552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2DD6CFA6-D382-0063-BB9A-793979F90E80}"/>
              </a:ext>
            </a:extLst>
          </p:cNvPr>
          <p:cNvSpPr txBox="1"/>
          <p:nvPr/>
        </p:nvSpPr>
        <p:spPr>
          <a:xfrm>
            <a:off x="5621651" y="2319794"/>
            <a:ext cx="106982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/>
              <a:t>140001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B992920-A345-846B-6E7D-F603201B6F76}"/>
              </a:ext>
            </a:extLst>
          </p:cNvPr>
          <p:cNvSpPr txBox="1"/>
          <p:nvPr/>
        </p:nvSpPr>
        <p:spPr>
          <a:xfrm>
            <a:off x="5221114" y="2191295"/>
            <a:ext cx="124716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u="sng" dirty="0"/>
              <a:t>Pseudo Account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A2F2B9A-C46D-D6AB-1B23-0612A37119DE}"/>
              </a:ext>
            </a:extLst>
          </p:cNvPr>
          <p:cNvSpPr txBox="1"/>
          <p:nvPr/>
        </p:nvSpPr>
        <p:spPr>
          <a:xfrm>
            <a:off x="6505053" y="2169413"/>
            <a:ext cx="124716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u="sng" dirty="0"/>
              <a:t>Operator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DFA9B36E-8495-01B0-779A-8F42AE4401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047" y="2329104"/>
            <a:ext cx="947439" cy="143552"/>
          </a:xfrm>
          <a:prstGeom prst="rect">
            <a:avLst/>
          </a:prstGeom>
        </p:spPr>
      </p:pic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BE27A04D-CB8D-C5F3-10EF-B31EA9B6CE67}"/>
              </a:ext>
            </a:extLst>
          </p:cNvPr>
          <p:cNvSpPr/>
          <p:nvPr/>
        </p:nvSpPr>
        <p:spPr>
          <a:xfrm>
            <a:off x="6302256" y="2329104"/>
            <a:ext cx="990481" cy="161923"/>
          </a:xfrm>
          <a:prstGeom prst="roundRect">
            <a:avLst>
              <a:gd name="adj" fmla="val 4613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BEB5544-C40B-64FF-C9B1-4FC59DF9123D}"/>
              </a:ext>
            </a:extLst>
          </p:cNvPr>
          <p:cNvSpPr txBox="1"/>
          <p:nvPr/>
        </p:nvSpPr>
        <p:spPr>
          <a:xfrm>
            <a:off x="6823373" y="2558601"/>
            <a:ext cx="106982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/>
              <a:t>And/Or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FAE68537-477B-077D-7982-18989FE94793}"/>
              </a:ext>
            </a:extLst>
          </p:cNvPr>
          <p:cNvSpPr/>
          <p:nvPr/>
        </p:nvSpPr>
        <p:spPr>
          <a:xfrm>
            <a:off x="2332272" y="2619628"/>
            <a:ext cx="1069826" cy="161923"/>
          </a:xfrm>
          <a:prstGeom prst="roundRect">
            <a:avLst>
              <a:gd name="adj" fmla="val 4613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FE404B5-1E32-B688-9AC0-4E79C5FE0887}"/>
              </a:ext>
            </a:extLst>
          </p:cNvPr>
          <p:cNvSpPr txBox="1"/>
          <p:nvPr/>
        </p:nvSpPr>
        <p:spPr>
          <a:xfrm>
            <a:off x="2426688" y="2594109"/>
            <a:ext cx="106982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/>
              <a:t>Accounting Product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EFCEC7A3-FD98-C1A5-514A-D6C48DFFEA6D}"/>
              </a:ext>
            </a:extLst>
          </p:cNvPr>
          <p:cNvSpPr/>
          <p:nvPr/>
        </p:nvSpPr>
        <p:spPr>
          <a:xfrm>
            <a:off x="5057938" y="2605482"/>
            <a:ext cx="1069826" cy="161923"/>
          </a:xfrm>
          <a:prstGeom prst="roundRect">
            <a:avLst>
              <a:gd name="adj" fmla="val 4613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3DCCE0B-B8A6-FBE8-8DF4-525A2E44562C}"/>
              </a:ext>
            </a:extLst>
          </p:cNvPr>
          <p:cNvSpPr txBox="1"/>
          <p:nvPr/>
        </p:nvSpPr>
        <p:spPr>
          <a:xfrm>
            <a:off x="3707884" y="2619534"/>
            <a:ext cx="106982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/>
              <a:t>OP Lease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8445070-645D-13B9-2E0D-37015FC36329}"/>
              </a:ext>
            </a:extLst>
          </p:cNvPr>
          <p:cNvSpPr txBox="1"/>
          <p:nvPr/>
        </p:nvSpPr>
        <p:spPr>
          <a:xfrm>
            <a:off x="3428440" y="2570457"/>
            <a:ext cx="271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ym typeface="Wingdings" panose="05000000000000000000" pitchFamily="2" charset="2"/>
              </a:rPr>
              <a:t>=</a:t>
            </a:r>
            <a:endParaRPr lang="en-US" sz="1200" b="1" dirty="0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5853E54A-C4B2-B1B2-A205-FDEEC255370D}"/>
              </a:ext>
            </a:extLst>
          </p:cNvPr>
          <p:cNvSpPr/>
          <p:nvPr/>
        </p:nvSpPr>
        <p:spPr>
          <a:xfrm>
            <a:off x="3673527" y="2630079"/>
            <a:ext cx="990218" cy="161923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1CF4C6A-E530-6E9B-12D9-8E8D65DE500E}"/>
              </a:ext>
            </a:extLst>
          </p:cNvPr>
          <p:cNvSpPr txBox="1"/>
          <p:nvPr/>
        </p:nvSpPr>
        <p:spPr>
          <a:xfrm>
            <a:off x="2015372" y="2563223"/>
            <a:ext cx="271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ym typeface="Wingdings" panose="05000000000000000000" pitchFamily="2" charset="2"/>
              </a:rPr>
              <a:t>IF</a:t>
            </a:r>
            <a:endParaRPr lang="en-US" sz="12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0558451-787C-98E6-DE96-29A955FB81AB}"/>
              </a:ext>
            </a:extLst>
          </p:cNvPr>
          <p:cNvSpPr txBox="1"/>
          <p:nvPr/>
        </p:nvSpPr>
        <p:spPr>
          <a:xfrm>
            <a:off x="4638380" y="2576584"/>
            <a:ext cx="47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ym typeface="Wingdings" panose="05000000000000000000" pitchFamily="2" charset="2"/>
              </a:rPr>
              <a:t>Then</a:t>
            </a:r>
            <a:endParaRPr lang="en-US" sz="1200" b="1" dirty="0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C7B280A0-A704-D336-607C-3F87F75797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8763" y="2614551"/>
            <a:ext cx="947439" cy="143552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B7329CC4-61F0-B3D1-9A15-E23383AEF5D5}"/>
              </a:ext>
            </a:extLst>
          </p:cNvPr>
          <p:cNvSpPr txBox="1"/>
          <p:nvPr/>
        </p:nvSpPr>
        <p:spPr>
          <a:xfrm>
            <a:off x="5616979" y="2576583"/>
            <a:ext cx="106982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/>
              <a:t>140002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0D750CFE-E3E8-0E9A-C75B-D692E9F39B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8236" y="2579144"/>
            <a:ext cx="947439" cy="143552"/>
          </a:xfrm>
          <a:prstGeom prst="rect">
            <a:avLst/>
          </a:prstGeom>
        </p:spPr>
      </p:pic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3DBD8962-59E7-332B-BE74-C6E6660CF04F}"/>
              </a:ext>
            </a:extLst>
          </p:cNvPr>
          <p:cNvSpPr/>
          <p:nvPr/>
        </p:nvSpPr>
        <p:spPr>
          <a:xfrm>
            <a:off x="6328384" y="2579145"/>
            <a:ext cx="990481" cy="161923"/>
          </a:xfrm>
          <a:prstGeom prst="roundRect">
            <a:avLst>
              <a:gd name="adj" fmla="val 4613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FF0BFA3-185D-A2D7-33F4-4AD07800D40C}"/>
              </a:ext>
            </a:extLst>
          </p:cNvPr>
          <p:cNvSpPr txBox="1"/>
          <p:nvPr/>
        </p:nvSpPr>
        <p:spPr>
          <a:xfrm>
            <a:off x="6813804" y="2549833"/>
            <a:ext cx="106982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/>
              <a:t>And/Or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C71E454-1620-847A-3347-1E813FDAEA51}"/>
              </a:ext>
            </a:extLst>
          </p:cNvPr>
          <p:cNvSpPr/>
          <p:nvPr/>
        </p:nvSpPr>
        <p:spPr>
          <a:xfrm>
            <a:off x="1596717" y="1778982"/>
            <a:ext cx="5901798" cy="15202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7B55FC64-0075-4174-7FAE-2C0516E38F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6141" y="1511448"/>
            <a:ext cx="947439" cy="143552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B7A91C1F-9537-C6F8-E0AE-8D0299D6187A}"/>
              </a:ext>
            </a:extLst>
          </p:cNvPr>
          <p:cNvSpPr txBox="1"/>
          <p:nvPr/>
        </p:nvSpPr>
        <p:spPr>
          <a:xfrm>
            <a:off x="5291275" y="1482899"/>
            <a:ext cx="4530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/>
              <a:t>140000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F78AC9E-0745-5A69-7D60-4C5381E61F06}"/>
              </a:ext>
            </a:extLst>
          </p:cNvPr>
          <p:cNvSpPr txBox="1"/>
          <p:nvPr/>
        </p:nvSpPr>
        <p:spPr>
          <a:xfrm>
            <a:off x="3757485" y="1515787"/>
            <a:ext cx="1624364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PseudoAccount                                     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3CD013E-A89D-73BE-7F63-F0E572AC2302}"/>
              </a:ext>
            </a:extLst>
          </p:cNvPr>
          <p:cNvSpPr txBox="1"/>
          <p:nvPr/>
        </p:nvSpPr>
        <p:spPr>
          <a:xfrm>
            <a:off x="1604577" y="1062579"/>
            <a:ext cx="12471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Formula Registration</a:t>
            </a:r>
            <a:endParaRPr lang="en-US" sz="675" b="1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A75A8C3-37AF-B2C7-55DA-1F4E1C6B535B}"/>
              </a:ext>
            </a:extLst>
          </p:cNvPr>
          <p:cNvSpPr/>
          <p:nvPr/>
        </p:nvSpPr>
        <p:spPr>
          <a:xfrm>
            <a:off x="1519524" y="1053385"/>
            <a:ext cx="6093291" cy="23497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276A7DF-18B4-7998-3513-67B8F843AFDF}"/>
              </a:ext>
            </a:extLst>
          </p:cNvPr>
          <p:cNvSpPr txBox="1"/>
          <p:nvPr/>
        </p:nvSpPr>
        <p:spPr>
          <a:xfrm>
            <a:off x="3299069" y="1961656"/>
            <a:ext cx="203487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Name                              Check what Accounting Product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0B45212-CA60-2D68-7A4C-6C45E478B0C9}"/>
              </a:ext>
            </a:extLst>
          </p:cNvPr>
          <p:cNvCxnSpPr/>
          <p:nvPr/>
        </p:nvCxnSpPr>
        <p:spPr>
          <a:xfrm>
            <a:off x="1684056" y="2136794"/>
            <a:ext cx="569679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D73E235D-E0E4-85A5-3D92-91776D87A606}"/>
              </a:ext>
            </a:extLst>
          </p:cNvPr>
          <p:cNvSpPr txBox="1"/>
          <p:nvPr/>
        </p:nvSpPr>
        <p:spPr>
          <a:xfrm>
            <a:off x="6806311" y="2308547"/>
            <a:ext cx="106982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/>
              <a:t>And/Or</a:t>
            </a:r>
          </a:p>
        </p:txBody>
      </p:sp>
    </p:spTree>
    <p:extLst>
      <p:ext uri="{BB962C8B-B14F-4D97-AF65-F5344CB8AC3E}">
        <p14:creationId xmlns:p14="http://schemas.microsoft.com/office/powerpoint/2010/main" val="19513971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7" descr="A picture containing black, darkness&#10;&#10;Description automatically generated">
            <a:hlinkClick r:id="rId2" action="ppaction://hlinksldjump"/>
            <a:extLst>
              <a:ext uri="{FF2B5EF4-FFF2-40B4-BE49-F238E27FC236}">
                <a16:creationId xmlns:a16="http://schemas.microsoft.com/office/drawing/2014/main" id="{31FCC468-54E5-08E1-C82C-974EDBD63A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477525" y="1062579"/>
            <a:ext cx="123797" cy="123797"/>
          </a:xfrm>
          <a:prstGeom prst="rect">
            <a:avLst/>
          </a:prstGeom>
        </p:spPr>
      </p:pic>
      <p:pic>
        <p:nvPicPr>
          <p:cNvPr id="45" name="Picture 44" descr="A red circle with a white x in it&#10;&#10;Description automatically generated">
            <a:extLst>
              <a:ext uri="{FF2B5EF4-FFF2-40B4-BE49-F238E27FC236}">
                <a16:creationId xmlns:a16="http://schemas.microsoft.com/office/drawing/2014/main" id="{BEAEEEE1-CCDB-8375-AF07-CD2EB3C8D7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815906" y="2821138"/>
            <a:ext cx="99038" cy="99038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5C24D6CA-0CE6-A6B0-15D6-DCFBF85F31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942" y="1523281"/>
            <a:ext cx="947439" cy="14355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C1B2F934-237D-23BF-4C7D-B09D0F28F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7112" y="1305865"/>
            <a:ext cx="947439" cy="14355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CDC87BD-D381-7F1E-954A-30C3A936838E}"/>
              </a:ext>
            </a:extLst>
          </p:cNvPr>
          <p:cNvSpPr txBox="1"/>
          <p:nvPr/>
        </p:nvSpPr>
        <p:spPr>
          <a:xfrm>
            <a:off x="1609513" y="1328277"/>
            <a:ext cx="2034876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Accounting Class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48B8CD-7E54-6929-50FC-BFA6A129147F}"/>
              </a:ext>
            </a:extLst>
          </p:cNvPr>
          <p:cNvSpPr txBox="1"/>
          <p:nvPr/>
        </p:nvSpPr>
        <p:spPr>
          <a:xfrm>
            <a:off x="3330346" y="1317999"/>
            <a:ext cx="2047490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Ledger       	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057737-2C0B-CE1F-14D1-A4E673631BD7}"/>
              </a:ext>
            </a:extLst>
          </p:cNvPr>
          <p:cNvSpPr txBox="1"/>
          <p:nvPr/>
        </p:nvSpPr>
        <p:spPr>
          <a:xfrm>
            <a:off x="5284735" y="1281555"/>
            <a:ext cx="2034876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Accounting Event                                      Activation         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3A7D74-5419-43BC-7368-1EA2379943E7}"/>
              </a:ext>
            </a:extLst>
          </p:cNvPr>
          <p:cNvSpPr txBox="1"/>
          <p:nvPr/>
        </p:nvSpPr>
        <p:spPr>
          <a:xfrm>
            <a:off x="1624510" y="1522523"/>
            <a:ext cx="107906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Formula	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C71E454-1620-847A-3347-1E813FDAEA51}"/>
              </a:ext>
            </a:extLst>
          </p:cNvPr>
          <p:cNvSpPr/>
          <p:nvPr/>
        </p:nvSpPr>
        <p:spPr>
          <a:xfrm>
            <a:off x="1596717" y="1971555"/>
            <a:ext cx="5901798" cy="15202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7B55FC64-0075-4174-7FAE-2C0516E38F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2848" y="1484705"/>
            <a:ext cx="947439" cy="143552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B7A91C1F-9537-C6F8-E0AE-8D0299D6187A}"/>
              </a:ext>
            </a:extLst>
          </p:cNvPr>
          <p:cNvSpPr txBox="1"/>
          <p:nvPr/>
        </p:nvSpPr>
        <p:spPr>
          <a:xfrm>
            <a:off x="4655871" y="1442693"/>
            <a:ext cx="453008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/>
              <a:t>Debit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F78AC9E-0745-5A69-7D60-4C5381E61F06}"/>
              </a:ext>
            </a:extLst>
          </p:cNvPr>
          <p:cNvSpPr txBox="1"/>
          <p:nvPr/>
        </p:nvSpPr>
        <p:spPr>
          <a:xfrm>
            <a:off x="3348499" y="1490727"/>
            <a:ext cx="1253408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Debit/Credit                                     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3CD013E-A89D-73BE-7F63-F0E572AC2302}"/>
              </a:ext>
            </a:extLst>
          </p:cNvPr>
          <p:cNvSpPr txBox="1"/>
          <p:nvPr/>
        </p:nvSpPr>
        <p:spPr>
          <a:xfrm>
            <a:off x="1604577" y="1062579"/>
            <a:ext cx="19917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Accounting Rule -  Registration</a:t>
            </a:r>
            <a:endParaRPr lang="en-US" sz="675" b="1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A75A8C3-37AF-B2C7-55DA-1F4E1C6B535B}"/>
              </a:ext>
            </a:extLst>
          </p:cNvPr>
          <p:cNvSpPr/>
          <p:nvPr/>
        </p:nvSpPr>
        <p:spPr>
          <a:xfrm>
            <a:off x="1519524" y="1053384"/>
            <a:ext cx="6093291" cy="26769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0B45212-CA60-2D68-7A4C-6C45E478B0C9}"/>
              </a:ext>
            </a:extLst>
          </p:cNvPr>
          <p:cNvCxnSpPr/>
          <p:nvPr/>
        </p:nvCxnSpPr>
        <p:spPr>
          <a:xfrm>
            <a:off x="1648979" y="2223871"/>
            <a:ext cx="569679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B83AB81-1316-5349-E611-F0AAF55E0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6537" y="1308952"/>
            <a:ext cx="947439" cy="1435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4172B9-0409-BC7B-512C-20937128B2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3485" y="1338496"/>
            <a:ext cx="947439" cy="14355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AA1E3A4-DDAA-F88F-F10D-5DF5BC9D0801}"/>
              </a:ext>
            </a:extLst>
          </p:cNvPr>
          <p:cNvSpPr txBox="1"/>
          <p:nvPr/>
        </p:nvSpPr>
        <p:spPr>
          <a:xfrm>
            <a:off x="4460557" y="1281555"/>
            <a:ext cx="654632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Local Legal                                    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F5B62D-B559-EE33-5E08-111CDB193237}"/>
              </a:ext>
            </a:extLst>
          </p:cNvPr>
          <p:cNvSpPr txBox="1"/>
          <p:nvPr/>
        </p:nvSpPr>
        <p:spPr>
          <a:xfrm>
            <a:off x="2630878" y="1308300"/>
            <a:ext cx="1253408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PF- Contract                                  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7E9F0F-8E52-7CDC-5B20-8F8BDAB436DA}"/>
              </a:ext>
            </a:extLst>
          </p:cNvPr>
          <p:cNvSpPr txBox="1"/>
          <p:nvPr/>
        </p:nvSpPr>
        <p:spPr>
          <a:xfrm>
            <a:off x="2806933" y="1485485"/>
            <a:ext cx="42997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PF- 014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04898B-0B79-B930-0FB6-9EA3BD32A414}"/>
              </a:ext>
            </a:extLst>
          </p:cNvPr>
          <p:cNvSpPr txBox="1"/>
          <p:nvPr/>
        </p:nvSpPr>
        <p:spPr>
          <a:xfrm>
            <a:off x="5284735" y="1460890"/>
            <a:ext cx="1253408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>
                <a:solidFill>
                  <a:schemeClr val="bg2">
                    <a:lumMod val="75000"/>
                  </a:schemeClr>
                </a:solidFill>
              </a:rPr>
              <a:t>Pseudo Account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992EC1-09F4-0DF8-2BBF-C60654BDA771}"/>
              </a:ext>
            </a:extLst>
          </p:cNvPr>
          <p:cNvSpPr txBox="1"/>
          <p:nvPr/>
        </p:nvSpPr>
        <p:spPr>
          <a:xfrm>
            <a:off x="6743577" y="1464148"/>
            <a:ext cx="663803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>
                <a:solidFill>
                  <a:schemeClr val="bg2">
                    <a:lumMod val="75000"/>
                  </a:schemeClr>
                </a:solidFill>
              </a:rPr>
              <a:t>140000</a:t>
            </a:r>
          </a:p>
        </p:txBody>
      </p:sp>
      <p:pic>
        <p:nvPicPr>
          <p:cNvPr id="42" name="Picture 41" descr="A white arrow in a green circle&#10;&#10;Description automatically generated">
            <a:extLst>
              <a:ext uri="{FF2B5EF4-FFF2-40B4-BE49-F238E27FC236}">
                <a16:creationId xmlns:a16="http://schemas.microsoft.com/office/drawing/2014/main" id="{2565DAF2-C655-02FF-D832-CC7A76C691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4275457" y="1715945"/>
            <a:ext cx="185100" cy="18438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0C9CFAA-C485-A549-A230-B0BE6E77B5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807" y="1997251"/>
            <a:ext cx="947439" cy="143552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AF967A1-45EA-90C6-48AE-5E314F28A1D1}"/>
              </a:ext>
            </a:extLst>
          </p:cNvPr>
          <p:cNvSpPr txBox="1"/>
          <p:nvPr/>
        </p:nvSpPr>
        <p:spPr>
          <a:xfrm>
            <a:off x="1624511" y="2013776"/>
            <a:ext cx="2034876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Accounting Class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E63841-0DA2-740E-D678-57ACEF55704C}"/>
              </a:ext>
            </a:extLst>
          </p:cNvPr>
          <p:cNvSpPr txBox="1"/>
          <p:nvPr/>
        </p:nvSpPr>
        <p:spPr>
          <a:xfrm>
            <a:off x="3388084" y="2009513"/>
            <a:ext cx="2047490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Ledger       	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2ADBC39-22A1-3D41-154A-F649737781EC}"/>
              </a:ext>
            </a:extLst>
          </p:cNvPr>
          <p:cNvSpPr txBox="1"/>
          <p:nvPr/>
        </p:nvSpPr>
        <p:spPr>
          <a:xfrm>
            <a:off x="5261691" y="1977911"/>
            <a:ext cx="118648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Accounting Event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8EB099BF-BF9B-E06D-57E5-246FDFB2F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3242" y="2009871"/>
            <a:ext cx="947439" cy="14355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6C68D74-B160-3BF9-12FA-AC9777168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3380" y="2025874"/>
            <a:ext cx="947439" cy="143552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755139AC-1B3D-E6CE-3229-C0234845B95F}"/>
              </a:ext>
            </a:extLst>
          </p:cNvPr>
          <p:cNvSpPr txBox="1"/>
          <p:nvPr/>
        </p:nvSpPr>
        <p:spPr>
          <a:xfrm>
            <a:off x="2700774" y="1995679"/>
            <a:ext cx="1253408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PF- Contract                                   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88A70F5-FF53-F087-F8EE-C7AAF72B125F}"/>
              </a:ext>
            </a:extLst>
          </p:cNvPr>
          <p:cNvSpPr txBox="1"/>
          <p:nvPr/>
        </p:nvSpPr>
        <p:spPr>
          <a:xfrm>
            <a:off x="4544424" y="1981078"/>
            <a:ext cx="654632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Local Legal                                    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845DB7-71FB-F45C-2381-AF5521BF7154}"/>
              </a:ext>
            </a:extLst>
          </p:cNvPr>
          <p:cNvSpPr txBox="1"/>
          <p:nvPr/>
        </p:nvSpPr>
        <p:spPr>
          <a:xfrm>
            <a:off x="6645286" y="1967679"/>
            <a:ext cx="654632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Activation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84CF53-9882-E8A5-CB05-6E57D62AE7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3140" y="2279002"/>
            <a:ext cx="5692634" cy="863040"/>
          </a:xfrm>
          <a:prstGeom prst="rect">
            <a:avLst/>
          </a:prstGeom>
        </p:spPr>
      </p:pic>
      <p:pic>
        <p:nvPicPr>
          <p:cNvPr id="105" name="Picture 104" descr="A yellow and grey oval with black text&#10;&#10;Description automatically generated">
            <a:hlinkClick r:id="rId8" action="ppaction://hlinksldjump"/>
            <a:extLst>
              <a:ext uri="{FF2B5EF4-FFF2-40B4-BE49-F238E27FC236}">
                <a16:creationId xmlns:a16="http://schemas.microsoft.com/office/drawing/2014/main" id="{33DCA2D3-0E43-C612-AE8F-25A7AF96652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602" y="2416847"/>
            <a:ext cx="194016" cy="19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1628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7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31FCC468-54E5-08E1-C82C-974EDBD63A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477525" y="1062579"/>
            <a:ext cx="123797" cy="123797"/>
          </a:xfrm>
          <a:prstGeom prst="rect">
            <a:avLst/>
          </a:prstGeom>
        </p:spPr>
      </p:pic>
      <p:pic>
        <p:nvPicPr>
          <p:cNvPr id="45" name="Picture 44" descr="A red circle with a white x in it&#10;&#10;Description automatically generated">
            <a:extLst>
              <a:ext uri="{FF2B5EF4-FFF2-40B4-BE49-F238E27FC236}">
                <a16:creationId xmlns:a16="http://schemas.microsoft.com/office/drawing/2014/main" id="{BEAEEEE1-CCDB-8375-AF07-CD2EB3C8D7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815906" y="2821138"/>
            <a:ext cx="99038" cy="99038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5C24D6CA-0CE6-A6B0-15D6-DCFBF85F3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0942" y="1523281"/>
            <a:ext cx="947439" cy="14355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C1B2F934-237D-23BF-4C7D-B09D0F28F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112" y="1305865"/>
            <a:ext cx="947439" cy="14355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CDC87BD-D381-7F1E-954A-30C3A936838E}"/>
              </a:ext>
            </a:extLst>
          </p:cNvPr>
          <p:cNvSpPr txBox="1"/>
          <p:nvPr/>
        </p:nvSpPr>
        <p:spPr>
          <a:xfrm>
            <a:off x="1609513" y="1328277"/>
            <a:ext cx="2034876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Accounting Class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48B8CD-7E54-6929-50FC-BFA6A129147F}"/>
              </a:ext>
            </a:extLst>
          </p:cNvPr>
          <p:cNvSpPr txBox="1"/>
          <p:nvPr/>
        </p:nvSpPr>
        <p:spPr>
          <a:xfrm>
            <a:off x="3330346" y="1317999"/>
            <a:ext cx="2047490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Ledger       	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057737-2C0B-CE1F-14D1-A4E673631BD7}"/>
              </a:ext>
            </a:extLst>
          </p:cNvPr>
          <p:cNvSpPr txBox="1"/>
          <p:nvPr/>
        </p:nvSpPr>
        <p:spPr>
          <a:xfrm>
            <a:off x="5284735" y="1281555"/>
            <a:ext cx="2034876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Accounting Event                                      Activation         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3A7D74-5419-43BC-7368-1EA2379943E7}"/>
              </a:ext>
            </a:extLst>
          </p:cNvPr>
          <p:cNvSpPr txBox="1"/>
          <p:nvPr/>
        </p:nvSpPr>
        <p:spPr>
          <a:xfrm>
            <a:off x="1624510" y="1522523"/>
            <a:ext cx="107906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Formula	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C71E454-1620-847A-3347-1E813FDAEA51}"/>
              </a:ext>
            </a:extLst>
          </p:cNvPr>
          <p:cNvSpPr/>
          <p:nvPr/>
        </p:nvSpPr>
        <p:spPr>
          <a:xfrm>
            <a:off x="1596717" y="1971555"/>
            <a:ext cx="5901798" cy="15202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7B55FC64-0075-4174-7FAE-2C0516E38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2848" y="1484705"/>
            <a:ext cx="947439" cy="143552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B7A91C1F-9537-C6F8-E0AE-8D0299D6187A}"/>
              </a:ext>
            </a:extLst>
          </p:cNvPr>
          <p:cNvSpPr txBox="1"/>
          <p:nvPr/>
        </p:nvSpPr>
        <p:spPr>
          <a:xfrm>
            <a:off x="4655871" y="1442693"/>
            <a:ext cx="453008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/>
              <a:t>Debit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F78AC9E-0745-5A69-7D60-4C5381E61F06}"/>
              </a:ext>
            </a:extLst>
          </p:cNvPr>
          <p:cNvSpPr txBox="1"/>
          <p:nvPr/>
        </p:nvSpPr>
        <p:spPr>
          <a:xfrm>
            <a:off x="3348499" y="1490727"/>
            <a:ext cx="1253408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Debit/Credit                                     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3CD013E-A89D-73BE-7F63-F0E572AC2302}"/>
              </a:ext>
            </a:extLst>
          </p:cNvPr>
          <p:cNvSpPr txBox="1"/>
          <p:nvPr/>
        </p:nvSpPr>
        <p:spPr>
          <a:xfrm>
            <a:off x="1604577" y="1062579"/>
            <a:ext cx="19917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Accounting Rule -  Registration</a:t>
            </a:r>
            <a:endParaRPr lang="en-US" sz="675" b="1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A75A8C3-37AF-B2C7-55DA-1F4E1C6B535B}"/>
              </a:ext>
            </a:extLst>
          </p:cNvPr>
          <p:cNvSpPr/>
          <p:nvPr/>
        </p:nvSpPr>
        <p:spPr>
          <a:xfrm>
            <a:off x="1519524" y="1053384"/>
            <a:ext cx="6093291" cy="26769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0B45212-CA60-2D68-7A4C-6C45E478B0C9}"/>
              </a:ext>
            </a:extLst>
          </p:cNvPr>
          <p:cNvCxnSpPr/>
          <p:nvPr/>
        </p:nvCxnSpPr>
        <p:spPr>
          <a:xfrm>
            <a:off x="1648979" y="2223871"/>
            <a:ext cx="569679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B83AB81-1316-5349-E611-F0AAF55E0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6537" y="1308952"/>
            <a:ext cx="947439" cy="1435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4172B9-0409-BC7B-512C-20937128B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485" y="1338496"/>
            <a:ext cx="947439" cy="14355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AA1E3A4-DDAA-F88F-F10D-5DF5BC9D0801}"/>
              </a:ext>
            </a:extLst>
          </p:cNvPr>
          <p:cNvSpPr txBox="1"/>
          <p:nvPr/>
        </p:nvSpPr>
        <p:spPr>
          <a:xfrm>
            <a:off x="4460557" y="1281555"/>
            <a:ext cx="654632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Local Legal                                    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F5B62D-B559-EE33-5E08-111CDB193237}"/>
              </a:ext>
            </a:extLst>
          </p:cNvPr>
          <p:cNvSpPr txBox="1"/>
          <p:nvPr/>
        </p:nvSpPr>
        <p:spPr>
          <a:xfrm>
            <a:off x="2630878" y="1308300"/>
            <a:ext cx="1253408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PF- Contract                                  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7E9F0F-8E52-7CDC-5B20-8F8BDAB436DA}"/>
              </a:ext>
            </a:extLst>
          </p:cNvPr>
          <p:cNvSpPr txBox="1"/>
          <p:nvPr/>
        </p:nvSpPr>
        <p:spPr>
          <a:xfrm>
            <a:off x="2715940" y="1484705"/>
            <a:ext cx="50444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PF- 014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04898B-0B79-B930-0FB6-9EA3BD32A414}"/>
              </a:ext>
            </a:extLst>
          </p:cNvPr>
          <p:cNvSpPr txBox="1"/>
          <p:nvPr/>
        </p:nvSpPr>
        <p:spPr>
          <a:xfrm>
            <a:off x="5284735" y="1460890"/>
            <a:ext cx="1253408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>
                <a:solidFill>
                  <a:schemeClr val="bg2">
                    <a:lumMod val="75000"/>
                  </a:schemeClr>
                </a:solidFill>
              </a:rPr>
              <a:t>Pseudo Account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992EC1-09F4-0DF8-2BBF-C60654BDA771}"/>
              </a:ext>
            </a:extLst>
          </p:cNvPr>
          <p:cNvSpPr txBox="1"/>
          <p:nvPr/>
        </p:nvSpPr>
        <p:spPr>
          <a:xfrm>
            <a:off x="6743577" y="1464148"/>
            <a:ext cx="663803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>
                <a:solidFill>
                  <a:schemeClr val="bg2">
                    <a:lumMod val="75000"/>
                  </a:schemeClr>
                </a:solidFill>
              </a:rPr>
              <a:t>140000</a:t>
            </a:r>
          </a:p>
        </p:txBody>
      </p:sp>
      <p:pic>
        <p:nvPicPr>
          <p:cNvPr id="42" name="Picture 41" descr="A white arrow in a green circle&#10;&#10;Description automatically generated">
            <a:extLst>
              <a:ext uri="{FF2B5EF4-FFF2-40B4-BE49-F238E27FC236}">
                <a16:creationId xmlns:a16="http://schemas.microsoft.com/office/drawing/2014/main" id="{2565DAF2-C655-02FF-D832-CC7A76C691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4275457" y="1715945"/>
            <a:ext cx="185100" cy="18438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0C9CFAA-C485-A549-A230-B0BE6E77B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807" y="1997251"/>
            <a:ext cx="947439" cy="143552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AF967A1-45EA-90C6-48AE-5E314F28A1D1}"/>
              </a:ext>
            </a:extLst>
          </p:cNvPr>
          <p:cNvSpPr txBox="1"/>
          <p:nvPr/>
        </p:nvSpPr>
        <p:spPr>
          <a:xfrm>
            <a:off x="1624511" y="2013776"/>
            <a:ext cx="2034876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Accounting Class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E63841-0DA2-740E-D678-57ACEF55704C}"/>
              </a:ext>
            </a:extLst>
          </p:cNvPr>
          <p:cNvSpPr txBox="1"/>
          <p:nvPr/>
        </p:nvSpPr>
        <p:spPr>
          <a:xfrm>
            <a:off x="3388084" y="2009513"/>
            <a:ext cx="2047490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Ledger       	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2ADBC39-22A1-3D41-154A-F649737781EC}"/>
              </a:ext>
            </a:extLst>
          </p:cNvPr>
          <p:cNvSpPr txBox="1"/>
          <p:nvPr/>
        </p:nvSpPr>
        <p:spPr>
          <a:xfrm>
            <a:off x="5261691" y="1977911"/>
            <a:ext cx="118648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Accounting Event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8EB099BF-BF9B-E06D-57E5-246FDFB2F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3242" y="2009871"/>
            <a:ext cx="947439" cy="14355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6C68D74-B160-3BF9-12FA-AC9777168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380" y="2025874"/>
            <a:ext cx="947439" cy="143552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755139AC-1B3D-E6CE-3229-C0234845B95F}"/>
              </a:ext>
            </a:extLst>
          </p:cNvPr>
          <p:cNvSpPr txBox="1"/>
          <p:nvPr/>
        </p:nvSpPr>
        <p:spPr>
          <a:xfrm>
            <a:off x="2700774" y="1995679"/>
            <a:ext cx="1253408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PF- Contract                                   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88A70F5-FF53-F087-F8EE-C7AAF72B125F}"/>
              </a:ext>
            </a:extLst>
          </p:cNvPr>
          <p:cNvSpPr txBox="1"/>
          <p:nvPr/>
        </p:nvSpPr>
        <p:spPr>
          <a:xfrm>
            <a:off x="4544424" y="1981078"/>
            <a:ext cx="654632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Local Legal                                    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845DB7-71FB-F45C-2381-AF5521BF7154}"/>
              </a:ext>
            </a:extLst>
          </p:cNvPr>
          <p:cNvSpPr txBox="1"/>
          <p:nvPr/>
        </p:nvSpPr>
        <p:spPr>
          <a:xfrm>
            <a:off x="6645286" y="1967679"/>
            <a:ext cx="654632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Activation</a:t>
            </a: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4EE32F8A-B1FD-CDA6-E25B-CCD742402F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7593" y="2281936"/>
            <a:ext cx="5555462" cy="857324"/>
          </a:xfrm>
          <a:prstGeom prst="rect">
            <a:avLst/>
          </a:prstGeom>
        </p:spPr>
      </p:pic>
      <p:pic>
        <p:nvPicPr>
          <p:cNvPr id="105" name="Picture 104" descr="A yellow and grey oval with black text&#10;&#10;Description automatically generated">
            <a:extLst>
              <a:ext uri="{FF2B5EF4-FFF2-40B4-BE49-F238E27FC236}">
                <a16:creationId xmlns:a16="http://schemas.microsoft.com/office/drawing/2014/main" id="{33DCA2D3-0E43-C612-AE8F-25A7AF9665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715" y="2412230"/>
            <a:ext cx="194016" cy="1940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52C11D-A45E-8654-83AD-7C9F7C1032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8799" y="2579623"/>
            <a:ext cx="4506402" cy="1180763"/>
          </a:xfrm>
          <a:prstGeom prst="rect">
            <a:avLst/>
          </a:prstGeom>
        </p:spPr>
      </p:pic>
      <p:pic>
        <p:nvPicPr>
          <p:cNvPr id="4" name="Picture 3" descr="A picture containing black, darkness&#10;&#10;Description automatically generated">
            <a:hlinkClick r:id="rId9" action="ppaction://hlinksldjump"/>
            <a:extLst>
              <a:ext uri="{FF2B5EF4-FFF2-40B4-BE49-F238E27FC236}">
                <a16:creationId xmlns:a16="http://schemas.microsoft.com/office/drawing/2014/main" id="{8781260C-0900-303F-95A0-B98E48451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681679" y="2607872"/>
            <a:ext cx="123797" cy="12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2661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E3069B-F9D8-D10E-9668-D2022627F951}"/>
              </a:ext>
            </a:extLst>
          </p:cNvPr>
          <p:cNvSpPr txBox="1"/>
          <p:nvPr/>
        </p:nvSpPr>
        <p:spPr>
          <a:xfrm>
            <a:off x="0" y="111085"/>
            <a:ext cx="913903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u="sng" dirty="0"/>
              <a:t>Message Header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FC6250-871A-355B-9A4D-3E78A9D24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919" y="388085"/>
            <a:ext cx="3600762" cy="3200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CE380CD-2FAC-3F43-1E87-037A8B009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4" y="1048525"/>
            <a:ext cx="9040452" cy="8715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FB4FBA-C240-EAAA-E40D-E0BC1D32B924}"/>
              </a:ext>
            </a:extLst>
          </p:cNvPr>
          <p:cNvSpPr txBox="1"/>
          <p:nvPr/>
        </p:nvSpPr>
        <p:spPr>
          <a:xfrm>
            <a:off x="98584" y="771526"/>
            <a:ext cx="90454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u="sng" dirty="0"/>
              <a:t>Event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FFE7A8-E71B-9DD2-3DDB-9189C2E464BA}"/>
              </a:ext>
            </a:extLst>
          </p:cNvPr>
          <p:cNvSpPr txBox="1"/>
          <p:nvPr/>
        </p:nvSpPr>
        <p:spPr>
          <a:xfrm>
            <a:off x="-4964" y="1997035"/>
            <a:ext cx="913903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u="sng" dirty="0"/>
              <a:t>Message Header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0FDEE9-F0F6-0101-95EA-61C18EEBC2CB}"/>
              </a:ext>
            </a:extLst>
          </p:cNvPr>
          <p:cNvSpPr txBox="1"/>
          <p:nvPr/>
        </p:nvSpPr>
        <p:spPr>
          <a:xfrm>
            <a:off x="93620" y="2657476"/>
            <a:ext cx="90454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u="sng" dirty="0"/>
              <a:t>Event Data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049D164-480E-B750-02B8-4187D2ACF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7350" y="2303540"/>
            <a:ext cx="3589331" cy="3143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5BD6AB6-2F5D-A1AB-CECB-0708B2DF2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81" y="2974059"/>
            <a:ext cx="9070491" cy="167464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9D94E3-0454-8479-1A60-ADCA33985A0C}"/>
              </a:ext>
            </a:extLst>
          </p:cNvPr>
          <p:cNvSpPr txBox="1"/>
          <p:nvPr/>
        </p:nvSpPr>
        <p:spPr>
          <a:xfrm>
            <a:off x="177165" y="388084"/>
            <a:ext cx="12115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Activation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42492C-9172-4830-B4EE-1A39BECA3073}"/>
              </a:ext>
            </a:extLst>
          </p:cNvPr>
          <p:cNvSpPr txBox="1"/>
          <p:nvPr/>
        </p:nvSpPr>
        <p:spPr>
          <a:xfrm>
            <a:off x="177165" y="2379546"/>
            <a:ext cx="12115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Invoicing</a:t>
            </a:r>
          </a:p>
        </p:txBody>
      </p:sp>
    </p:spTree>
    <p:extLst>
      <p:ext uri="{BB962C8B-B14F-4D97-AF65-F5344CB8AC3E}">
        <p14:creationId xmlns:p14="http://schemas.microsoft.com/office/powerpoint/2010/main" val="20136703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DA655FC-32BE-5AD5-41D4-5D44C7FDC5F4}"/>
              </a:ext>
            </a:extLst>
          </p:cNvPr>
          <p:cNvSpPr/>
          <p:nvPr/>
        </p:nvSpPr>
        <p:spPr>
          <a:xfrm>
            <a:off x="6308875" y="3754154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Formula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5FBD39-614A-6D89-0307-CB75C091CEA7}"/>
              </a:ext>
            </a:extLst>
          </p:cNvPr>
          <p:cNvSpPr/>
          <p:nvPr/>
        </p:nvSpPr>
        <p:spPr>
          <a:xfrm>
            <a:off x="4824524" y="338299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Accounting Event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8A7AC0-E320-419C-8556-44CFCED27F65}"/>
              </a:ext>
            </a:extLst>
          </p:cNvPr>
          <p:cNvSpPr/>
          <p:nvPr/>
        </p:nvSpPr>
        <p:spPr>
          <a:xfrm>
            <a:off x="4824523" y="1417751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Formula Condition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F91899-3172-AEC8-3356-8D87A10FC453}"/>
              </a:ext>
            </a:extLst>
          </p:cNvPr>
          <p:cNvSpPr/>
          <p:nvPr/>
        </p:nvSpPr>
        <p:spPr>
          <a:xfrm>
            <a:off x="7150084" y="1066384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Amount Type</a:t>
            </a:r>
            <a:endParaRPr lang="en-US" sz="1350" dirty="0">
              <a:solidFill>
                <a:srgbClr val="FF0000"/>
              </a:solidFill>
            </a:endParaRP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77FB0602-4EAC-D98B-1C71-C6E4F3CDFBEF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6208525" y="519454"/>
            <a:ext cx="100350" cy="2052296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3AF37F11-3615-C037-4FDC-DAE3C3984AA9}"/>
              </a:ext>
            </a:extLst>
          </p:cNvPr>
          <p:cNvCxnSpPr>
            <a:cxnSpLocks/>
            <a:stCxn id="17" idx="2"/>
            <a:endCxn id="12" idx="3"/>
          </p:cNvCxnSpPr>
          <p:nvPr/>
        </p:nvCxnSpPr>
        <p:spPr>
          <a:xfrm rot="5400000">
            <a:off x="6514172" y="2607396"/>
            <a:ext cx="2506616" cy="149210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0190FA0-F4F8-7AD6-8692-91FAB39185FA}"/>
              </a:ext>
            </a:extLst>
          </p:cNvPr>
          <p:cNvSpPr txBox="1"/>
          <p:nvPr/>
        </p:nvSpPr>
        <p:spPr>
          <a:xfrm>
            <a:off x="4338057" y="4191731"/>
            <a:ext cx="470132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Name   Description                                             AmountTypeID     </a:t>
            </a:r>
            <a:r>
              <a:rPr lang="en-US" sz="750" b="1" u="sng" dirty="0" err="1"/>
              <a:t>FormulaCondition:ID</a:t>
            </a:r>
            <a:r>
              <a:rPr lang="en-US" sz="750" b="1" u="sng" dirty="0"/>
              <a:t>       </a:t>
            </a:r>
            <a:r>
              <a:rPr lang="en-US" sz="750" b="1" u="sng" dirty="0" err="1"/>
              <a:t>PseudoAccountCOA:ID</a:t>
            </a:r>
            <a:r>
              <a:rPr lang="en-US" sz="750" b="1" u="sng" dirty="0"/>
              <a:t>  </a:t>
            </a:r>
          </a:p>
          <a:p>
            <a:pPr marL="171450" indent="-171450">
              <a:buAutoNum type="arabicPlain" startAt="43"/>
            </a:pPr>
            <a:r>
              <a:rPr lang="en-US" sz="750" dirty="0"/>
              <a:t>PF-014    Fixed Asset Value from the Line.              1011                             34                                             49</a:t>
            </a:r>
          </a:p>
          <a:p>
            <a:pPr marL="171450" indent="-171450">
              <a:buAutoNum type="arabicPlain" startAt="43"/>
            </a:pPr>
            <a:r>
              <a:rPr lang="en-US" sz="750" dirty="0"/>
              <a:t>PF-061    Sum of all Period amortizations               1012</a:t>
            </a:r>
          </a:p>
          <a:p>
            <a:pPr marL="171450" indent="-171450">
              <a:buAutoNum type="arabicPlain" startAt="43"/>
            </a:pPr>
            <a:r>
              <a:rPr lang="en-US" sz="750" dirty="0"/>
              <a:t>PF-062    Sum of all Period rents                               1013</a:t>
            </a:r>
          </a:p>
          <a:p>
            <a:pPr marL="171450" indent="-171450">
              <a:buAutoNum type="arabicPlain" startAt="43"/>
            </a:pPr>
            <a:r>
              <a:rPr lang="en-US" sz="750" dirty="0"/>
              <a:t>PF-062    Sum of all Period interests                         1014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233C335-2793-62BE-4491-517E0718D2A4}"/>
              </a:ext>
            </a:extLst>
          </p:cNvPr>
          <p:cNvSpPr/>
          <p:nvPr/>
        </p:nvSpPr>
        <p:spPr>
          <a:xfrm>
            <a:off x="7152376" y="49399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Amount Group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E5B5262-4738-B2D3-3A9E-89B0AC74EA60}"/>
              </a:ext>
            </a:extLst>
          </p:cNvPr>
          <p:cNvSpPr/>
          <p:nvPr/>
        </p:nvSpPr>
        <p:spPr>
          <a:xfrm>
            <a:off x="2328996" y="3518383"/>
            <a:ext cx="1584430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350" dirty="0"/>
              <a:t>PseudoAccountCOA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A9DB8A-E6F9-20D7-E31C-9DB3003A1C10}"/>
              </a:ext>
            </a:extLst>
          </p:cNvPr>
          <p:cNvSpPr txBox="1"/>
          <p:nvPr/>
        </p:nvSpPr>
        <p:spPr>
          <a:xfrm>
            <a:off x="4640876" y="700608"/>
            <a:ext cx="2109968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Name           Calculation Date         Event Date                </a:t>
            </a:r>
          </a:p>
          <a:p>
            <a:r>
              <a:rPr lang="en-US" sz="750" dirty="0"/>
              <a:t>77     Activation          No                                  Yes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FB51A3-A96E-7C73-E116-400E6F9DCC01}"/>
              </a:ext>
            </a:extLst>
          </p:cNvPr>
          <p:cNvSpPr txBox="1"/>
          <p:nvPr/>
        </p:nvSpPr>
        <p:spPr>
          <a:xfrm>
            <a:off x="4824523" y="1794162"/>
            <a:ext cx="166914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Name</a:t>
            </a:r>
          </a:p>
          <a:p>
            <a:r>
              <a:rPr lang="en-US" sz="750" dirty="0"/>
              <a:t>34     Check What accounting product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BF6F340-D0D2-95E6-A809-4063D7243A7E}"/>
              </a:ext>
            </a:extLst>
          </p:cNvPr>
          <p:cNvSpPr/>
          <p:nvPr/>
        </p:nvSpPr>
        <p:spPr>
          <a:xfrm>
            <a:off x="2312274" y="1513555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Conditions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3987C9-9D5D-B387-9E5D-85DB3B4A72A7}"/>
              </a:ext>
            </a:extLst>
          </p:cNvPr>
          <p:cNvSpPr txBox="1"/>
          <p:nvPr/>
        </p:nvSpPr>
        <p:spPr>
          <a:xfrm>
            <a:off x="273831" y="1958740"/>
            <a:ext cx="44169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Level   Formula Condition ID       </a:t>
            </a:r>
            <a:r>
              <a:rPr lang="en-US" sz="750" b="1" u="sng" dirty="0" err="1"/>
              <a:t>ConditionValues:ID</a:t>
            </a:r>
            <a:r>
              <a:rPr lang="en-US" sz="750" b="1" u="sng" dirty="0"/>
              <a:t>     </a:t>
            </a:r>
            <a:r>
              <a:rPr lang="en-US" sz="750" b="1" u="sng" dirty="0" err="1"/>
              <a:t>PseudoAccountCOA:ID</a:t>
            </a:r>
            <a:r>
              <a:rPr lang="en-US" sz="750" b="1" u="sng" dirty="0"/>
              <a:t>    Value                Operator </a:t>
            </a:r>
          </a:p>
          <a:p>
            <a:pPr marL="171450" indent="-171450">
              <a:buAutoNum type="arabicPlain" startAt="64"/>
            </a:pPr>
            <a:r>
              <a:rPr lang="en-US" sz="750" dirty="0"/>
              <a:t>    1                 34                                           66                                         50                         Direct Lease</a:t>
            </a:r>
          </a:p>
          <a:p>
            <a:pPr marL="171450" indent="-171450">
              <a:buFontTx/>
              <a:buAutoNum type="arabicPlain" startAt="64"/>
            </a:pPr>
            <a:r>
              <a:rPr lang="en-US" sz="750" dirty="0"/>
              <a:t>    1                 34                                           66                                         51                         OP Lease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273753B-817B-1FD3-162D-E0916BFE4CAB}"/>
              </a:ext>
            </a:extLst>
          </p:cNvPr>
          <p:cNvSpPr txBox="1"/>
          <p:nvPr/>
        </p:nvSpPr>
        <p:spPr>
          <a:xfrm>
            <a:off x="2473456" y="469776"/>
            <a:ext cx="1543859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Name</a:t>
            </a:r>
            <a:endParaRPr lang="en-US" sz="750" dirty="0"/>
          </a:p>
          <a:p>
            <a:r>
              <a:rPr lang="en-US" sz="750" dirty="0"/>
              <a:t>66   Accounting Product</a:t>
            </a:r>
          </a:p>
          <a:p>
            <a:r>
              <a:rPr lang="en-US" sz="750" dirty="0"/>
              <a:t>67   Invoice type</a:t>
            </a:r>
          </a:p>
          <a:p>
            <a:pPr marL="171450" indent="-171450">
              <a:buAutoNum type="arabicPlain" startAt="68"/>
            </a:pPr>
            <a:r>
              <a:rPr lang="en-US" sz="750" dirty="0"/>
              <a:t>Payment Method</a:t>
            </a:r>
          </a:p>
          <a:p>
            <a:pPr marL="171450" indent="-171450">
              <a:buAutoNum type="arabicPlain" startAt="68"/>
            </a:pPr>
            <a:r>
              <a:rPr lang="en-US" sz="750" dirty="0"/>
              <a:t>Amount Code            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4CECBE-11A3-2F74-9226-060BF004B568}"/>
              </a:ext>
            </a:extLst>
          </p:cNvPr>
          <p:cNvSpPr/>
          <p:nvPr/>
        </p:nvSpPr>
        <p:spPr>
          <a:xfrm>
            <a:off x="2287314" y="145151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Condition Values</a:t>
            </a:r>
            <a:endParaRPr lang="en-US" sz="1350" dirty="0">
              <a:solidFill>
                <a:srgbClr val="FF0000"/>
              </a:solidFill>
            </a:endParaRP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90AD816E-B816-D3F2-9EC0-8682B7B95CD7}"/>
              </a:ext>
            </a:extLst>
          </p:cNvPr>
          <p:cNvCxnSpPr>
            <a:stCxn id="3" idx="1"/>
            <a:endCxn id="54" idx="1"/>
          </p:cNvCxnSpPr>
          <p:nvPr/>
        </p:nvCxnSpPr>
        <p:spPr>
          <a:xfrm rot="10800000" flipH="1" flipV="1">
            <a:off x="2287314" y="326305"/>
            <a:ext cx="24960" cy="1368404"/>
          </a:xfrm>
          <a:prstGeom prst="bentConnector3">
            <a:avLst>
              <a:gd name="adj1" fmla="val -68689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B848FD6-0E85-5859-C94D-3964FE0B19FD}"/>
              </a:ext>
            </a:extLst>
          </p:cNvPr>
          <p:cNvSpPr txBox="1"/>
          <p:nvPr/>
        </p:nvSpPr>
        <p:spPr>
          <a:xfrm>
            <a:off x="7087238" y="1417750"/>
            <a:ext cx="1767473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Name                       Amount Group:ID</a:t>
            </a:r>
          </a:p>
          <a:p>
            <a:pPr marL="171450" indent="-171450">
              <a:buAutoNum type="arabicPlain" startAt="1010"/>
            </a:pPr>
            <a:r>
              <a:rPr lang="en-US" sz="750" dirty="0"/>
              <a:t>  Purchase Price                    23</a:t>
            </a:r>
          </a:p>
          <a:p>
            <a:pPr marL="171450" indent="-171450">
              <a:buAutoNum type="arabicPlain" startAt="1010"/>
            </a:pPr>
            <a:r>
              <a:rPr lang="en-US" sz="750" dirty="0"/>
              <a:t>  Fixed Asset Value               23 </a:t>
            </a:r>
          </a:p>
          <a:p>
            <a:pPr marL="171450" indent="-171450">
              <a:buAutoNum type="arabicPlain" startAt="1010"/>
            </a:pPr>
            <a:r>
              <a:rPr lang="en-US" sz="750" dirty="0"/>
              <a:t> Total Amortization              23</a:t>
            </a:r>
          </a:p>
          <a:p>
            <a:pPr marL="171450" indent="-171450">
              <a:buAutoNum type="arabicPlain" startAt="1010"/>
            </a:pPr>
            <a:r>
              <a:rPr lang="en-US" sz="750" dirty="0"/>
              <a:t> Total Rent                             23</a:t>
            </a:r>
          </a:p>
          <a:p>
            <a:pPr marL="171450" indent="-171450">
              <a:buAutoNum type="arabicPlain" startAt="1010"/>
            </a:pPr>
            <a:r>
              <a:rPr lang="en-US" sz="750" dirty="0"/>
              <a:t> Total Interest                       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9AC457-9E75-941E-C4B6-6A553D0A5433}"/>
              </a:ext>
            </a:extLst>
          </p:cNvPr>
          <p:cNvSpPr txBox="1"/>
          <p:nvPr/>
        </p:nvSpPr>
        <p:spPr>
          <a:xfrm>
            <a:off x="7237897" y="430047"/>
            <a:ext cx="14661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Name</a:t>
            </a:r>
          </a:p>
          <a:p>
            <a:r>
              <a:rPr lang="en-US" sz="750" dirty="0"/>
              <a:t>23    Message </a:t>
            </a:r>
          </a:p>
          <a:p>
            <a:r>
              <a:rPr lang="en-US" sz="750" dirty="0"/>
              <a:t>231   Accrual</a:t>
            </a:r>
          </a:p>
          <a:p>
            <a:r>
              <a:rPr lang="en-US" sz="750" dirty="0"/>
              <a:t>232   Monthly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D5AE19F-22FC-0D1E-A8BE-A6B570CBA552}"/>
              </a:ext>
            </a:extLst>
          </p:cNvPr>
          <p:cNvCxnSpPr>
            <a:stCxn id="44" idx="2"/>
            <a:endCxn id="17" idx="0"/>
          </p:cNvCxnSpPr>
          <p:nvPr/>
        </p:nvCxnSpPr>
        <p:spPr>
          <a:xfrm flipH="1">
            <a:off x="7842085" y="411707"/>
            <a:ext cx="2291" cy="6546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6B06EBC3-5F1F-CF09-E55B-334BE585E76A}"/>
              </a:ext>
            </a:extLst>
          </p:cNvPr>
          <p:cNvSpPr/>
          <p:nvPr/>
        </p:nvSpPr>
        <p:spPr>
          <a:xfrm>
            <a:off x="142860" y="3974717"/>
            <a:ext cx="1584430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350" dirty="0"/>
              <a:t>PseudoAccount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E2A609-91D5-4D95-F818-8CC8B855907E}"/>
              </a:ext>
            </a:extLst>
          </p:cNvPr>
          <p:cNvSpPr/>
          <p:nvPr/>
        </p:nvSpPr>
        <p:spPr>
          <a:xfrm>
            <a:off x="498933" y="2627134"/>
            <a:ext cx="1584430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350" dirty="0"/>
              <a:t>ChartOfAccount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2AF106-18EA-7045-B309-56F058D27E2B}"/>
              </a:ext>
            </a:extLst>
          </p:cNvPr>
          <p:cNvSpPr/>
          <p:nvPr/>
        </p:nvSpPr>
        <p:spPr>
          <a:xfrm>
            <a:off x="4824523" y="2571751"/>
            <a:ext cx="1584430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350" dirty="0"/>
              <a:t>Accounting Rules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3AC7FB-CDA3-B84C-045F-FEDE4A12A03E}"/>
              </a:ext>
            </a:extLst>
          </p:cNvPr>
          <p:cNvSpPr txBox="1"/>
          <p:nvPr/>
        </p:nvSpPr>
        <p:spPr>
          <a:xfrm>
            <a:off x="23958" y="3078480"/>
            <a:ext cx="386862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Name		                  Description                     Order       Depth   </a:t>
            </a:r>
            <a:r>
              <a:rPr lang="en-US" sz="750" b="1" u="sng" dirty="0" err="1"/>
              <a:t>ParentID</a:t>
            </a:r>
            <a:endParaRPr lang="en-US" sz="750" b="1" u="sng" dirty="0"/>
          </a:p>
          <a:p>
            <a:r>
              <a:rPr lang="en-US" sz="750" dirty="0"/>
              <a:t>8        Accounts, Notes and Loan receivables    Account 1300 - 1399      1.2.1         2             7        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CB4F12-03F7-A719-CFBC-74AB07596C6C}"/>
              </a:ext>
            </a:extLst>
          </p:cNvPr>
          <p:cNvSpPr txBox="1"/>
          <p:nvPr/>
        </p:nvSpPr>
        <p:spPr>
          <a:xfrm>
            <a:off x="104619" y="4313444"/>
            <a:ext cx="25667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  </a:t>
            </a:r>
            <a:r>
              <a:rPr lang="en-US" sz="750" b="1" u="sng" dirty="0" err="1"/>
              <a:t>PseudoAccount</a:t>
            </a:r>
            <a:r>
              <a:rPr lang="en-US" sz="750" b="1" u="sng" dirty="0"/>
              <a:t>     Name               </a:t>
            </a:r>
          </a:p>
          <a:p>
            <a:pPr marL="171450" indent="-171450">
              <a:buAutoNum type="arabicPlain" startAt="341"/>
            </a:pPr>
            <a:r>
              <a:rPr lang="en-US" sz="750" dirty="0"/>
              <a:t>   140000                    Equipment Purchases   </a:t>
            </a:r>
          </a:p>
          <a:p>
            <a:pPr marL="171450" indent="-171450">
              <a:buAutoNum type="arabicPlain" startAt="341"/>
            </a:pPr>
            <a:r>
              <a:rPr lang="en-US" sz="750" dirty="0"/>
              <a:t>   140001	             Equipment Purchases– Direct Lease</a:t>
            </a:r>
          </a:p>
          <a:p>
            <a:pPr marL="171450" indent="-171450">
              <a:buFontTx/>
              <a:buAutoNum type="arabicPlain" startAt="341"/>
            </a:pPr>
            <a:r>
              <a:rPr lang="en-US" sz="750" dirty="0"/>
              <a:t>   140002                    Equipment Purchases– OP Lease</a:t>
            </a:r>
          </a:p>
          <a:p>
            <a:pPr marL="171450" indent="-171450">
              <a:buAutoNum type="arabicPlain" startAt="341"/>
            </a:pPr>
            <a:r>
              <a:rPr lang="en-US" sz="750" dirty="0"/>
              <a:t>   140000                    Equipment Purchases</a:t>
            </a:r>
          </a:p>
          <a:p>
            <a:pPr marL="171450" indent="-171450">
              <a:buAutoNum type="arabicPlain" startAt="341"/>
            </a:pPr>
            <a:r>
              <a:rPr lang="en-US" sz="750" dirty="0"/>
              <a:t>   192101                    Lease Rec - Curr Year Volume</a:t>
            </a:r>
          </a:p>
          <a:p>
            <a:pPr marL="171450" indent="-171450">
              <a:buAutoNum type="arabicPlain" startAt="341"/>
            </a:pPr>
            <a:r>
              <a:rPr lang="en-US" sz="750" dirty="0"/>
              <a:t>   192401                    Unearn Inc- Curr Year Volume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80F151-C66C-4123-0955-7E0BE35F323C}"/>
              </a:ext>
            </a:extLst>
          </p:cNvPr>
          <p:cNvSpPr txBox="1"/>
          <p:nvPr/>
        </p:nvSpPr>
        <p:spPr>
          <a:xfrm>
            <a:off x="2113679" y="3870470"/>
            <a:ext cx="22243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ChartOfAccount:ID       </a:t>
            </a:r>
            <a:r>
              <a:rPr lang="en-US" sz="750" b="1" u="sng" dirty="0" err="1"/>
              <a:t>PseudoAccount:ID</a:t>
            </a:r>
            <a:r>
              <a:rPr lang="en-US" sz="750" b="1" u="sng" dirty="0"/>
              <a:t>  </a:t>
            </a:r>
          </a:p>
          <a:p>
            <a:pPr marL="171450" indent="-171450">
              <a:buAutoNum type="arabicPlain" startAt="49"/>
            </a:pPr>
            <a:r>
              <a:rPr lang="en-US" sz="750" dirty="0"/>
              <a:t>            8                                           341 </a:t>
            </a:r>
          </a:p>
          <a:p>
            <a:pPr marL="171450" indent="-171450">
              <a:buFontTx/>
              <a:buAutoNum type="arabicPlain" startAt="49"/>
            </a:pPr>
            <a:r>
              <a:rPr lang="en-US" sz="750" dirty="0"/>
              <a:t>            8                                           342                   </a:t>
            </a:r>
          </a:p>
          <a:p>
            <a:pPr marL="171450" indent="-171450">
              <a:buFontTx/>
              <a:buAutoNum type="arabicPlain" startAt="49"/>
            </a:pPr>
            <a:r>
              <a:rPr lang="en-US" sz="750" dirty="0"/>
              <a:t>            8                                           343                                 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84BE1FF8-B422-E0C8-8CC2-874EE79D2B63}"/>
              </a:ext>
            </a:extLst>
          </p:cNvPr>
          <p:cNvCxnSpPr>
            <a:stCxn id="27" idx="3"/>
            <a:endCxn id="45" idx="0"/>
          </p:cNvCxnSpPr>
          <p:nvPr/>
        </p:nvCxnSpPr>
        <p:spPr>
          <a:xfrm>
            <a:off x="2083363" y="2808288"/>
            <a:ext cx="1037849" cy="710094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D724AB95-2E7A-EDC2-D692-187357B9A978}"/>
              </a:ext>
            </a:extLst>
          </p:cNvPr>
          <p:cNvCxnSpPr>
            <a:stCxn id="26" idx="3"/>
            <a:endCxn id="45" idx="2"/>
          </p:cNvCxnSpPr>
          <p:nvPr/>
        </p:nvCxnSpPr>
        <p:spPr>
          <a:xfrm flipV="1">
            <a:off x="1727290" y="3880692"/>
            <a:ext cx="1393922" cy="275180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0B604FD1-0EC6-71FA-A9EA-C36F26478572}"/>
              </a:ext>
            </a:extLst>
          </p:cNvPr>
          <p:cNvCxnSpPr>
            <a:cxnSpLocks/>
            <a:stCxn id="45" idx="3"/>
            <a:endCxn id="12" idx="1"/>
          </p:cNvCxnSpPr>
          <p:nvPr/>
        </p:nvCxnSpPr>
        <p:spPr>
          <a:xfrm>
            <a:off x="3913426" y="3699537"/>
            <a:ext cx="2395449" cy="235772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3E193B02-08F1-9F6F-9579-512B975DA46F}"/>
              </a:ext>
            </a:extLst>
          </p:cNvPr>
          <p:cNvCxnSpPr>
            <a:cxnSpLocks/>
            <a:endCxn id="28" idx="3"/>
          </p:cNvCxnSpPr>
          <p:nvPr/>
        </p:nvCxnSpPr>
        <p:spPr>
          <a:xfrm rot="16200000" flipV="1">
            <a:off x="6356826" y="2805032"/>
            <a:ext cx="1015351" cy="911097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92328F1-AF07-DFF6-CEE2-6272D43477AB}"/>
              </a:ext>
            </a:extLst>
          </p:cNvPr>
          <p:cNvSpPr txBox="1"/>
          <p:nvPr/>
        </p:nvSpPr>
        <p:spPr>
          <a:xfrm>
            <a:off x="4142767" y="2933379"/>
            <a:ext cx="400813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 Accounting </a:t>
            </a:r>
            <a:r>
              <a:rPr lang="en-US" sz="750" b="1" u="sng" dirty="0" err="1"/>
              <a:t>Formulas:ID</a:t>
            </a:r>
            <a:r>
              <a:rPr lang="en-US" sz="750" b="1" u="sng" dirty="0"/>
              <a:t>   Accounting </a:t>
            </a:r>
            <a:r>
              <a:rPr lang="en-US" sz="750" b="1" u="sng" dirty="0" err="1"/>
              <a:t>Ledger:ID</a:t>
            </a:r>
            <a:r>
              <a:rPr lang="en-US" sz="750" b="1" u="sng" dirty="0"/>
              <a:t>      AccountingEvent ID             Debit/Credit</a:t>
            </a:r>
          </a:p>
          <a:p>
            <a:r>
              <a:rPr lang="en-US" sz="750" dirty="0"/>
              <a:t>672                 43                                         531                                  77                                           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B8A92C0-827A-42DF-1E10-91147C239A61}"/>
              </a:ext>
            </a:extLst>
          </p:cNvPr>
          <p:cNvSpPr/>
          <p:nvPr/>
        </p:nvSpPr>
        <p:spPr>
          <a:xfrm>
            <a:off x="297536" y="342597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Accounting Class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24A2CD8-2519-3029-DA46-486CA4B5C2A5}"/>
              </a:ext>
            </a:extLst>
          </p:cNvPr>
          <p:cNvSpPr/>
          <p:nvPr/>
        </p:nvSpPr>
        <p:spPr>
          <a:xfrm>
            <a:off x="294789" y="1143796"/>
            <a:ext cx="1384001" cy="362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Accounting Ledger</a:t>
            </a:r>
            <a:endParaRPr lang="en-US" sz="1350" dirty="0">
              <a:solidFill>
                <a:srgbClr val="FF0000"/>
              </a:solidFill>
            </a:endParaRP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095EE953-68F4-8562-8D62-06523DE702F6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6208523" y="1598906"/>
            <a:ext cx="688665" cy="2169351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5145E2E-9815-6D90-2F61-9DEE1CD4A52B}"/>
              </a:ext>
            </a:extLst>
          </p:cNvPr>
          <p:cNvSpPr txBox="1"/>
          <p:nvPr/>
        </p:nvSpPr>
        <p:spPr>
          <a:xfrm>
            <a:off x="145755" y="1491505"/>
            <a:ext cx="17449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  Name               Accounting Class: ID  </a:t>
            </a:r>
          </a:p>
          <a:p>
            <a:pPr marL="171450" indent="-171450">
              <a:buAutoNum type="arabicPlain" startAt="531"/>
            </a:pPr>
            <a:r>
              <a:rPr lang="en-US" sz="750" dirty="0"/>
              <a:t>Local Legal               21</a:t>
            </a:r>
          </a:p>
          <a:p>
            <a:pPr marL="171450" indent="-171450">
              <a:buAutoNum type="arabicPlain" startAt="531"/>
            </a:pPr>
            <a:r>
              <a:rPr lang="en-US" sz="750" dirty="0"/>
              <a:t>US GAAP                   21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7C2E52-1607-E067-86FE-9F2A0A854C02}"/>
              </a:ext>
            </a:extLst>
          </p:cNvPr>
          <p:cNvSpPr txBox="1"/>
          <p:nvPr/>
        </p:nvSpPr>
        <p:spPr>
          <a:xfrm>
            <a:off x="207571" y="704443"/>
            <a:ext cx="15738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b="1" u="sng" dirty="0"/>
              <a:t>ID        Name               Legal Entity: ID  </a:t>
            </a:r>
          </a:p>
          <a:p>
            <a:r>
              <a:rPr lang="en-US" sz="750" dirty="0"/>
              <a:t>2323   PF-Contract              21</a:t>
            </a:r>
          </a:p>
          <a:p>
            <a:r>
              <a:rPr lang="en-US" sz="750" dirty="0"/>
              <a:t>2324  AR-Invoicing              21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0019432-F79D-26A6-DB92-01FBA520541F}"/>
              </a:ext>
            </a:extLst>
          </p:cNvPr>
          <p:cNvSpPr/>
          <p:nvPr/>
        </p:nvSpPr>
        <p:spPr>
          <a:xfrm>
            <a:off x="302512" y="-44699"/>
            <a:ext cx="1384001" cy="290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50" b="1" u="sng" dirty="0"/>
              <a:t>Legal Entity = ALS = ID 21</a:t>
            </a:r>
            <a:endParaRPr lang="en-US" sz="750" b="1" u="sng" dirty="0">
              <a:solidFill>
                <a:srgbClr val="FF0000"/>
              </a:solidFill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CF02B99-2445-DDA4-BD75-E7BC8D440DBA}"/>
              </a:ext>
            </a:extLst>
          </p:cNvPr>
          <p:cNvCxnSpPr>
            <a:stCxn id="60" idx="2"/>
            <a:endCxn id="48" idx="0"/>
          </p:cNvCxnSpPr>
          <p:nvPr/>
        </p:nvCxnSpPr>
        <p:spPr>
          <a:xfrm flipH="1">
            <a:off x="989537" y="245839"/>
            <a:ext cx="4976" cy="967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33BA4A1-7863-B9CD-94BA-520ABE2561FC}"/>
              </a:ext>
            </a:extLst>
          </p:cNvPr>
          <p:cNvCxnSpPr>
            <a:stCxn id="59" idx="0"/>
            <a:endCxn id="49" idx="0"/>
          </p:cNvCxnSpPr>
          <p:nvPr/>
        </p:nvCxnSpPr>
        <p:spPr>
          <a:xfrm flipH="1">
            <a:off x="986790" y="704443"/>
            <a:ext cx="7724" cy="4393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F1FF03AA-292F-4D22-E2E2-594C9AD15862}"/>
              </a:ext>
            </a:extLst>
          </p:cNvPr>
          <p:cNvCxnSpPr>
            <a:stCxn id="58" idx="0"/>
            <a:endCxn id="28" idx="0"/>
          </p:cNvCxnSpPr>
          <p:nvPr/>
        </p:nvCxnSpPr>
        <p:spPr>
          <a:xfrm rot="16200000" flipH="1">
            <a:off x="2777372" y="-267615"/>
            <a:ext cx="1080246" cy="4598486"/>
          </a:xfrm>
          <a:prstGeom prst="bentConnector3">
            <a:avLst>
              <a:gd name="adj1" fmla="val -21162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ABB63A2E-7F04-E868-36C9-91689065CD7A}"/>
              </a:ext>
            </a:extLst>
          </p:cNvPr>
          <p:cNvCxnSpPr>
            <a:stCxn id="15" idx="1"/>
            <a:endCxn id="54" idx="3"/>
          </p:cNvCxnSpPr>
          <p:nvPr/>
        </p:nvCxnSpPr>
        <p:spPr>
          <a:xfrm rot="10800000" flipV="1">
            <a:off x="3696276" y="1598905"/>
            <a:ext cx="1128248" cy="95804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73D01FAF-2670-2E40-4342-9AF4A88BB178}"/>
              </a:ext>
            </a:extLst>
          </p:cNvPr>
          <p:cNvCxnSpPr>
            <a:cxnSpLocks/>
            <a:stCxn id="54" idx="2"/>
          </p:cNvCxnSpPr>
          <p:nvPr/>
        </p:nvCxnSpPr>
        <p:spPr>
          <a:xfrm rot="16200000" flipH="1">
            <a:off x="2392112" y="2488026"/>
            <a:ext cx="1642518" cy="41819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7642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E3069B-F9D8-D10E-9668-D2022627F951}"/>
              </a:ext>
            </a:extLst>
          </p:cNvPr>
          <p:cNvSpPr txBox="1"/>
          <p:nvPr/>
        </p:nvSpPr>
        <p:spPr>
          <a:xfrm>
            <a:off x="0" y="111085"/>
            <a:ext cx="913903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u="sng" dirty="0"/>
              <a:t>Message Header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FC6250-871A-355B-9A4D-3E78A9D24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919" y="388085"/>
            <a:ext cx="3600762" cy="3200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CE380CD-2FAC-3F43-1E87-037A8B009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4" y="1048525"/>
            <a:ext cx="9040452" cy="8715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FB4FBA-C240-EAAA-E40D-E0BC1D32B924}"/>
              </a:ext>
            </a:extLst>
          </p:cNvPr>
          <p:cNvSpPr txBox="1"/>
          <p:nvPr/>
        </p:nvSpPr>
        <p:spPr>
          <a:xfrm>
            <a:off x="98584" y="771526"/>
            <a:ext cx="90454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u="sng" dirty="0"/>
              <a:t>Event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FFE7A8-E71B-9DD2-3DDB-9189C2E464BA}"/>
              </a:ext>
            </a:extLst>
          </p:cNvPr>
          <p:cNvSpPr txBox="1"/>
          <p:nvPr/>
        </p:nvSpPr>
        <p:spPr>
          <a:xfrm>
            <a:off x="-4964" y="1997035"/>
            <a:ext cx="913903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u="sng" dirty="0"/>
              <a:t>Message Header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0FDEE9-F0F6-0101-95EA-61C18EEBC2CB}"/>
              </a:ext>
            </a:extLst>
          </p:cNvPr>
          <p:cNvSpPr txBox="1"/>
          <p:nvPr/>
        </p:nvSpPr>
        <p:spPr>
          <a:xfrm>
            <a:off x="93620" y="2657476"/>
            <a:ext cx="90454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u="sng" dirty="0"/>
              <a:t>Event Data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049D164-480E-B750-02B8-4187D2ACF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7350" y="2303540"/>
            <a:ext cx="3589331" cy="3143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5BD6AB6-2F5D-A1AB-CECB-0708B2DF2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81" y="2974059"/>
            <a:ext cx="9070491" cy="167464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9D94E3-0454-8479-1A60-ADCA33985A0C}"/>
              </a:ext>
            </a:extLst>
          </p:cNvPr>
          <p:cNvSpPr txBox="1"/>
          <p:nvPr/>
        </p:nvSpPr>
        <p:spPr>
          <a:xfrm>
            <a:off x="177165" y="388084"/>
            <a:ext cx="12115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Activation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42492C-9172-4830-B4EE-1A39BECA3073}"/>
              </a:ext>
            </a:extLst>
          </p:cNvPr>
          <p:cNvSpPr txBox="1"/>
          <p:nvPr/>
        </p:nvSpPr>
        <p:spPr>
          <a:xfrm>
            <a:off x="177165" y="2379546"/>
            <a:ext cx="12115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Invoicing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4C7109-04DC-199E-7D7C-972BE1565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1228163"/>
            <a:ext cx="2251710" cy="146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D67824D-00A7-D2CA-8857-AE4601FC5325}"/>
              </a:ext>
            </a:extLst>
          </p:cNvPr>
          <p:cNvCxnSpPr>
            <a:cxnSpLocks/>
          </p:cNvCxnSpPr>
          <p:nvPr/>
        </p:nvCxnSpPr>
        <p:spPr>
          <a:xfrm flipH="1">
            <a:off x="7218045" y="2197099"/>
            <a:ext cx="102870" cy="1194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3210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1FBA7-EE67-90DF-7083-A637A80D8B3A}"/>
              </a:ext>
            </a:extLst>
          </p:cNvPr>
          <p:cNvSpPr txBox="1"/>
          <p:nvPr/>
        </p:nvSpPr>
        <p:spPr>
          <a:xfrm>
            <a:off x="255234" y="257175"/>
            <a:ext cx="5572125" cy="5066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+mj-lt"/>
              <a:buAutoNum type="arabicPeriod"/>
            </a:pPr>
            <a:r>
              <a:rPr lang="en-US" sz="825" dirty="0"/>
              <a:t>Create a new ledger entity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Maintain ledger entities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Create Calendar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Maintain Calendar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Create new ledger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Maintain ledgers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Create External account Part usage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Maintain External account parts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Create new Pseudo accounts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Maintain pseudo accounts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Create pseudo account configuration of External account part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Select what chart of account to use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Connect pseudo accounts to the selected chart of account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Change Name and description in the chart of account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Create new amount types connected to the group name ‘message’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Maintain amount types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Create new Formulas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Maintain formulas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Add conditions to formulas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Maintain conditions 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Create new accounting Rule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Maintain accounting rules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Create manual GLI transactions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Search GLI Transaction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Maintain GLI transactions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Create manual GLI Transactions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Start Monthly Accounting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Close period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Export To General Ledger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825" dirty="0"/>
              <a:t>Generate Reports</a:t>
            </a:r>
          </a:p>
          <a:p>
            <a:pPr marL="600075" lvl="1" indent="-257175">
              <a:buFont typeface="+mj-lt"/>
              <a:buAutoNum type="arabicPeriod"/>
            </a:pPr>
            <a:endParaRPr lang="en-US" sz="825" dirty="0"/>
          </a:p>
          <a:p>
            <a:pPr marL="257175" indent="-257175">
              <a:buFont typeface="+mj-lt"/>
              <a:buAutoNum type="arabicPeriod"/>
            </a:pPr>
            <a:endParaRPr lang="en-US" sz="1350" dirty="0"/>
          </a:p>
          <a:p>
            <a:pPr marL="257175" indent="-257175">
              <a:buFont typeface="+mj-lt"/>
              <a:buAutoNum type="arabicPeriod"/>
            </a:pPr>
            <a:endParaRPr lang="en-US" sz="1350" dirty="0"/>
          </a:p>
          <a:p>
            <a:endParaRPr lang="en-US" sz="1350" dirty="0"/>
          </a:p>
          <a:p>
            <a:pPr marL="257175" indent="-257175">
              <a:buFont typeface="+mj-lt"/>
              <a:buAutoNum type="arabicPeriod"/>
            </a:pPr>
            <a:endParaRPr lang="en-US" sz="1350" dirty="0"/>
          </a:p>
          <a:p>
            <a:pPr marL="257175" indent="-257175">
              <a:buFont typeface="+mj-lt"/>
              <a:buAutoNum type="arabicPeriod"/>
            </a:pPr>
            <a:endParaRPr lang="en-US" sz="13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185444-D603-FAAA-B730-E4AF3A2F4B2C}"/>
              </a:ext>
            </a:extLst>
          </p:cNvPr>
          <p:cNvSpPr txBox="1"/>
          <p:nvPr/>
        </p:nvSpPr>
        <p:spPr>
          <a:xfrm>
            <a:off x="51435" y="-19824"/>
            <a:ext cx="360616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u="sng" dirty="0"/>
              <a:t>In accounting domain user should be able to:</a:t>
            </a:r>
          </a:p>
        </p:txBody>
      </p:sp>
    </p:spTree>
    <p:extLst>
      <p:ext uri="{BB962C8B-B14F-4D97-AF65-F5344CB8AC3E}">
        <p14:creationId xmlns:p14="http://schemas.microsoft.com/office/powerpoint/2010/main" val="33797406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 U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 U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 U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 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"/>
</p:tagLst>
</file>

<file path=ppt/theme/theme1.xml><?xml version="1.0" encoding="utf-8"?>
<a:theme xmlns:a="http://schemas.openxmlformats.org/drawingml/2006/main" name="Tietoevry">
  <a:themeElements>
    <a:clrScheme name="Titeto Every 220420">
      <a:dk1>
        <a:sysClr val="windowText" lastClr="000000"/>
      </a:dk1>
      <a:lt1>
        <a:sysClr val="window" lastClr="FFFFFF"/>
      </a:lt1>
      <a:dk2>
        <a:srgbClr val="F9423A"/>
      </a:dk2>
      <a:lt2>
        <a:srgbClr val="26D07C"/>
      </a:lt2>
      <a:accent1>
        <a:srgbClr val="280071"/>
      </a:accent1>
      <a:accent2>
        <a:srgbClr val="B1B5CE"/>
      </a:accent2>
      <a:accent3>
        <a:srgbClr val="E0E1EB"/>
      </a:accent3>
      <a:accent4>
        <a:srgbClr val="F7EAE4"/>
      </a:accent4>
      <a:accent5>
        <a:srgbClr val="EACBBB"/>
      </a:accent5>
      <a:accent6>
        <a:srgbClr val="6E6259"/>
      </a:accent6>
      <a:hlink>
        <a:srgbClr val="000000"/>
      </a:hlink>
      <a:folHlink>
        <a:srgbClr val="000000"/>
      </a:folHlink>
    </a:clrScheme>
    <a:fontScheme name="TietoEvry 2023">
      <a:majorFont>
        <a:latin typeface="Tietoevry Sans 1 Light"/>
        <a:ea typeface=""/>
        <a:cs typeface=""/>
      </a:majorFont>
      <a:minorFont>
        <a:latin typeface="Tietoevry Sans 1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sz="1100" dirty="0" err="1" smtClean="0">
            <a:solidFill>
              <a:schemeClr val="accen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defRPr sz="1100" dirty="0" err="1" smtClean="0"/>
        </a:defPPr>
      </a:lstStyle>
    </a:txDef>
  </a:objectDefaults>
  <a:extraClrSchemeLst/>
  <a:custClrLst>
    <a:custClr name="Warm Gray">
      <a:srgbClr val="6E6259"/>
    </a:custClr>
    <a:custClr name="Warm Gray 90%">
      <a:srgbClr val="7B7168"/>
    </a:custClr>
    <a:custClr name="Warm Gray 80%">
      <a:srgbClr val="8B807C"/>
    </a:custClr>
    <a:custClr name="Warm Gray 70%">
      <a:srgbClr val="9C918C"/>
    </a:custClr>
    <a:custClr name="Warm Gray 60%">
      <a:srgbClr val="A9A09B"/>
    </a:custClr>
    <a:custClr name="Warm Gray 50%">
      <a:srgbClr val="B6B1AE"/>
    </a:custClr>
    <a:custClr name="Warm Gray 40%">
      <a:srgbClr val="C5C0BD"/>
    </a:custClr>
    <a:custClr name="Warm Gray 30%">
      <a:srgbClr val="D4D0CD"/>
    </a:custClr>
    <a:custClr name="Warm Gray 20%">
      <a:srgbClr val="E2E0DE"/>
    </a:custClr>
    <a:custClr name="Warm Gray 10%">
      <a:srgbClr val="F1EFED"/>
    </a:custClr>
    <a:custClr name="Hero Red">
      <a:srgbClr val="F9423A"/>
    </a:custClr>
    <a:custClr name="Maroon">
      <a:srgbClr val="64302F"/>
    </a:custClr>
    <a:custClr name="Peach">
      <a:srgbClr val="EACBBB"/>
    </a:custClr>
    <a:custClr name="Peach 40%">
      <a:srgbClr val="F7EAE4"/>
    </a:custClr>
    <a:custClr name="Peach 30%">
      <a:srgbClr val="FAF5F1"/>
    </a:custClr>
    <a:custClr name="Peach 20%">
      <a:srgbClr val="FCF8F5"/>
    </a:custClr>
    <a:custClr name="Peach 10%">
      <a:srgbClr val="FEFAF9"/>
    </a:custClr>
    <a:custClr name="White">
      <a:srgbClr val="FFFFFF"/>
    </a:custClr>
    <a:custClr name="CTA Yellow">
      <a:srgbClr val="E9EC6B"/>
    </a:custClr>
    <a:custClr name="Warm Gray 5%">
      <a:srgbClr val="F9F6F8"/>
    </a:custClr>
    <a:custClr name="Cool Gray">
      <a:srgbClr val="52565A"/>
    </a:custClr>
    <a:custClr name="Cool Gray 90%">
      <a:srgbClr val="63676A"/>
    </a:custClr>
    <a:custClr name="Cool Gray 80%">
      <a:srgbClr val="74787B"/>
    </a:custClr>
    <a:custClr name="Cool Gray 70%">
      <a:srgbClr val="86888B"/>
    </a:custClr>
    <a:custClr name="Cool Gray 60%">
      <a:srgbClr val="989A9C"/>
    </a:custClr>
    <a:custClr name="Cool Gray 50%">
      <a:srgbClr val="A9AAAC"/>
    </a:custClr>
    <a:custClr name="Cool Gray 40%">
      <a:srgbClr val="CBCCCD"/>
    </a:custClr>
    <a:custClr name="Cool Gray 30%">
      <a:srgbClr val="D4D5D5"/>
    </a:custClr>
    <a:custClr name="Cool Gray 20%">
      <a:srgbClr val="DDDDDE"/>
    </a:custClr>
    <a:custClr name="Cool Gray 10%">
      <a:srgbClr val="EDEEEE"/>
    </a:custClr>
    <a:custClr name="Black">
      <a:srgbClr val="000000"/>
    </a:custClr>
    <a:custClr name="Dark Blue">
      <a:srgbClr val="0C1D48"/>
    </a:custClr>
    <a:custClr name="Hero Blue">
      <a:srgbClr val="280071"/>
    </a:custClr>
    <a:custClr name="Violet">
      <a:srgbClr val="B1B5CE"/>
    </a:custClr>
    <a:custClr name="Violet 40%">
      <a:srgbClr val="E0E1EB"/>
    </a:custClr>
    <a:custClr name="Violet 30%">
      <a:srgbClr val="E7E9F0"/>
    </a:custClr>
    <a:custClr name="Violet 20%">
      <a:srgbClr val="EFF1F5"/>
    </a:custClr>
    <a:custClr name="Violet 10%">
      <a:srgbClr val="F8F7FF"/>
    </a:custClr>
    <a:custClr name="CTA Green">
      <a:srgbClr val="26D07C"/>
    </a:custClr>
    <a:custClr name="Cool Gray 5%">
      <a:srgbClr val="F6F6F8"/>
    </a:custClr>
  </a:custClrLst>
  <a:extLst>
    <a:ext uri="{05A4C25C-085E-4340-85A3-A5531E510DB2}">
      <thm15:themeFamily xmlns:thm15="http://schemas.microsoft.com/office/thememl/2012/main" name="Tietoevry_101123" id="{E5600E7E-768D-4793-A3AB-48CAEE9AE71E}" vid="{EA77E28B-1186-478F-A83E-94954F9913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arm Gray">
      <a:srgbClr val="6E6259"/>
    </a:custClr>
    <a:custClr name="Warm Gray 90%">
      <a:srgbClr val="7B7168"/>
    </a:custClr>
    <a:custClr name="Warm Gray 80%">
      <a:srgbClr val="8B807C"/>
    </a:custClr>
    <a:custClr name="Warm Gray 70%">
      <a:srgbClr val="9C918C"/>
    </a:custClr>
    <a:custClr name="Warm Gray 60%">
      <a:srgbClr val="A9A09B"/>
    </a:custClr>
    <a:custClr name="Warm Gray 50%">
      <a:srgbClr val="B6B1AE"/>
    </a:custClr>
    <a:custClr name="Warm Gray 40%">
      <a:srgbClr val="C5C0BD"/>
    </a:custClr>
    <a:custClr name="Warm Gray 30%">
      <a:srgbClr val="D4D0CD"/>
    </a:custClr>
    <a:custClr name="Warm Gray 20%">
      <a:srgbClr val="E2E0DE"/>
    </a:custClr>
    <a:custClr name="Warm Gray 10%">
      <a:srgbClr val="F1EFED"/>
    </a:custClr>
    <a:custClr name="Hero Red">
      <a:srgbClr val="F9423A"/>
    </a:custClr>
    <a:custClr name="Maroon">
      <a:srgbClr val="64302F"/>
    </a:custClr>
    <a:custClr name="Peach">
      <a:srgbClr val="EACBBB"/>
    </a:custClr>
    <a:custClr name="Peach 40%">
      <a:srgbClr val="F7EAE4"/>
    </a:custClr>
    <a:custClr name="Peach 30%">
      <a:srgbClr val="FAF5F1"/>
    </a:custClr>
    <a:custClr name="Peach 20%">
      <a:srgbClr val="FCF8F5"/>
    </a:custClr>
    <a:custClr name="Peach 10%">
      <a:srgbClr val="FEFAF9"/>
    </a:custClr>
    <a:custClr name="White">
      <a:srgbClr val="FFFFFF"/>
    </a:custClr>
    <a:custClr name="CTA Yellow">
      <a:srgbClr val="E9EC6B"/>
    </a:custClr>
    <a:custClr name="Warm Gray 5%">
      <a:srgbClr val="F9F6F8"/>
    </a:custClr>
    <a:custClr name="Cool Gray">
      <a:srgbClr val="52565A"/>
    </a:custClr>
    <a:custClr name="Cool Gray 90%">
      <a:srgbClr val="63676A"/>
    </a:custClr>
    <a:custClr name="Cool Gray 80%">
      <a:srgbClr val="74787B"/>
    </a:custClr>
    <a:custClr name="Cool Gray 70%">
      <a:srgbClr val="86888B"/>
    </a:custClr>
    <a:custClr name="Cool Gray 60%">
      <a:srgbClr val="989A9C"/>
    </a:custClr>
    <a:custClr name="Cool Gray 50%">
      <a:srgbClr val="A9AAAC"/>
    </a:custClr>
    <a:custClr name="Cool Gray 40%">
      <a:srgbClr val="CBCCCD"/>
    </a:custClr>
    <a:custClr name="Cool Gray 30%">
      <a:srgbClr val="D4D5D5"/>
    </a:custClr>
    <a:custClr name="Cool Gray 20%">
      <a:srgbClr val="DDDDDE"/>
    </a:custClr>
    <a:custClr name="Cool Gray 10%">
      <a:srgbClr val="EDEEEE"/>
    </a:custClr>
    <a:custClr name="Black">
      <a:srgbClr val="000000"/>
    </a:custClr>
    <a:custClr name="Dark Blue">
      <a:srgbClr val="0C1D48"/>
    </a:custClr>
    <a:custClr name="Hero Blue">
      <a:srgbClr val="280071"/>
    </a:custClr>
    <a:custClr name="Violet">
      <a:srgbClr val="B1B5CE"/>
    </a:custClr>
    <a:custClr name="Violet 40%">
      <a:srgbClr val="E0E1EB"/>
    </a:custClr>
    <a:custClr name="Violet 30%">
      <a:srgbClr val="E7E9F0"/>
    </a:custClr>
    <a:custClr name="Violet 20%">
      <a:srgbClr val="EFF1F5"/>
    </a:custClr>
    <a:custClr name="Violet 10%">
      <a:srgbClr val="F8F7FF"/>
    </a:custClr>
    <a:custClr name="CTA Green">
      <a:srgbClr val="26D07C"/>
    </a:custClr>
    <a:custClr name="Cool Gray 5%">
      <a:srgbClr val="F6F6F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arm Gray">
      <a:srgbClr val="6E6259"/>
    </a:custClr>
    <a:custClr name="Warm Gray 90%">
      <a:srgbClr val="7B7168"/>
    </a:custClr>
    <a:custClr name="Warm Gray 80%">
      <a:srgbClr val="8B807C"/>
    </a:custClr>
    <a:custClr name="Warm Gray 70%">
      <a:srgbClr val="9C918C"/>
    </a:custClr>
    <a:custClr name="Warm Gray 60%">
      <a:srgbClr val="A9A09B"/>
    </a:custClr>
    <a:custClr name="Warm Gray 50%">
      <a:srgbClr val="B6B1AE"/>
    </a:custClr>
    <a:custClr name="Warm Gray 40%">
      <a:srgbClr val="C5C0BD"/>
    </a:custClr>
    <a:custClr name="Warm Gray 30%">
      <a:srgbClr val="D4D0CD"/>
    </a:custClr>
    <a:custClr name="Warm Gray 20%">
      <a:srgbClr val="E2E0DE"/>
    </a:custClr>
    <a:custClr name="Warm Gray 10%">
      <a:srgbClr val="F1EFED"/>
    </a:custClr>
    <a:custClr name="Hero Red">
      <a:srgbClr val="F9423A"/>
    </a:custClr>
    <a:custClr name="Maroon">
      <a:srgbClr val="64302F"/>
    </a:custClr>
    <a:custClr name="Peach">
      <a:srgbClr val="EACBBB"/>
    </a:custClr>
    <a:custClr name="Peach 40%">
      <a:srgbClr val="F7EAE4"/>
    </a:custClr>
    <a:custClr name="Peach 30%">
      <a:srgbClr val="FAF5F1"/>
    </a:custClr>
    <a:custClr name="Peach 20%">
      <a:srgbClr val="FCF8F5"/>
    </a:custClr>
    <a:custClr name="Peach 10%">
      <a:srgbClr val="FEFAF9"/>
    </a:custClr>
    <a:custClr name="White">
      <a:srgbClr val="FFFFFF"/>
    </a:custClr>
    <a:custClr name="CTA Yellow">
      <a:srgbClr val="E9EC6B"/>
    </a:custClr>
    <a:custClr name="Warm Gray 5%">
      <a:srgbClr val="F9F6F8"/>
    </a:custClr>
    <a:custClr name="Cool Gray">
      <a:srgbClr val="52565A"/>
    </a:custClr>
    <a:custClr name="Cool Gray 90%">
      <a:srgbClr val="63676A"/>
    </a:custClr>
    <a:custClr name="Cool Gray 80%">
      <a:srgbClr val="74787B"/>
    </a:custClr>
    <a:custClr name="Cool Gray 70%">
      <a:srgbClr val="86888B"/>
    </a:custClr>
    <a:custClr name="Cool Gray 60%">
      <a:srgbClr val="989A9C"/>
    </a:custClr>
    <a:custClr name="Cool Gray 50%">
      <a:srgbClr val="A9AAAC"/>
    </a:custClr>
    <a:custClr name="Cool Gray 40%">
      <a:srgbClr val="CBCCCD"/>
    </a:custClr>
    <a:custClr name="Cool Gray 30%">
      <a:srgbClr val="D4D5D5"/>
    </a:custClr>
    <a:custClr name="Cool Gray 20%">
      <a:srgbClr val="DDDDDE"/>
    </a:custClr>
    <a:custClr name="Cool Gray 10%">
      <a:srgbClr val="EDEEEE"/>
    </a:custClr>
    <a:custClr name="Black">
      <a:srgbClr val="000000"/>
    </a:custClr>
    <a:custClr name="Dark Blue">
      <a:srgbClr val="0C1D48"/>
    </a:custClr>
    <a:custClr name="Hero Blue">
      <a:srgbClr val="280071"/>
    </a:custClr>
    <a:custClr name="Violet">
      <a:srgbClr val="B1B5CE"/>
    </a:custClr>
    <a:custClr name="Violet 40%">
      <a:srgbClr val="E0E1EB"/>
    </a:custClr>
    <a:custClr name="Violet 30%">
      <a:srgbClr val="E7E9F0"/>
    </a:custClr>
    <a:custClr name="Violet 20%">
      <a:srgbClr val="EFF1F5"/>
    </a:custClr>
    <a:custClr name="Violet 10%">
      <a:srgbClr val="F8F7FF"/>
    </a:custClr>
    <a:custClr name="CTA Green">
      <a:srgbClr val="26D07C"/>
    </a:custClr>
    <a:custClr name="Cool Gray 5%">
      <a:srgbClr val="F6F6F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TemplafyFormConfiguration><![CDATA[{"formFields":[],"formDataEntries":[]}]]></TemplafyFormConfiguration>
</file>

<file path=customXml/item2.xml><?xml version="1.0" encoding="utf-8"?>
<TemplafyTemplateConfiguration><![CDATA[{"elementsMetadata":[],"transformationConfigurations":[],"templateName":"Tietoevry_151123","templateDescription":"","enableDocumentContentUpdater":false,"version":"2.0"}]]></TemplafyTemplateConfiguration>
</file>

<file path=customXml/itemProps1.xml><?xml version="1.0" encoding="utf-8"?>
<ds:datastoreItem xmlns:ds="http://schemas.openxmlformats.org/officeDocument/2006/customXml" ds:itemID="{160A48F9-E99E-4DD3-BCF0-C383B2EA940A}">
  <ds:schemaRefs/>
</ds:datastoreItem>
</file>

<file path=customXml/itemProps2.xml><?xml version="1.0" encoding="utf-8"?>
<ds:datastoreItem xmlns:ds="http://schemas.openxmlformats.org/officeDocument/2006/customXml" ds:itemID="{EBC05588-44AF-493C-8EF4-0BACAC058714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Tietoevry</Template>
  <TotalTime>30374</TotalTime>
  <Words>5202</Words>
  <Application>Microsoft Office PowerPoint</Application>
  <PresentationFormat>On-screen Show (16:9)</PresentationFormat>
  <Paragraphs>1307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6" baseType="lpstr">
      <vt:lpstr>Tietoevry Sans 1 Medium</vt:lpstr>
      <vt:lpstr>Aparajita</vt:lpstr>
      <vt:lpstr>Wingdings</vt:lpstr>
      <vt:lpstr>Tietoevry Sans 1 Thin</vt:lpstr>
      <vt:lpstr>Tietoevry Sans 1 Light</vt:lpstr>
      <vt:lpstr>Arial</vt:lpstr>
      <vt:lpstr>Roboto</vt:lpstr>
      <vt:lpstr>Tietoevry Sans 1</vt:lpstr>
      <vt:lpstr>Calibri</vt:lpstr>
      <vt:lpstr>Tietoevry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Kristaps Steinbergs</dc:creator>
  <cp:lastModifiedBy>Rikard Krameus</cp:lastModifiedBy>
  <cp:revision>2</cp:revision>
  <dcterms:created xsi:type="dcterms:W3CDTF">2024-05-30T18:33:03Z</dcterms:created>
  <dcterms:modified xsi:type="dcterms:W3CDTF">2026-07-02T11:33:02Z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2023-11-16T09:09:10</vt:lpwstr>
  </property>
  <property fmtid="{D5CDD505-2E9C-101B-9397-08002B2CF9AE}" pid="3" name="TemplafyTenantId">
    <vt:lpwstr>tietoevry</vt:lpwstr>
  </property>
  <property fmtid="{D5CDD505-2E9C-101B-9397-08002B2CF9AE}" pid="4" name="TemplafyTemplateId">
    <vt:lpwstr>778819684790960166</vt:lpwstr>
  </property>
  <property fmtid="{D5CDD505-2E9C-101B-9397-08002B2CF9AE}" pid="5" name="TemplafyUserProfileId">
    <vt:lpwstr>637890847893640903</vt:lpwstr>
  </property>
  <property fmtid="{D5CDD505-2E9C-101B-9397-08002B2CF9AE}" pid="6" name="TemplafyLanguageCode">
    <vt:lpwstr>en-GB</vt:lpwstr>
  </property>
  <property fmtid="{D5CDD505-2E9C-101B-9397-08002B2CF9AE}" pid="7" name="TemplafyFromBlank">
    <vt:bool>true</vt:bool>
  </property>
  <property fmtid="{D5CDD505-2E9C-101B-9397-08002B2CF9AE}" pid="8" name="MSIP_Label_3b623b29-abd1-4de3-a20c-27566d79b7c7_Enabled">
    <vt:lpwstr>true</vt:lpwstr>
  </property>
  <property fmtid="{D5CDD505-2E9C-101B-9397-08002B2CF9AE}" pid="9" name="MSIP_Label_3b623b29-abd1-4de3-a20c-27566d79b7c7_SetDate">
    <vt:lpwstr>2024-09-11T05:31:18Z</vt:lpwstr>
  </property>
  <property fmtid="{D5CDD505-2E9C-101B-9397-08002B2CF9AE}" pid="10" name="MSIP_Label_3b623b29-abd1-4de3-a20c-27566d79b7c7_Method">
    <vt:lpwstr>Standard</vt:lpwstr>
  </property>
  <property fmtid="{D5CDD505-2E9C-101B-9397-08002B2CF9AE}" pid="11" name="MSIP_Label_3b623b29-abd1-4de3-a20c-27566d79b7c7_Name">
    <vt:lpwstr>3b623b29-abd1-4de3-a20c-27566d79b7c7</vt:lpwstr>
  </property>
  <property fmtid="{D5CDD505-2E9C-101B-9397-08002B2CF9AE}" pid="12" name="MSIP_Label_3b623b29-abd1-4de3-a20c-27566d79b7c7_SiteId">
    <vt:lpwstr>cbede638-a3d9-459f-8f4e-24ced73b4e5e</vt:lpwstr>
  </property>
  <property fmtid="{D5CDD505-2E9C-101B-9397-08002B2CF9AE}" pid="13" name="MSIP_Label_3b623b29-abd1-4de3-a20c-27566d79b7c7_ActionId">
    <vt:lpwstr>9d6f837e-ca85-4f33-98d9-00afc7059ef0</vt:lpwstr>
  </property>
  <property fmtid="{D5CDD505-2E9C-101B-9397-08002B2CF9AE}" pid="14" name="MSIP_Label_3b623b29-abd1-4de3-a20c-27566d79b7c7_ContentBits">
    <vt:lpwstr>0</vt:lpwstr>
  </property>
</Properties>
</file>